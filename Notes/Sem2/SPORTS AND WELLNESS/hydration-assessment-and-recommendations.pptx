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7"/>
  </p:notesMasterIdLst>
  <p:handoutMasterIdLst>
    <p:handoutMasterId r:id="rId58"/>
  </p:handoutMasterIdLst>
  <p:sldIdLst>
    <p:sldId id="576" r:id="rId5"/>
    <p:sldId id="539" r:id="rId6"/>
    <p:sldId id="272" r:id="rId7"/>
    <p:sldId id="274" r:id="rId8"/>
    <p:sldId id="290" r:id="rId9"/>
    <p:sldId id="529" r:id="rId10"/>
    <p:sldId id="547" r:id="rId11"/>
    <p:sldId id="546" r:id="rId12"/>
    <p:sldId id="549" r:id="rId13"/>
    <p:sldId id="555" r:id="rId14"/>
    <p:sldId id="548" r:id="rId15"/>
    <p:sldId id="540" r:id="rId16"/>
    <p:sldId id="577" r:id="rId17"/>
    <p:sldId id="332" r:id="rId18"/>
    <p:sldId id="572" r:id="rId19"/>
    <p:sldId id="437" r:id="rId20"/>
    <p:sldId id="575" r:id="rId21"/>
    <p:sldId id="291" r:id="rId22"/>
    <p:sldId id="528" r:id="rId23"/>
    <p:sldId id="535" r:id="rId24"/>
    <p:sldId id="530" r:id="rId25"/>
    <p:sldId id="542" r:id="rId26"/>
    <p:sldId id="551" r:id="rId27"/>
    <p:sldId id="552" r:id="rId28"/>
    <p:sldId id="553" r:id="rId29"/>
    <p:sldId id="556" r:id="rId30"/>
    <p:sldId id="557" r:id="rId31"/>
    <p:sldId id="531" r:id="rId32"/>
    <p:sldId id="533" r:id="rId33"/>
    <p:sldId id="293" r:id="rId34"/>
    <p:sldId id="292" r:id="rId35"/>
    <p:sldId id="558" r:id="rId36"/>
    <p:sldId id="559" r:id="rId37"/>
    <p:sldId id="560" r:id="rId38"/>
    <p:sldId id="561" r:id="rId39"/>
    <p:sldId id="562" r:id="rId40"/>
    <p:sldId id="563" r:id="rId41"/>
    <p:sldId id="564" r:id="rId42"/>
    <p:sldId id="573" r:id="rId43"/>
    <p:sldId id="541" r:id="rId44"/>
    <p:sldId id="554" r:id="rId45"/>
    <p:sldId id="537" r:id="rId46"/>
    <p:sldId id="538" r:id="rId47"/>
    <p:sldId id="565" r:id="rId48"/>
    <p:sldId id="566" r:id="rId49"/>
    <p:sldId id="567" r:id="rId50"/>
    <p:sldId id="568" r:id="rId51"/>
    <p:sldId id="569" r:id="rId52"/>
    <p:sldId id="570" r:id="rId53"/>
    <p:sldId id="571" r:id="rId54"/>
    <p:sldId id="280" r:id="rId55"/>
    <p:sldId id="57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6E3D"/>
    <a:srgbClr val="1C1C1C"/>
    <a:srgbClr val="BBBDBE"/>
    <a:srgbClr val="07512E"/>
    <a:srgbClr val="BABC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520126-1714-1044-A507-A6B65B573FED}" v="48" dt="2020-07-30T23:43:26.548"/>
  </p1510:revLst>
</p1510:revInfo>
</file>

<file path=ppt/tableStyles.xml><?xml version="1.0" encoding="utf-8"?>
<a:tblStyleLst xmlns:a="http://schemas.openxmlformats.org/drawingml/2006/main" def="{5C22544A-7EE6-4342-B048-85BDC9FD1C3A}">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in, Kimberly {PEP}" userId="6edb3286-5649-4865-a956-ddb36ec273b9" providerId="ADAL" clId="{72C6B0D2-7519-DE48-BA99-9319F1829060}"/>
    <pc:docChg chg="custSel delSld modMainMaster">
      <pc:chgData name="Stein, Kimberly {PEP}" userId="6edb3286-5649-4865-a956-ddb36ec273b9" providerId="ADAL" clId="{72C6B0D2-7519-DE48-BA99-9319F1829060}" dt="2020-07-10T10:00:08.418" v="2" actId="2696"/>
      <pc:docMkLst>
        <pc:docMk/>
      </pc:docMkLst>
      <pc:sldChg chg="del">
        <pc:chgData name="Stein, Kimberly {PEP}" userId="6edb3286-5649-4865-a956-ddb36ec273b9" providerId="ADAL" clId="{72C6B0D2-7519-DE48-BA99-9319F1829060}" dt="2020-07-10T10:00:08.418" v="2" actId="2696"/>
        <pc:sldMkLst>
          <pc:docMk/>
          <pc:sldMk cId="3638256895" sldId="576"/>
        </pc:sldMkLst>
      </pc:sldChg>
      <pc:sldMasterChg chg="modSldLayout">
        <pc:chgData name="Stein, Kimberly {PEP}" userId="6edb3286-5649-4865-a956-ddb36ec273b9" providerId="ADAL" clId="{72C6B0D2-7519-DE48-BA99-9319F1829060}" dt="2020-07-10T09:59:58.997" v="1"/>
        <pc:sldMasterMkLst>
          <pc:docMk/>
          <pc:sldMasterMk cId="3469909031" sldId="2147483648"/>
        </pc:sldMasterMkLst>
        <pc:sldLayoutChg chg="addSp delSp modSp">
          <pc:chgData name="Stein, Kimberly {PEP}" userId="6edb3286-5649-4865-a956-ddb36ec273b9" providerId="ADAL" clId="{72C6B0D2-7519-DE48-BA99-9319F1829060}" dt="2020-07-10T09:59:58.997" v="1"/>
          <pc:sldLayoutMkLst>
            <pc:docMk/>
            <pc:sldMasterMk cId="3469909031" sldId="2147483648"/>
            <pc:sldLayoutMk cId="2813540898" sldId="2147483656"/>
          </pc:sldLayoutMkLst>
          <pc:spChg chg="del">
            <ac:chgData name="Stein, Kimberly {PEP}" userId="6edb3286-5649-4865-a956-ddb36ec273b9" providerId="ADAL" clId="{72C6B0D2-7519-DE48-BA99-9319F1829060}" dt="2020-07-10T09:59:52.281" v="0" actId="478"/>
            <ac:spMkLst>
              <pc:docMk/>
              <pc:sldMasterMk cId="3469909031" sldId="2147483648"/>
              <pc:sldLayoutMk cId="2813540898" sldId="2147483656"/>
              <ac:spMk id="10" creationId="{8D377EEF-DF9C-3F47-B751-926F4DBBD03B}"/>
            </ac:spMkLst>
          </pc:spChg>
          <pc:spChg chg="del">
            <ac:chgData name="Stein, Kimberly {PEP}" userId="6edb3286-5649-4865-a956-ddb36ec273b9" providerId="ADAL" clId="{72C6B0D2-7519-DE48-BA99-9319F1829060}" dt="2020-07-10T09:59:52.281" v="0" actId="478"/>
            <ac:spMkLst>
              <pc:docMk/>
              <pc:sldMasterMk cId="3469909031" sldId="2147483648"/>
              <pc:sldLayoutMk cId="2813540898" sldId="2147483656"/>
              <ac:spMk id="11" creationId="{C57A3CD2-90FE-DC4F-8C88-4BACD5935913}"/>
            </ac:spMkLst>
          </pc:spChg>
          <pc:spChg chg="add mod">
            <ac:chgData name="Stein, Kimberly {PEP}" userId="6edb3286-5649-4865-a956-ddb36ec273b9" providerId="ADAL" clId="{72C6B0D2-7519-DE48-BA99-9319F1829060}" dt="2020-07-10T09:59:58.997" v="1"/>
            <ac:spMkLst>
              <pc:docMk/>
              <pc:sldMasterMk cId="3469909031" sldId="2147483648"/>
              <pc:sldLayoutMk cId="2813540898" sldId="2147483656"/>
              <ac:spMk id="14" creationId="{F766680C-0D76-AB4E-B7F2-C1350FAE4FF9}"/>
            </ac:spMkLst>
          </pc:spChg>
        </pc:sldLayoutChg>
      </pc:sldMasterChg>
    </pc:docChg>
  </pc:docChgLst>
  <pc:docChgLst>
    <pc:chgData name="STINMAN, SARAH {PEP}" userId="S::sarah.stinman@pepsico.com::7ba4b78f-fa27-4e6d-aa4f-40599a67c64c" providerId="AD" clId="Web-{F78C5BD6-4C5B-4AAF-88D0-9AD112B9D36E}"/>
    <pc:docChg chg="modSld">
      <pc:chgData name="STINMAN, SARAH {PEP}" userId="S::sarah.stinman@pepsico.com::7ba4b78f-fa27-4e6d-aa4f-40599a67c64c" providerId="AD" clId="Web-{F78C5BD6-4C5B-4AAF-88D0-9AD112B9D36E}" dt="2020-07-29T14:28:09.498" v="181" actId="20577"/>
      <pc:docMkLst>
        <pc:docMk/>
      </pc:docMkLst>
      <pc:sldChg chg="modSp">
        <pc:chgData name="STINMAN, SARAH {PEP}" userId="S::sarah.stinman@pepsico.com::7ba4b78f-fa27-4e6d-aa4f-40599a67c64c" providerId="AD" clId="Web-{F78C5BD6-4C5B-4AAF-88D0-9AD112B9D36E}" dt="2020-07-29T14:28:09.498" v="180" actId="20577"/>
        <pc:sldMkLst>
          <pc:docMk/>
          <pc:sldMk cId="2414431274" sldId="548"/>
        </pc:sldMkLst>
        <pc:spChg chg="mod">
          <ac:chgData name="STINMAN, SARAH {PEP}" userId="S::sarah.stinman@pepsico.com::7ba4b78f-fa27-4e6d-aa4f-40599a67c64c" providerId="AD" clId="Web-{F78C5BD6-4C5B-4AAF-88D0-9AD112B9D36E}" dt="2020-07-29T14:28:09.498" v="180" actId="20577"/>
          <ac:spMkLst>
            <pc:docMk/>
            <pc:sldMk cId="2414431274" sldId="548"/>
            <ac:spMk id="30" creationId="{9D08A139-5397-431F-AE71-9102B4F6FBD8}"/>
          </ac:spMkLst>
        </pc:spChg>
      </pc:sldChg>
      <pc:sldChg chg="modSp">
        <pc:chgData name="STINMAN, SARAH {PEP}" userId="S::sarah.stinman@pepsico.com::7ba4b78f-fa27-4e6d-aa4f-40599a67c64c" providerId="AD" clId="Web-{F78C5BD6-4C5B-4AAF-88D0-9AD112B9D36E}" dt="2020-07-29T14:26:41.294" v="100" actId="20577"/>
        <pc:sldMkLst>
          <pc:docMk/>
          <pc:sldMk cId="2135946403" sldId="555"/>
        </pc:sldMkLst>
        <pc:spChg chg="mod">
          <ac:chgData name="STINMAN, SARAH {PEP}" userId="S::sarah.stinman@pepsico.com::7ba4b78f-fa27-4e6d-aa4f-40599a67c64c" providerId="AD" clId="Web-{F78C5BD6-4C5B-4AAF-88D0-9AD112B9D36E}" dt="2020-07-29T14:26:41.294" v="100" actId="20577"/>
          <ac:spMkLst>
            <pc:docMk/>
            <pc:sldMk cId="2135946403" sldId="555"/>
            <ac:spMk id="8" creationId="{8C065332-DDB6-48CE-8E3D-2610727AFD66}"/>
          </ac:spMkLst>
        </pc:spChg>
      </pc:sldChg>
    </pc:docChg>
  </pc:docChgLst>
  <pc:docChgLst>
    <pc:chgData name="STINMAN, SARAH {PEP}" userId="7ba4b78f-fa27-4e6d-aa4f-40599a67c64c" providerId="ADAL" clId="{8D31E768-A582-4099-B097-BDD5FD5AE868}"/>
    <pc:docChg chg="custSel modSld">
      <pc:chgData name="STINMAN, SARAH {PEP}" userId="7ba4b78f-fa27-4e6d-aa4f-40599a67c64c" providerId="ADAL" clId="{8D31E768-A582-4099-B097-BDD5FD5AE868}" dt="2020-07-24T15:56:03.037" v="495" actId="1076"/>
      <pc:docMkLst>
        <pc:docMk/>
      </pc:docMkLst>
      <pc:sldChg chg="modSp">
        <pc:chgData name="STINMAN, SARAH {PEP}" userId="7ba4b78f-fa27-4e6d-aa4f-40599a67c64c" providerId="ADAL" clId="{8D31E768-A582-4099-B097-BDD5FD5AE868}" dt="2020-07-24T15:06:56.973" v="22" actId="20577"/>
        <pc:sldMkLst>
          <pc:docMk/>
          <pc:sldMk cId="2313120941" sldId="274"/>
        </pc:sldMkLst>
        <pc:spChg chg="mod">
          <ac:chgData name="STINMAN, SARAH {PEP}" userId="7ba4b78f-fa27-4e6d-aa4f-40599a67c64c" providerId="ADAL" clId="{8D31E768-A582-4099-B097-BDD5FD5AE868}" dt="2020-07-24T15:06:56.973" v="22" actId="20577"/>
          <ac:spMkLst>
            <pc:docMk/>
            <pc:sldMk cId="2313120941" sldId="274"/>
            <ac:spMk id="61" creationId="{44ED496F-19FD-48E5-8ED8-522F52D18759}"/>
          </ac:spMkLst>
        </pc:spChg>
      </pc:sldChg>
      <pc:sldChg chg="modSp">
        <pc:chgData name="STINMAN, SARAH {PEP}" userId="7ba4b78f-fa27-4e6d-aa4f-40599a67c64c" providerId="ADAL" clId="{8D31E768-A582-4099-B097-BDD5FD5AE868}" dt="2020-07-24T15:48:35.646" v="328" actId="1076"/>
        <pc:sldMkLst>
          <pc:docMk/>
          <pc:sldMk cId="611265027" sldId="280"/>
        </pc:sldMkLst>
        <pc:spChg chg="mod">
          <ac:chgData name="STINMAN, SARAH {PEP}" userId="7ba4b78f-fa27-4e6d-aa4f-40599a67c64c" providerId="ADAL" clId="{8D31E768-A582-4099-B097-BDD5FD5AE868}" dt="2020-07-24T15:48:35.646" v="328" actId="1076"/>
          <ac:spMkLst>
            <pc:docMk/>
            <pc:sldMk cId="611265027" sldId="280"/>
            <ac:spMk id="6" creationId="{7CDD9169-3F09-441A-AD0E-AD9200EAD471}"/>
          </ac:spMkLst>
        </pc:spChg>
      </pc:sldChg>
      <pc:sldChg chg="modSp">
        <pc:chgData name="STINMAN, SARAH {PEP}" userId="7ba4b78f-fa27-4e6d-aa4f-40599a67c64c" providerId="ADAL" clId="{8D31E768-A582-4099-B097-BDD5FD5AE868}" dt="2020-07-24T15:27:18.457" v="227" actId="20577"/>
        <pc:sldMkLst>
          <pc:docMk/>
          <pc:sldMk cId="3411984996" sldId="292"/>
        </pc:sldMkLst>
        <pc:spChg chg="mod">
          <ac:chgData name="STINMAN, SARAH {PEP}" userId="7ba4b78f-fa27-4e6d-aa4f-40599a67c64c" providerId="ADAL" clId="{8D31E768-A582-4099-B097-BDD5FD5AE868}" dt="2020-07-24T15:27:18.457" v="227" actId="20577"/>
          <ac:spMkLst>
            <pc:docMk/>
            <pc:sldMk cId="3411984996" sldId="292"/>
            <ac:spMk id="14" creationId="{84E9CF30-034C-4994-985C-60B0B0AC1645}"/>
          </ac:spMkLst>
        </pc:spChg>
      </pc:sldChg>
      <pc:sldChg chg="modSp">
        <pc:chgData name="STINMAN, SARAH {PEP}" userId="7ba4b78f-fa27-4e6d-aa4f-40599a67c64c" providerId="ADAL" clId="{8D31E768-A582-4099-B097-BDD5FD5AE868}" dt="2020-07-24T15:18:08.697" v="115" actId="20577"/>
        <pc:sldMkLst>
          <pc:docMk/>
          <pc:sldMk cId="2625627399" sldId="528"/>
        </pc:sldMkLst>
        <pc:spChg chg="mod">
          <ac:chgData name="STINMAN, SARAH {PEP}" userId="7ba4b78f-fa27-4e6d-aa4f-40599a67c64c" providerId="ADAL" clId="{8D31E768-A582-4099-B097-BDD5FD5AE868}" dt="2020-07-24T15:18:08.697" v="115" actId="20577"/>
          <ac:spMkLst>
            <pc:docMk/>
            <pc:sldMk cId="2625627399" sldId="528"/>
            <ac:spMk id="31" creationId="{2AD7D167-4C83-495B-A88B-8DEEB4B3F08C}"/>
          </ac:spMkLst>
        </pc:spChg>
      </pc:sldChg>
      <pc:sldChg chg="modSp">
        <pc:chgData name="STINMAN, SARAH {PEP}" userId="7ba4b78f-fa27-4e6d-aa4f-40599a67c64c" providerId="ADAL" clId="{8D31E768-A582-4099-B097-BDD5FD5AE868}" dt="2020-07-24T15:22:21.723" v="153" actId="20577"/>
        <pc:sldMkLst>
          <pc:docMk/>
          <pc:sldMk cId="4132831696" sldId="530"/>
        </pc:sldMkLst>
        <pc:spChg chg="mod">
          <ac:chgData name="STINMAN, SARAH {PEP}" userId="7ba4b78f-fa27-4e6d-aa4f-40599a67c64c" providerId="ADAL" clId="{8D31E768-A582-4099-B097-BDD5FD5AE868}" dt="2020-07-24T15:22:21.723" v="153" actId="20577"/>
          <ac:spMkLst>
            <pc:docMk/>
            <pc:sldMk cId="4132831696" sldId="530"/>
            <ac:spMk id="12" creationId="{D422AF46-F1D7-4A9E-A55A-15C961AF1E96}"/>
          </ac:spMkLst>
        </pc:spChg>
      </pc:sldChg>
      <pc:sldChg chg="modSp">
        <pc:chgData name="STINMAN, SARAH {PEP}" userId="7ba4b78f-fa27-4e6d-aa4f-40599a67c64c" providerId="ADAL" clId="{8D31E768-A582-4099-B097-BDD5FD5AE868}" dt="2020-07-24T15:23:43.578" v="172" actId="20577"/>
        <pc:sldMkLst>
          <pc:docMk/>
          <pc:sldMk cId="4033492564" sldId="531"/>
        </pc:sldMkLst>
        <pc:spChg chg="mod">
          <ac:chgData name="STINMAN, SARAH {PEP}" userId="7ba4b78f-fa27-4e6d-aa4f-40599a67c64c" providerId="ADAL" clId="{8D31E768-A582-4099-B097-BDD5FD5AE868}" dt="2020-07-24T15:23:43.578" v="172" actId="20577"/>
          <ac:spMkLst>
            <pc:docMk/>
            <pc:sldMk cId="4033492564" sldId="531"/>
            <ac:spMk id="9" creationId="{15381EAF-E23D-457E-A1F7-68785CBF9EB6}"/>
          </ac:spMkLst>
        </pc:spChg>
      </pc:sldChg>
      <pc:sldChg chg="addSp delSp">
        <pc:chgData name="STINMAN, SARAH {PEP}" userId="7ba4b78f-fa27-4e6d-aa4f-40599a67c64c" providerId="ADAL" clId="{8D31E768-A582-4099-B097-BDD5FD5AE868}" dt="2020-07-24T15:23:54.266" v="174"/>
        <pc:sldMkLst>
          <pc:docMk/>
          <pc:sldMk cId="907637395" sldId="533"/>
        </pc:sldMkLst>
        <pc:spChg chg="del">
          <ac:chgData name="STINMAN, SARAH {PEP}" userId="7ba4b78f-fa27-4e6d-aa4f-40599a67c64c" providerId="ADAL" clId="{8D31E768-A582-4099-B097-BDD5FD5AE868}" dt="2020-07-24T15:23:53.834" v="173" actId="478"/>
          <ac:spMkLst>
            <pc:docMk/>
            <pc:sldMk cId="907637395" sldId="533"/>
            <ac:spMk id="9" creationId="{15381EAF-E23D-457E-A1F7-68785CBF9EB6}"/>
          </ac:spMkLst>
        </pc:spChg>
        <pc:spChg chg="add">
          <ac:chgData name="STINMAN, SARAH {PEP}" userId="7ba4b78f-fa27-4e6d-aa4f-40599a67c64c" providerId="ADAL" clId="{8D31E768-A582-4099-B097-BDD5FD5AE868}" dt="2020-07-24T15:23:54.266" v="174"/>
          <ac:spMkLst>
            <pc:docMk/>
            <pc:sldMk cId="907637395" sldId="533"/>
            <ac:spMk id="40" creationId="{3B5B67D1-AC66-4A8F-B423-DB5A5430E40C}"/>
          </ac:spMkLst>
        </pc:spChg>
      </pc:sldChg>
      <pc:sldChg chg="modSp">
        <pc:chgData name="STINMAN, SARAH {PEP}" userId="7ba4b78f-fa27-4e6d-aa4f-40599a67c64c" providerId="ADAL" clId="{8D31E768-A582-4099-B097-BDD5FD5AE868}" dt="2020-07-24T15:19:21.384" v="132" actId="20577"/>
        <pc:sldMkLst>
          <pc:docMk/>
          <pc:sldMk cId="1426850970" sldId="535"/>
        </pc:sldMkLst>
        <pc:spChg chg="mod">
          <ac:chgData name="STINMAN, SARAH {PEP}" userId="7ba4b78f-fa27-4e6d-aa4f-40599a67c64c" providerId="ADAL" clId="{8D31E768-A582-4099-B097-BDD5FD5AE868}" dt="2020-07-24T15:19:21.384" v="132" actId="20577"/>
          <ac:spMkLst>
            <pc:docMk/>
            <pc:sldMk cId="1426850970" sldId="535"/>
            <ac:spMk id="17" creationId="{F4EA358E-F5EC-4401-90FE-5F392D415A6F}"/>
          </ac:spMkLst>
        </pc:spChg>
      </pc:sldChg>
      <pc:sldChg chg="addSp delSp">
        <pc:chgData name="STINMAN, SARAH {PEP}" userId="7ba4b78f-fa27-4e6d-aa4f-40599a67c64c" providerId="ADAL" clId="{8D31E768-A582-4099-B097-BDD5FD5AE868}" dt="2020-07-24T15:45:23.116" v="275"/>
        <pc:sldMkLst>
          <pc:docMk/>
          <pc:sldMk cId="225531401" sldId="537"/>
        </pc:sldMkLst>
        <pc:spChg chg="del">
          <ac:chgData name="STINMAN, SARAH {PEP}" userId="7ba4b78f-fa27-4e6d-aa4f-40599a67c64c" providerId="ADAL" clId="{8D31E768-A582-4099-B097-BDD5FD5AE868}" dt="2020-07-24T15:45:22.761" v="274" actId="478"/>
          <ac:spMkLst>
            <pc:docMk/>
            <pc:sldMk cId="225531401" sldId="537"/>
            <ac:spMk id="3" creationId="{EA8AE3D4-EE87-4661-919D-C76886387C87}"/>
          </ac:spMkLst>
        </pc:spChg>
        <pc:spChg chg="add">
          <ac:chgData name="STINMAN, SARAH {PEP}" userId="7ba4b78f-fa27-4e6d-aa4f-40599a67c64c" providerId="ADAL" clId="{8D31E768-A582-4099-B097-BDD5FD5AE868}" dt="2020-07-24T15:45:23.116" v="275"/>
          <ac:spMkLst>
            <pc:docMk/>
            <pc:sldMk cId="225531401" sldId="537"/>
            <ac:spMk id="16" creationId="{F82675D0-5F6E-434B-8B12-3578899FFAF3}"/>
          </ac:spMkLst>
        </pc:spChg>
      </pc:sldChg>
      <pc:sldChg chg="addSp delSp">
        <pc:chgData name="STINMAN, SARAH {PEP}" userId="7ba4b78f-fa27-4e6d-aa4f-40599a67c64c" providerId="ADAL" clId="{8D31E768-A582-4099-B097-BDD5FD5AE868}" dt="2020-07-24T15:45:29.087" v="277"/>
        <pc:sldMkLst>
          <pc:docMk/>
          <pc:sldMk cId="4119250123" sldId="538"/>
        </pc:sldMkLst>
        <pc:spChg chg="del">
          <ac:chgData name="STINMAN, SARAH {PEP}" userId="7ba4b78f-fa27-4e6d-aa4f-40599a67c64c" providerId="ADAL" clId="{8D31E768-A582-4099-B097-BDD5FD5AE868}" dt="2020-07-24T15:45:28.296" v="276" actId="478"/>
          <ac:spMkLst>
            <pc:docMk/>
            <pc:sldMk cId="4119250123" sldId="538"/>
            <ac:spMk id="9" creationId="{CA1F9E49-1DE5-4771-A197-D6BA61B40E21}"/>
          </ac:spMkLst>
        </pc:spChg>
        <pc:spChg chg="add">
          <ac:chgData name="STINMAN, SARAH {PEP}" userId="7ba4b78f-fa27-4e6d-aa4f-40599a67c64c" providerId="ADAL" clId="{8D31E768-A582-4099-B097-BDD5FD5AE868}" dt="2020-07-24T15:45:29.087" v="277"/>
          <ac:spMkLst>
            <pc:docMk/>
            <pc:sldMk cId="4119250123" sldId="538"/>
            <ac:spMk id="26" creationId="{47C2AC51-F86C-4C05-829F-C4D5E309A680}"/>
          </ac:spMkLst>
        </pc:spChg>
      </pc:sldChg>
      <pc:sldChg chg="addSp modSp">
        <pc:chgData name="STINMAN, SARAH {PEP}" userId="7ba4b78f-fa27-4e6d-aa4f-40599a67c64c" providerId="ADAL" clId="{8D31E768-A582-4099-B097-BDD5FD5AE868}" dt="2020-07-24T15:50:18.824" v="355" actId="20577"/>
        <pc:sldMkLst>
          <pc:docMk/>
          <pc:sldMk cId="1862093883" sldId="546"/>
        </pc:sldMkLst>
        <pc:spChg chg="add mod">
          <ac:chgData name="STINMAN, SARAH {PEP}" userId="7ba4b78f-fa27-4e6d-aa4f-40599a67c64c" providerId="ADAL" clId="{8D31E768-A582-4099-B097-BDD5FD5AE868}" dt="2020-07-24T15:50:18.824" v="355" actId="20577"/>
          <ac:spMkLst>
            <pc:docMk/>
            <pc:sldMk cId="1862093883" sldId="546"/>
            <ac:spMk id="26" creationId="{70C7023E-DF25-45CD-8866-6A2BB755973B}"/>
          </ac:spMkLst>
        </pc:spChg>
      </pc:sldChg>
      <pc:sldChg chg="addSp modSp">
        <pc:chgData name="STINMAN, SARAH {PEP}" userId="7ba4b78f-fa27-4e6d-aa4f-40599a67c64c" providerId="ADAL" clId="{8D31E768-A582-4099-B097-BDD5FD5AE868}" dt="2020-07-24T15:56:03.037" v="495" actId="1076"/>
        <pc:sldMkLst>
          <pc:docMk/>
          <pc:sldMk cId="2414431274" sldId="548"/>
        </pc:sldMkLst>
        <pc:spChg chg="mod">
          <ac:chgData name="STINMAN, SARAH {PEP}" userId="7ba4b78f-fa27-4e6d-aa4f-40599a67c64c" providerId="ADAL" clId="{8D31E768-A582-4099-B097-BDD5FD5AE868}" dt="2020-07-24T15:13:24.681" v="99" actId="20577"/>
          <ac:spMkLst>
            <pc:docMk/>
            <pc:sldMk cId="2414431274" sldId="548"/>
            <ac:spMk id="30" creationId="{9D08A139-5397-431F-AE71-9102B4F6FBD8}"/>
          </ac:spMkLst>
        </pc:spChg>
        <pc:spChg chg="add mod">
          <ac:chgData name="STINMAN, SARAH {PEP}" userId="7ba4b78f-fa27-4e6d-aa4f-40599a67c64c" providerId="ADAL" clId="{8D31E768-A582-4099-B097-BDD5FD5AE868}" dt="2020-07-24T15:56:03.037" v="495" actId="1076"/>
          <ac:spMkLst>
            <pc:docMk/>
            <pc:sldMk cId="2414431274" sldId="548"/>
            <ac:spMk id="36" creationId="{56C3E5D2-3DA2-4CF0-91CF-E864097EF783}"/>
          </ac:spMkLst>
        </pc:spChg>
      </pc:sldChg>
      <pc:sldChg chg="modSp">
        <pc:chgData name="STINMAN, SARAH {PEP}" userId="7ba4b78f-fa27-4e6d-aa4f-40599a67c64c" providerId="ADAL" clId="{8D31E768-A582-4099-B097-BDD5FD5AE868}" dt="2020-07-24T15:44:56.009" v="273" actId="20577"/>
        <pc:sldMkLst>
          <pc:docMk/>
          <pc:sldMk cId="3338598902" sldId="554"/>
        </pc:sldMkLst>
        <pc:spChg chg="mod">
          <ac:chgData name="STINMAN, SARAH {PEP}" userId="7ba4b78f-fa27-4e6d-aa4f-40599a67c64c" providerId="ADAL" clId="{8D31E768-A582-4099-B097-BDD5FD5AE868}" dt="2020-07-24T15:44:56.009" v="273" actId="20577"/>
          <ac:spMkLst>
            <pc:docMk/>
            <pc:sldMk cId="3338598902" sldId="554"/>
            <ac:spMk id="9" creationId="{D8F46DC3-1BC3-46FE-A866-6AEB9B39DBF1}"/>
          </ac:spMkLst>
        </pc:spChg>
      </pc:sldChg>
      <pc:sldChg chg="modSp">
        <pc:chgData name="STINMAN, SARAH {PEP}" userId="7ba4b78f-fa27-4e6d-aa4f-40599a67c64c" providerId="ADAL" clId="{8D31E768-A582-4099-B097-BDD5FD5AE868}" dt="2020-07-24T15:09:32.883" v="64" actId="1076"/>
        <pc:sldMkLst>
          <pc:docMk/>
          <pc:sldMk cId="2135946403" sldId="555"/>
        </pc:sldMkLst>
        <pc:spChg chg="mod">
          <ac:chgData name="STINMAN, SARAH {PEP}" userId="7ba4b78f-fa27-4e6d-aa4f-40599a67c64c" providerId="ADAL" clId="{8D31E768-A582-4099-B097-BDD5FD5AE868}" dt="2020-07-24T15:09:32.883" v="64" actId="1076"/>
          <ac:spMkLst>
            <pc:docMk/>
            <pc:sldMk cId="2135946403" sldId="555"/>
            <ac:spMk id="8" creationId="{8C065332-DDB6-48CE-8E3D-2610727AFD66}"/>
          </ac:spMkLst>
        </pc:spChg>
      </pc:sldChg>
      <pc:sldChg chg="modSp">
        <pc:chgData name="STINMAN, SARAH {PEP}" userId="7ba4b78f-fa27-4e6d-aa4f-40599a67c64c" providerId="ADAL" clId="{8D31E768-A582-4099-B097-BDD5FD5AE868}" dt="2020-07-24T15:20:32.361" v="141" actId="20577"/>
        <pc:sldMkLst>
          <pc:docMk/>
          <pc:sldMk cId="353675621" sldId="572"/>
        </pc:sldMkLst>
        <pc:spChg chg="mod">
          <ac:chgData name="STINMAN, SARAH {PEP}" userId="7ba4b78f-fa27-4e6d-aa4f-40599a67c64c" providerId="ADAL" clId="{8D31E768-A582-4099-B097-BDD5FD5AE868}" dt="2020-07-24T15:20:32.361" v="141" actId="20577"/>
          <ac:spMkLst>
            <pc:docMk/>
            <pc:sldMk cId="353675621" sldId="572"/>
            <ac:spMk id="35" creationId="{148BCCB5-B710-49CA-9A29-202D36947946}"/>
          </ac:spMkLst>
        </pc:spChg>
      </pc:sldChg>
      <pc:sldChg chg="modSp">
        <pc:chgData name="STINMAN, SARAH {PEP}" userId="7ba4b78f-fa27-4e6d-aa4f-40599a67c64c" providerId="ADAL" clId="{8D31E768-A582-4099-B097-BDD5FD5AE868}" dt="2020-07-24T15:43:40.856" v="254" actId="20577"/>
        <pc:sldMkLst>
          <pc:docMk/>
          <pc:sldMk cId="4238450680" sldId="573"/>
        </pc:sldMkLst>
        <pc:spChg chg="mod">
          <ac:chgData name="STINMAN, SARAH {PEP}" userId="7ba4b78f-fa27-4e6d-aa4f-40599a67c64c" providerId="ADAL" clId="{8D31E768-A582-4099-B097-BDD5FD5AE868}" dt="2020-07-24T15:43:40.856" v="254" actId="20577"/>
          <ac:spMkLst>
            <pc:docMk/>
            <pc:sldMk cId="4238450680" sldId="573"/>
            <ac:spMk id="12" creationId="{ADFCDEF5-B2BB-F84C-BEC2-44EE54A56919}"/>
          </ac:spMkLst>
        </pc:spChg>
      </pc:sldChg>
    </pc:docChg>
  </pc:docChgLst>
  <pc:docChgLst>
    <pc:chgData name="Stein, Kimberly {PEP}" userId="6edb3286-5649-4865-a956-ddb36ec273b9" providerId="ADAL" clId="{D7520126-1714-1044-A507-A6B65B573FED}"/>
    <pc:docChg chg="custSel addSld modSld modMainMaster">
      <pc:chgData name="Stein, Kimberly {PEP}" userId="6edb3286-5649-4865-a956-ddb36ec273b9" providerId="ADAL" clId="{D7520126-1714-1044-A507-A6B65B573FED}" dt="2020-07-30T23:44:29.335" v="303" actId="12788"/>
      <pc:docMkLst>
        <pc:docMk/>
      </pc:docMkLst>
      <pc:sldChg chg="addSp modSp mod">
        <pc:chgData name="Stein, Kimberly {PEP}" userId="6edb3286-5649-4865-a956-ddb36ec273b9" providerId="ADAL" clId="{D7520126-1714-1044-A507-A6B65B573FED}" dt="2020-07-30T00:36:55.939" v="8" actId="1076"/>
        <pc:sldMkLst>
          <pc:docMk/>
          <pc:sldMk cId="3607359327" sldId="272"/>
        </pc:sldMkLst>
        <pc:cxnChg chg="add mod">
          <ac:chgData name="Stein, Kimberly {PEP}" userId="6edb3286-5649-4865-a956-ddb36ec273b9" providerId="ADAL" clId="{D7520126-1714-1044-A507-A6B65B573FED}" dt="2020-07-30T00:36:55.939" v="8" actId="1076"/>
          <ac:cxnSpMkLst>
            <pc:docMk/>
            <pc:sldMk cId="3607359327" sldId="272"/>
            <ac:cxnSpMk id="12" creationId="{E1013F22-3628-4945-A237-720AB295119F}"/>
          </ac:cxnSpMkLst>
        </pc:cxnChg>
      </pc:sldChg>
      <pc:sldChg chg="addSp modSp mod">
        <pc:chgData name="Stein, Kimberly {PEP}" userId="6edb3286-5649-4865-a956-ddb36ec273b9" providerId="ADAL" clId="{D7520126-1714-1044-A507-A6B65B573FED}" dt="2020-07-30T00:37:02.464" v="11" actId="14100"/>
        <pc:sldMkLst>
          <pc:docMk/>
          <pc:sldMk cId="2313120941" sldId="274"/>
        </pc:sldMkLst>
        <pc:cxnChg chg="add mod">
          <ac:chgData name="Stein, Kimberly {PEP}" userId="6edb3286-5649-4865-a956-ddb36ec273b9" providerId="ADAL" clId="{D7520126-1714-1044-A507-A6B65B573FED}" dt="2020-07-30T00:37:02.464" v="11" actId="14100"/>
          <ac:cxnSpMkLst>
            <pc:docMk/>
            <pc:sldMk cId="2313120941" sldId="274"/>
            <ac:cxnSpMk id="26" creationId="{DA9E22D0-BD39-3544-B2D9-F3622BB85556}"/>
          </ac:cxnSpMkLst>
        </pc:cxnChg>
      </pc:sldChg>
      <pc:sldChg chg="addSp delSp modSp mod">
        <pc:chgData name="Stein, Kimberly {PEP}" userId="6edb3286-5649-4865-a956-ddb36ec273b9" providerId="ADAL" clId="{D7520126-1714-1044-A507-A6B65B573FED}" dt="2020-07-30T00:42:26.444" v="112" actId="14100"/>
        <pc:sldMkLst>
          <pc:docMk/>
          <pc:sldMk cId="611265027" sldId="280"/>
        </pc:sldMkLst>
        <pc:spChg chg="del">
          <ac:chgData name="Stein, Kimberly {PEP}" userId="6edb3286-5649-4865-a956-ddb36ec273b9" providerId="ADAL" clId="{D7520126-1714-1044-A507-A6B65B573FED}" dt="2020-07-30T00:42:19.669" v="109" actId="478"/>
          <ac:spMkLst>
            <pc:docMk/>
            <pc:sldMk cId="611265027" sldId="280"/>
            <ac:spMk id="8" creationId="{9BB63BB2-90FD-6349-862C-D8670B5F1BE3}"/>
          </ac:spMkLst>
        </pc:spChg>
        <pc:cxnChg chg="add mod">
          <ac:chgData name="Stein, Kimberly {PEP}" userId="6edb3286-5649-4865-a956-ddb36ec273b9" providerId="ADAL" clId="{D7520126-1714-1044-A507-A6B65B573FED}" dt="2020-07-30T00:42:26.444" v="112" actId="14100"/>
          <ac:cxnSpMkLst>
            <pc:docMk/>
            <pc:sldMk cId="611265027" sldId="280"/>
            <ac:cxnSpMk id="9" creationId="{86287A7D-A9DE-E446-9262-041DE1195C8E}"/>
          </ac:cxnSpMkLst>
        </pc:cxnChg>
      </pc:sldChg>
      <pc:sldChg chg="addSp modSp mod">
        <pc:chgData name="Stein, Kimberly {PEP}" userId="6edb3286-5649-4865-a956-ddb36ec273b9" providerId="ADAL" clId="{D7520126-1714-1044-A507-A6B65B573FED}" dt="2020-07-30T00:37:09.842" v="14" actId="14100"/>
        <pc:sldMkLst>
          <pc:docMk/>
          <pc:sldMk cId="525322622" sldId="290"/>
        </pc:sldMkLst>
        <pc:cxnChg chg="add mod">
          <ac:chgData name="Stein, Kimberly {PEP}" userId="6edb3286-5649-4865-a956-ddb36ec273b9" providerId="ADAL" clId="{D7520126-1714-1044-A507-A6B65B573FED}" dt="2020-07-30T00:37:09.842" v="14" actId="14100"/>
          <ac:cxnSpMkLst>
            <pc:docMk/>
            <pc:sldMk cId="525322622" sldId="290"/>
            <ac:cxnSpMk id="4" creationId="{DB6A346D-FDC5-2B47-AC8B-227B44AA4E6E}"/>
          </ac:cxnSpMkLst>
        </pc:cxnChg>
      </pc:sldChg>
      <pc:sldChg chg="addSp modSp mod">
        <pc:chgData name="Stein, Kimberly {PEP}" userId="6edb3286-5649-4865-a956-ddb36ec273b9" providerId="ADAL" clId="{D7520126-1714-1044-A507-A6B65B573FED}" dt="2020-07-30T00:38:53.633" v="52" actId="14100"/>
        <pc:sldMkLst>
          <pc:docMk/>
          <pc:sldMk cId="777535936" sldId="291"/>
        </pc:sldMkLst>
        <pc:cxnChg chg="add mod">
          <ac:chgData name="Stein, Kimberly {PEP}" userId="6edb3286-5649-4865-a956-ddb36ec273b9" providerId="ADAL" clId="{D7520126-1714-1044-A507-A6B65B573FED}" dt="2020-07-30T00:38:53.633" v="52" actId="14100"/>
          <ac:cxnSpMkLst>
            <pc:docMk/>
            <pc:sldMk cId="777535936" sldId="291"/>
            <ac:cxnSpMk id="14" creationId="{C209A655-3FE4-2949-82FC-CA6E289248D4}"/>
          </ac:cxnSpMkLst>
        </pc:cxnChg>
      </pc:sldChg>
      <pc:sldChg chg="addSp modSp mod">
        <pc:chgData name="Stein, Kimberly {PEP}" userId="6edb3286-5649-4865-a956-ddb36ec273b9" providerId="ADAL" clId="{D7520126-1714-1044-A507-A6B65B573FED}" dt="2020-07-30T00:40:33.879" v="76" actId="14100"/>
        <pc:sldMkLst>
          <pc:docMk/>
          <pc:sldMk cId="3411984996" sldId="292"/>
        </pc:sldMkLst>
        <pc:cxnChg chg="add mod">
          <ac:chgData name="Stein, Kimberly {PEP}" userId="6edb3286-5649-4865-a956-ddb36ec273b9" providerId="ADAL" clId="{D7520126-1714-1044-A507-A6B65B573FED}" dt="2020-07-30T00:40:33.879" v="76" actId="14100"/>
          <ac:cxnSpMkLst>
            <pc:docMk/>
            <pc:sldMk cId="3411984996" sldId="292"/>
            <ac:cxnSpMk id="15" creationId="{4D230483-CD1E-2C44-9EC4-C6B7221A1AE1}"/>
          </ac:cxnSpMkLst>
        </pc:cxnChg>
      </pc:sldChg>
      <pc:sldChg chg="addSp modSp mod">
        <pc:chgData name="Stein, Kimberly {PEP}" userId="6edb3286-5649-4865-a956-ddb36ec273b9" providerId="ADAL" clId="{D7520126-1714-1044-A507-A6B65B573FED}" dt="2020-07-30T00:40:18.670" v="74" actId="14100"/>
        <pc:sldMkLst>
          <pc:docMk/>
          <pc:sldMk cId="3657102348" sldId="293"/>
        </pc:sldMkLst>
        <pc:cxnChg chg="add mod">
          <ac:chgData name="Stein, Kimberly {PEP}" userId="6edb3286-5649-4865-a956-ddb36ec273b9" providerId="ADAL" clId="{D7520126-1714-1044-A507-A6B65B573FED}" dt="2020-07-30T00:40:18.670" v="74" actId="14100"/>
          <ac:cxnSpMkLst>
            <pc:docMk/>
            <pc:sldMk cId="3657102348" sldId="293"/>
            <ac:cxnSpMk id="6" creationId="{21BD8A9F-4D92-7441-975D-7A5ADCCFB20B}"/>
          </ac:cxnSpMkLst>
        </pc:cxnChg>
      </pc:sldChg>
      <pc:sldChg chg="addSp delSp modSp mod">
        <pc:chgData name="Stein, Kimberly {PEP}" userId="6edb3286-5649-4865-a956-ddb36ec273b9" providerId="ADAL" clId="{D7520126-1714-1044-A507-A6B65B573FED}" dt="2020-07-30T00:38:31.164" v="45" actId="14100"/>
        <pc:sldMkLst>
          <pc:docMk/>
          <pc:sldMk cId="3717264954" sldId="332"/>
        </pc:sldMkLst>
        <pc:spChg chg="del">
          <ac:chgData name="Stein, Kimberly {PEP}" userId="6edb3286-5649-4865-a956-ddb36ec273b9" providerId="ADAL" clId="{D7520126-1714-1044-A507-A6B65B573FED}" dt="2020-07-30T00:38:22.849" v="42" actId="478"/>
          <ac:spMkLst>
            <pc:docMk/>
            <pc:sldMk cId="3717264954" sldId="332"/>
            <ac:spMk id="27" creationId="{97FB14E8-A369-4F45-AF10-088DF726E5BD}"/>
          </ac:spMkLst>
        </pc:spChg>
        <pc:cxnChg chg="add mod">
          <ac:chgData name="Stein, Kimberly {PEP}" userId="6edb3286-5649-4865-a956-ddb36ec273b9" providerId="ADAL" clId="{D7520126-1714-1044-A507-A6B65B573FED}" dt="2020-07-30T00:38:31.164" v="45" actId="14100"/>
          <ac:cxnSpMkLst>
            <pc:docMk/>
            <pc:sldMk cId="3717264954" sldId="332"/>
            <ac:cxnSpMk id="13" creationId="{51BBBD92-F148-A74E-80BC-250EB58179E9}"/>
          </ac:cxnSpMkLst>
        </pc:cxnChg>
      </pc:sldChg>
      <pc:sldChg chg="addSp delSp modSp mod">
        <pc:chgData name="Stein, Kimberly {PEP}" userId="6edb3286-5649-4865-a956-ddb36ec273b9" providerId="ADAL" clId="{D7520126-1714-1044-A507-A6B65B573FED}" dt="2020-07-30T00:39:04.044" v="55"/>
        <pc:sldMkLst>
          <pc:docMk/>
          <pc:sldMk cId="2625627399" sldId="528"/>
        </pc:sldMkLst>
        <pc:cxnChg chg="add del mod">
          <ac:chgData name="Stein, Kimberly {PEP}" userId="6edb3286-5649-4865-a956-ddb36ec273b9" providerId="ADAL" clId="{D7520126-1714-1044-A507-A6B65B573FED}" dt="2020-07-30T00:38:58.144" v="54" actId="478"/>
          <ac:cxnSpMkLst>
            <pc:docMk/>
            <pc:sldMk cId="2625627399" sldId="528"/>
            <ac:cxnSpMk id="7" creationId="{E142BCE4-FCC8-204B-89D9-D0FAB64E02F7}"/>
          </ac:cxnSpMkLst>
        </pc:cxnChg>
        <pc:cxnChg chg="add mod">
          <ac:chgData name="Stein, Kimberly {PEP}" userId="6edb3286-5649-4865-a956-ddb36ec273b9" providerId="ADAL" clId="{D7520126-1714-1044-A507-A6B65B573FED}" dt="2020-07-30T00:39:04.044" v="55"/>
          <ac:cxnSpMkLst>
            <pc:docMk/>
            <pc:sldMk cId="2625627399" sldId="528"/>
            <ac:cxnSpMk id="8" creationId="{286FC481-4576-4649-B841-B722CEEAEC91}"/>
          </ac:cxnSpMkLst>
        </pc:cxnChg>
      </pc:sldChg>
      <pc:sldChg chg="addSp modSp mod">
        <pc:chgData name="Stein, Kimberly {PEP}" userId="6edb3286-5649-4865-a956-ddb36ec273b9" providerId="ADAL" clId="{D7520126-1714-1044-A507-A6B65B573FED}" dt="2020-07-30T00:37:19.282" v="18" actId="1076"/>
        <pc:sldMkLst>
          <pc:docMk/>
          <pc:sldMk cId="3117846990" sldId="529"/>
        </pc:sldMkLst>
        <pc:spChg chg="mod">
          <ac:chgData name="Stein, Kimberly {PEP}" userId="6edb3286-5649-4865-a956-ddb36ec273b9" providerId="ADAL" clId="{D7520126-1714-1044-A507-A6B65B573FED}" dt="2020-07-30T00:37:19.282" v="18" actId="1076"/>
          <ac:spMkLst>
            <pc:docMk/>
            <pc:sldMk cId="3117846990" sldId="529"/>
            <ac:spMk id="2" creationId="{78E158A7-C091-0D4C-BB9A-33DA3C9B2475}"/>
          </ac:spMkLst>
        </pc:spChg>
        <pc:cxnChg chg="add mod">
          <ac:chgData name="Stein, Kimberly {PEP}" userId="6edb3286-5649-4865-a956-ddb36ec273b9" providerId="ADAL" clId="{D7520126-1714-1044-A507-A6B65B573FED}" dt="2020-07-30T00:37:19.282" v="18" actId="1076"/>
          <ac:cxnSpMkLst>
            <pc:docMk/>
            <pc:sldMk cId="3117846990" sldId="529"/>
            <ac:cxnSpMk id="22" creationId="{3B64D47B-BD7A-3947-8851-A2A8864C9BC3}"/>
          </ac:cxnSpMkLst>
        </pc:cxnChg>
      </pc:sldChg>
      <pc:sldChg chg="addSp modSp mod">
        <pc:chgData name="Stein, Kimberly {PEP}" userId="6edb3286-5649-4865-a956-ddb36ec273b9" providerId="ADAL" clId="{D7520126-1714-1044-A507-A6B65B573FED}" dt="2020-07-30T00:39:24.760" v="59" actId="14100"/>
        <pc:sldMkLst>
          <pc:docMk/>
          <pc:sldMk cId="4132831696" sldId="530"/>
        </pc:sldMkLst>
        <pc:cxnChg chg="add mod">
          <ac:chgData name="Stein, Kimberly {PEP}" userId="6edb3286-5649-4865-a956-ddb36ec273b9" providerId="ADAL" clId="{D7520126-1714-1044-A507-A6B65B573FED}" dt="2020-07-30T00:39:24.760" v="59" actId="14100"/>
          <ac:cxnSpMkLst>
            <pc:docMk/>
            <pc:sldMk cId="4132831696" sldId="530"/>
            <ac:cxnSpMk id="19" creationId="{0F8E6CE7-08A8-1F47-89A2-6BDC214A8DC9}"/>
          </ac:cxnSpMkLst>
        </pc:cxnChg>
      </pc:sldChg>
      <pc:sldChg chg="addSp modSp mod">
        <pc:chgData name="Stein, Kimberly {PEP}" userId="6edb3286-5649-4865-a956-ddb36ec273b9" providerId="ADAL" clId="{D7520126-1714-1044-A507-A6B65B573FED}" dt="2020-07-30T00:40:03.336" v="70" actId="14100"/>
        <pc:sldMkLst>
          <pc:docMk/>
          <pc:sldMk cId="4033492564" sldId="531"/>
        </pc:sldMkLst>
        <pc:cxnChg chg="add mod">
          <ac:chgData name="Stein, Kimberly {PEP}" userId="6edb3286-5649-4865-a956-ddb36ec273b9" providerId="ADAL" clId="{D7520126-1714-1044-A507-A6B65B573FED}" dt="2020-07-30T00:40:03.336" v="70" actId="14100"/>
          <ac:cxnSpMkLst>
            <pc:docMk/>
            <pc:sldMk cId="4033492564" sldId="531"/>
            <ac:cxnSpMk id="18" creationId="{258224C3-B97C-884B-9516-423132938C0C}"/>
          </ac:cxnSpMkLst>
        </pc:cxnChg>
      </pc:sldChg>
      <pc:sldChg chg="addSp modSp mod">
        <pc:chgData name="Stein, Kimberly {PEP}" userId="6edb3286-5649-4865-a956-ddb36ec273b9" providerId="ADAL" clId="{D7520126-1714-1044-A507-A6B65B573FED}" dt="2020-07-30T00:40:09.446" v="72" actId="14100"/>
        <pc:sldMkLst>
          <pc:docMk/>
          <pc:sldMk cId="907637395" sldId="533"/>
        </pc:sldMkLst>
        <pc:cxnChg chg="add mod">
          <ac:chgData name="Stein, Kimberly {PEP}" userId="6edb3286-5649-4865-a956-ddb36ec273b9" providerId="ADAL" clId="{D7520126-1714-1044-A507-A6B65B573FED}" dt="2020-07-30T00:40:09.446" v="72" actId="14100"/>
          <ac:cxnSpMkLst>
            <pc:docMk/>
            <pc:sldMk cId="907637395" sldId="533"/>
            <ac:cxnSpMk id="40" creationId="{D8E8D01B-8A6C-294C-9DE6-6FC1CC7D5F97}"/>
          </ac:cxnSpMkLst>
        </pc:cxnChg>
      </pc:sldChg>
      <pc:sldChg chg="addSp modSp">
        <pc:chgData name="Stein, Kimberly {PEP}" userId="6edb3286-5649-4865-a956-ddb36ec273b9" providerId="ADAL" clId="{D7520126-1714-1044-A507-A6B65B573FED}" dt="2020-07-30T00:39:14.371" v="56"/>
        <pc:sldMkLst>
          <pc:docMk/>
          <pc:sldMk cId="1426850970" sldId="535"/>
        </pc:sldMkLst>
        <pc:cxnChg chg="add mod">
          <ac:chgData name="Stein, Kimberly {PEP}" userId="6edb3286-5649-4865-a956-ddb36ec273b9" providerId="ADAL" clId="{D7520126-1714-1044-A507-A6B65B573FED}" dt="2020-07-30T00:39:14.371" v="56"/>
          <ac:cxnSpMkLst>
            <pc:docMk/>
            <pc:sldMk cId="1426850970" sldId="535"/>
            <ac:cxnSpMk id="31" creationId="{3BB39AC5-9EE3-DA4C-BC17-125DA80351CC}"/>
          </ac:cxnSpMkLst>
        </pc:cxnChg>
      </pc:sldChg>
      <pc:sldChg chg="addSp modSp mod">
        <pc:chgData name="Stein, Kimberly {PEP}" userId="6edb3286-5649-4865-a956-ddb36ec273b9" providerId="ADAL" clId="{D7520126-1714-1044-A507-A6B65B573FED}" dt="2020-07-30T00:41:28.902" v="94" actId="14100"/>
        <pc:sldMkLst>
          <pc:docMk/>
          <pc:sldMk cId="225531401" sldId="537"/>
        </pc:sldMkLst>
        <pc:cxnChg chg="add mod">
          <ac:chgData name="Stein, Kimberly {PEP}" userId="6edb3286-5649-4865-a956-ddb36ec273b9" providerId="ADAL" clId="{D7520126-1714-1044-A507-A6B65B573FED}" dt="2020-07-30T00:41:28.902" v="94" actId="14100"/>
          <ac:cxnSpMkLst>
            <pc:docMk/>
            <pc:sldMk cId="225531401" sldId="537"/>
            <ac:cxnSpMk id="16" creationId="{7CB50496-F372-A244-8013-8F94E6FBCBE1}"/>
          </ac:cxnSpMkLst>
        </pc:cxnChg>
      </pc:sldChg>
      <pc:sldChg chg="addSp modSp mod">
        <pc:chgData name="Stein, Kimberly {PEP}" userId="6edb3286-5649-4865-a956-ddb36ec273b9" providerId="ADAL" clId="{D7520126-1714-1044-A507-A6B65B573FED}" dt="2020-07-30T00:41:34.482" v="96" actId="14100"/>
        <pc:sldMkLst>
          <pc:docMk/>
          <pc:sldMk cId="4119250123" sldId="538"/>
        </pc:sldMkLst>
        <pc:cxnChg chg="add mod">
          <ac:chgData name="Stein, Kimberly {PEP}" userId="6edb3286-5649-4865-a956-ddb36ec273b9" providerId="ADAL" clId="{D7520126-1714-1044-A507-A6B65B573FED}" dt="2020-07-30T00:41:34.482" v="96" actId="14100"/>
          <ac:cxnSpMkLst>
            <pc:docMk/>
            <pc:sldMk cId="4119250123" sldId="538"/>
            <ac:cxnSpMk id="26" creationId="{BDCF41FD-518E-744B-97F6-15B56B31E806}"/>
          </ac:cxnSpMkLst>
        </pc:cxnChg>
      </pc:sldChg>
      <pc:sldChg chg="addSp modSp mod">
        <pc:chgData name="Stein, Kimberly {PEP}" userId="6edb3286-5649-4865-a956-ddb36ec273b9" providerId="ADAL" clId="{D7520126-1714-1044-A507-A6B65B573FED}" dt="2020-07-30T00:36:48.210" v="6" actId="1582"/>
        <pc:sldMkLst>
          <pc:docMk/>
          <pc:sldMk cId="244967490" sldId="539"/>
        </pc:sldMkLst>
        <pc:cxnChg chg="add mod">
          <ac:chgData name="Stein, Kimberly {PEP}" userId="6edb3286-5649-4865-a956-ddb36ec273b9" providerId="ADAL" clId="{D7520126-1714-1044-A507-A6B65B573FED}" dt="2020-07-30T00:36:48.210" v="6" actId="1582"/>
          <ac:cxnSpMkLst>
            <pc:docMk/>
            <pc:sldMk cId="244967490" sldId="539"/>
            <ac:cxnSpMk id="6" creationId="{CBA06998-B1CF-6840-89D3-59296B45C068}"/>
          </ac:cxnSpMkLst>
        </pc:cxnChg>
      </pc:sldChg>
      <pc:sldChg chg="addSp modSp mod">
        <pc:chgData name="Stein, Kimberly {PEP}" userId="6edb3286-5649-4865-a956-ddb36ec273b9" providerId="ADAL" clId="{D7520126-1714-1044-A507-A6B65B573FED}" dt="2020-07-30T00:38:18.949" v="41" actId="14100"/>
        <pc:sldMkLst>
          <pc:docMk/>
          <pc:sldMk cId="2997614851" sldId="540"/>
        </pc:sldMkLst>
        <pc:cxnChg chg="add mod">
          <ac:chgData name="Stein, Kimberly {PEP}" userId="6edb3286-5649-4865-a956-ddb36ec273b9" providerId="ADAL" clId="{D7520126-1714-1044-A507-A6B65B573FED}" dt="2020-07-30T00:38:18.949" v="41" actId="14100"/>
          <ac:cxnSpMkLst>
            <pc:docMk/>
            <pc:sldMk cId="2997614851" sldId="540"/>
            <ac:cxnSpMk id="6" creationId="{450E8FA3-CCF5-CF47-BB37-EFA7C14FE621}"/>
          </ac:cxnSpMkLst>
        </pc:cxnChg>
      </pc:sldChg>
      <pc:sldChg chg="addSp modSp mod">
        <pc:chgData name="Stein, Kimberly {PEP}" userId="6edb3286-5649-4865-a956-ddb36ec273b9" providerId="ADAL" clId="{D7520126-1714-1044-A507-A6B65B573FED}" dt="2020-07-30T00:41:16.886" v="90" actId="14100"/>
        <pc:sldMkLst>
          <pc:docMk/>
          <pc:sldMk cId="3125252534" sldId="541"/>
        </pc:sldMkLst>
        <pc:cxnChg chg="add mod">
          <ac:chgData name="Stein, Kimberly {PEP}" userId="6edb3286-5649-4865-a956-ddb36ec273b9" providerId="ADAL" clId="{D7520126-1714-1044-A507-A6B65B573FED}" dt="2020-07-30T00:41:16.886" v="90" actId="14100"/>
          <ac:cxnSpMkLst>
            <pc:docMk/>
            <pc:sldMk cId="3125252534" sldId="541"/>
            <ac:cxnSpMk id="6" creationId="{E69775A9-982F-194E-972B-26E73C280FD0}"/>
          </ac:cxnSpMkLst>
        </pc:cxnChg>
      </pc:sldChg>
      <pc:sldChg chg="addSp modSp mod">
        <pc:chgData name="Stein, Kimberly {PEP}" userId="6edb3286-5649-4865-a956-ddb36ec273b9" providerId="ADAL" clId="{D7520126-1714-1044-A507-A6B65B573FED}" dt="2020-07-30T00:39:30.487" v="61" actId="14100"/>
        <pc:sldMkLst>
          <pc:docMk/>
          <pc:sldMk cId="1545491184" sldId="542"/>
        </pc:sldMkLst>
        <pc:cxnChg chg="add mod">
          <ac:chgData name="Stein, Kimberly {PEP}" userId="6edb3286-5649-4865-a956-ddb36ec273b9" providerId="ADAL" clId="{D7520126-1714-1044-A507-A6B65B573FED}" dt="2020-07-30T00:39:30.487" v="61" actId="14100"/>
          <ac:cxnSpMkLst>
            <pc:docMk/>
            <pc:sldMk cId="1545491184" sldId="542"/>
            <ac:cxnSpMk id="18" creationId="{C9043186-E7AB-F74C-B94B-F7A8EAC64675}"/>
          </ac:cxnSpMkLst>
        </pc:cxnChg>
      </pc:sldChg>
      <pc:sldChg chg="addSp modSp mod">
        <pc:chgData name="Stein, Kimberly {PEP}" userId="6edb3286-5649-4865-a956-ddb36ec273b9" providerId="ADAL" clId="{D7520126-1714-1044-A507-A6B65B573FED}" dt="2020-07-30T00:37:45.628" v="29" actId="1076"/>
        <pc:sldMkLst>
          <pc:docMk/>
          <pc:sldMk cId="1862093883" sldId="546"/>
        </pc:sldMkLst>
        <pc:spChg chg="mod">
          <ac:chgData name="Stein, Kimberly {PEP}" userId="6edb3286-5649-4865-a956-ddb36ec273b9" providerId="ADAL" clId="{D7520126-1714-1044-A507-A6B65B573FED}" dt="2020-07-30T00:37:42.951" v="27" actId="1076"/>
          <ac:spMkLst>
            <pc:docMk/>
            <pc:sldMk cId="1862093883" sldId="546"/>
            <ac:spMk id="2" creationId="{9BF24B79-2784-42DB-A5F3-AC79E793FC38}"/>
          </ac:spMkLst>
        </pc:spChg>
        <pc:grpChg chg="mod">
          <ac:chgData name="Stein, Kimberly {PEP}" userId="6edb3286-5649-4865-a956-ddb36ec273b9" providerId="ADAL" clId="{D7520126-1714-1044-A507-A6B65B573FED}" dt="2020-07-30T00:37:45.628" v="29" actId="1076"/>
          <ac:grpSpMkLst>
            <pc:docMk/>
            <pc:sldMk cId="1862093883" sldId="546"/>
            <ac:grpSpMk id="12" creationId="{38FFAEFF-A285-49EF-ADEF-06145BAAAAA0}"/>
          </ac:grpSpMkLst>
        </pc:grpChg>
        <pc:cxnChg chg="add mod">
          <ac:chgData name="Stein, Kimberly {PEP}" userId="6edb3286-5649-4865-a956-ddb36ec273b9" providerId="ADAL" clId="{D7520126-1714-1044-A507-A6B65B573FED}" dt="2020-07-30T00:37:42.951" v="27" actId="1076"/>
          <ac:cxnSpMkLst>
            <pc:docMk/>
            <pc:sldMk cId="1862093883" sldId="546"/>
            <ac:cxnSpMk id="27" creationId="{7B5DCB03-7F8E-1F4C-B136-844CE011871F}"/>
          </ac:cxnSpMkLst>
        </pc:cxnChg>
      </pc:sldChg>
      <pc:sldChg chg="addSp modSp mod">
        <pc:chgData name="Stein, Kimberly {PEP}" userId="6edb3286-5649-4865-a956-ddb36ec273b9" providerId="ADAL" clId="{D7520126-1714-1044-A507-A6B65B573FED}" dt="2020-07-30T00:37:28.967" v="22" actId="1076"/>
        <pc:sldMkLst>
          <pc:docMk/>
          <pc:sldMk cId="3917130369" sldId="547"/>
        </pc:sldMkLst>
        <pc:spChg chg="mod">
          <ac:chgData name="Stein, Kimberly {PEP}" userId="6edb3286-5649-4865-a956-ddb36ec273b9" providerId="ADAL" clId="{D7520126-1714-1044-A507-A6B65B573FED}" dt="2020-07-30T00:37:28.967" v="22" actId="1076"/>
          <ac:spMkLst>
            <pc:docMk/>
            <pc:sldMk cId="3917130369" sldId="547"/>
            <ac:spMk id="2" creationId="{78E158A7-C091-0D4C-BB9A-33DA3C9B2475}"/>
          </ac:spMkLst>
        </pc:spChg>
        <pc:cxnChg chg="add mod">
          <ac:chgData name="Stein, Kimberly {PEP}" userId="6edb3286-5649-4865-a956-ddb36ec273b9" providerId="ADAL" clId="{D7520126-1714-1044-A507-A6B65B573FED}" dt="2020-07-30T00:37:28.967" v="22" actId="1076"/>
          <ac:cxnSpMkLst>
            <pc:docMk/>
            <pc:sldMk cId="3917130369" sldId="547"/>
            <ac:cxnSpMk id="68" creationId="{4BCCA0BF-4F56-3742-B6B3-F29C682D8E59}"/>
          </ac:cxnSpMkLst>
        </pc:cxnChg>
      </pc:sldChg>
      <pc:sldChg chg="addSp modSp mod">
        <pc:chgData name="Stein, Kimberly {PEP}" userId="6edb3286-5649-4865-a956-ddb36ec273b9" providerId="ADAL" clId="{D7520126-1714-1044-A507-A6B65B573FED}" dt="2020-07-30T00:38:12.512" v="39" actId="1076"/>
        <pc:sldMkLst>
          <pc:docMk/>
          <pc:sldMk cId="2414431274" sldId="548"/>
        </pc:sldMkLst>
        <pc:spChg chg="mod">
          <ac:chgData name="Stein, Kimberly {PEP}" userId="6edb3286-5649-4865-a956-ddb36ec273b9" providerId="ADAL" clId="{D7520126-1714-1044-A507-A6B65B573FED}" dt="2020-07-30T00:38:12.512" v="39" actId="1076"/>
          <ac:spMkLst>
            <pc:docMk/>
            <pc:sldMk cId="2414431274" sldId="548"/>
            <ac:spMk id="2" creationId="{9BF24B79-2784-42DB-A5F3-AC79E793FC38}"/>
          </ac:spMkLst>
        </pc:spChg>
        <pc:cxnChg chg="add mod">
          <ac:chgData name="Stein, Kimberly {PEP}" userId="6edb3286-5649-4865-a956-ddb36ec273b9" providerId="ADAL" clId="{D7520126-1714-1044-A507-A6B65B573FED}" dt="2020-07-30T00:38:12.512" v="39" actId="1076"/>
          <ac:cxnSpMkLst>
            <pc:docMk/>
            <pc:sldMk cId="2414431274" sldId="548"/>
            <ac:cxnSpMk id="37" creationId="{62A61754-78AF-7243-BD50-0296E6604341}"/>
          </ac:cxnSpMkLst>
        </pc:cxnChg>
      </pc:sldChg>
      <pc:sldChg chg="addSp modSp mod">
        <pc:chgData name="Stein, Kimberly {PEP}" userId="6edb3286-5649-4865-a956-ddb36ec273b9" providerId="ADAL" clId="{D7520126-1714-1044-A507-A6B65B573FED}" dt="2020-07-30T00:37:53.457" v="32" actId="14100"/>
        <pc:sldMkLst>
          <pc:docMk/>
          <pc:sldMk cId="339022653" sldId="549"/>
        </pc:sldMkLst>
        <pc:cxnChg chg="add mod">
          <ac:chgData name="Stein, Kimberly {PEP}" userId="6edb3286-5649-4865-a956-ddb36ec273b9" providerId="ADAL" clId="{D7520126-1714-1044-A507-A6B65B573FED}" dt="2020-07-30T00:37:53.457" v="32" actId="14100"/>
          <ac:cxnSpMkLst>
            <pc:docMk/>
            <pc:sldMk cId="339022653" sldId="549"/>
            <ac:cxnSpMk id="7" creationId="{A63F5EFF-F2F3-3D4B-9DC0-6E179462C2B9}"/>
          </ac:cxnSpMkLst>
        </pc:cxnChg>
      </pc:sldChg>
      <pc:sldChg chg="addSp modSp mod">
        <pc:chgData name="Stein, Kimberly {PEP}" userId="6edb3286-5649-4865-a956-ddb36ec273b9" providerId="ADAL" clId="{D7520126-1714-1044-A507-A6B65B573FED}" dt="2020-07-30T00:39:37.654" v="63" actId="14100"/>
        <pc:sldMkLst>
          <pc:docMk/>
          <pc:sldMk cId="2059421597" sldId="551"/>
        </pc:sldMkLst>
        <pc:cxnChg chg="add mod">
          <ac:chgData name="Stein, Kimberly {PEP}" userId="6edb3286-5649-4865-a956-ddb36ec273b9" providerId="ADAL" clId="{D7520126-1714-1044-A507-A6B65B573FED}" dt="2020-07-30T00:39:37.654" v="63" actId="14100"/>
          <ac:cxnSpMkLst>
            <pc:docMk/>
            <pc:sldMk cId="2059421597" sldId="551"/>
            <ac:cxnSpMk id="9" creationId="{2147EFB4-AB3F-1647-AD8A-2F1B17ACF01C}"/>
          </ac:cxnSpMkLst>
        </pc:cxnChg>
      </pc:sldChg>
      <pc:sldChg chg="addSp modSp mod">
        <pc:chgData name="Stein, Kimberly {PEP}" userId="6edb3286-5649-4865-a956-ddb36ec273b9" providerId="ADAL" clId="{D7520126-1714-1044-A507-A6B65B573FED}" dt="2020-07-30T00:39:44.425" v="65" actId="14100"/>
        <pc:sldMkLst>
          <pc:docMk/>
          <pc:sldMk cId="2965506335" sldId="552"/>
        </pc:sldMkLst>
        <pc:cxnChg chg="add mod">
          <ac:chgData name="Stein, Kimberly {PEP}" userId="6edb3286-5649-4865-a956-ddb36ec273b9" providerId="ADAL" clId="{D7520126-1714-1044-A507-A6B65B573FED}" dt="2020-07-30T00:39:44.425" v="65" actId="14100"/>
          <ac:cxnSpMkLst>
            <pc:docMk/>
            <pc:sldMk cId="2965506335" sldId="552"/>
            <ac:cxnSpMk id="11" creationId="{8C606822-C8F6-4B4C-8859-9DF129169B61}"/>
          </ac:cxnSpMkLst>
        </pc:cxnChg>
      </pc:sldChg>
      <pc:sldChg chg="addSp modSp">
        <pc:chgData name="Stein, Kimberly {PEP}" userId="6edb3286-5649-4865-a956-ddb36ec273b9" providerId="ADAL" clId="{D7520126-1714-1044-A507-A6B65B573FED}" dt="2020-07-30T00:39:48.463" v="66"/>
        <pc:sldMkLst>
          <pc:docMk/>
          <pc:sldMk cId="3490546764" sldId="553"/>
        </pc:sldMkLst>
        <pc:cxnChg chg="add mod">
          <ac:chgData name="Stein, Kimberly {PEP}" userId="6edb3286-5649-4865-a956-ddb36ec273b9" providerId="ADAL" clId="{D7520126-1714-1044-A507-A6B65B573FED}" dt="2020-07-30T00:39:48.463" v="66"/>
          <ac:cxnSpMkLst>
            <pc:docMk/>
            <pc:sldMk cId="3490546764" sldId="553"/>
            <ac:cxnSpMk id="9" creationId="{44A47ACF-C0BE-7742-B893-6CDB52627856}"/>
          </ac:cxnSpMkLst>
        </pc:cxnChg>
      </pc:sldChg>
      <pc:sldChg chg="addSp modSp mod">
        <pc:chgData name="Stein, Kimberly {PEP}" userId="6edb3286-5649-4865-a956-ddb36ec273b9" providerId="ADAL" clId="{D7520126-1714-1044-A507-A6B65B573FED}" dt="2020-07-30T00:41:23.344" v="92" actId="14100"/>
        <pc:sldMkLst>
          <pc:docMk/>
          <pc:sldMk cId="3338598902" sldId="554"/>
        </pc:sldMkLst>
        <pc:cxnChg chg="add mod">
          <ac:chgData name="Stein, Kimberly {PEP}" userId="6edb3286-5649-4865-a956-ddb36ec273b9" providerId="ADAL" clId="{D7520126-1714-1044-A507-A6B65B573FED}" dt="2020-07-30T00:41:23.344" v="92" actId="14100"/>
          <ac:cxnSpMkLst>
            <pc:docMk/>
            <pc:sldMk cId="3338598902" sldId="554"/>
            <ac:cxnSpMk id="10" creationId="{67ED0CFC-D1A8-5D47-A2F4-F7C104200E45}"/>
          </ac:cxnSpMkLst>
        </pc:cxnChg>
      </pc:sldChg>
      <pc:sldChg chg="addSp modSp mod">
        <pc:chgData name="Stein, Kimberly {PEP}" userId="6edb3286-5649-4865-a956-ddb36ec273b9" providerId="ADAL" clId="{D7520126-1714-1044-A507-A6B65B573FED}" dt="2020-07-30T00:38:01.400" v="35" actId="14100"/>
        <pc:sldMkLst>
          <pc:docMk/>
          <pc:sldMk cId="2135946403" sldId="555"/>
        </pc:sldMkLst>
        <pc:cxnChg chg="add mod">
          <ac:chgData name="Stein, Kimberly {PEP}" userId="6edb3286-5649-4865-a956-ddb36ec273b9" providerId="ADAL" clId="{D7520126-1714-1044-A507-A6B65B573FED}" dt="2020-07-30T00:38:01.400" v="35" actId="14100"/>
          <ac:cxnSpMkLst>
            <pc:docMk/>
            <pc:sldMk cId="2135946403" sldId="555"/>
            <ac:cxnSpMk id="16" creationId="{6B651DFE-02E2-B940-AB78-77CEDBB239D0}"/>
          </ac:cxnSpMkLst>
        </pc:cxnChg>
      </pc:sldChg>
      <pc:sldChg chg="addSp modSp">
        <pc:chgData name="Stein, Kimberly {PEP}" userId="6edb3286-5649-4865-a956-ddb36ec273b9" providerId="ADAL" clId="{D7520126-1714-1044-A507-A6B65B573FED}" dt="2020-07-30T00:39:55.504" v="67"/>
        <pc:sldMkLst>
          <pc:docMk/>
          <pc:sldMk cId="1046886371" sldId="556"/>
        </pc:sldMkLst>
        <pc:cxnChg chg="add mod">
          <ac:chgData name="Stein, Kimberly {PEP}" userId="6edb3286-5649-4865-a956-ddb36ec273b9" providerId="ADAL" clId="{D7520126-1714-1044-A507-A6B65B573FED}" dt="2020-07-30T00:39:55.504" v="67"/>
          <ac:cxnSpMkLst>
            <pc:docMk/>
            <pc:sldMk cId="1046886371" sldId="556"/>
            <ac:cxnSpMk id="8" creationId="{C20A5CC7-32AB-A142-BEC5-F9F2EA2C968E}"/>
          </ac:cxnSpMkLst>
        </pc:cxnChg>
      </pc:sldChg>
      <pc:sldChg chg="addSp modSp">
        <pc:chgData name="Stein, Kimberly {PEP}" userId="6edb3286-5649-4865-a956-ddb36ec273b9" providerId="ADAL" clId="{D7520126-1714-1044-A507-A6B65B573FED}" dt="2020-07-30T00:39:58.854" v="68"/>
        <pc:sldMkLst>
          <pc:docMk/>
          <pc:sldMk cId="3834258586" sldId="557"/>
        </pc:sldMkLst>
        <pc:cxnChg chg="add mod">
          <ac:chgData name="Stein, Kimberly {PEP}" userId="6edb3286-5649-4865-a956-ddb36ec273b9" providerId="ADAL" clId="{D7520126-1714-1044-A507-A6B65B573FED}" dt="2020-07-30T00:39:58.854" v="68"/>
          <ac:cxnSpMkLst>
            <pc:docMk/>
            <pc:sldMk cId="3834258586" sldId="557"/>
            <ac:cxnSpMk id="9" creationId="{33E213EA-D5AE-E840-949C-184AC10E7499}"/>
          </ac:cxnSpMkLst>
        </pc:cxnChg>
      </pc:sldChg>
      <pc:sldChg chg="addSp modSp mod">
        <pc:chgData name="Stein, Kimberly {PEP}" userId="6edb3286-5649-4865-a956-ddb36ec273b9" providerId="ADAL" clId="{D7520126-1714-1044-A507-A6B65B573FED}" dt="2020-07-30T00:40:41.158" v="78" actId="14100"/>
        <pc:sldMkLst>
          <pc:docMk/>
          <pc:sldMk cId="2239880191" sldId="558"/>
        </pc:sldMkLst>
        <pc:cxnChg chg="add mod">
          <ac:chgData name="Stein, Kimberly {PEP}" userId="6edb3286-5649-4865-a956-ddb36ec273b9" providerId="ADAL" clId="{D7520126-1714-1044-A507-A6B65B573FED}" dt="2020-07-30T00:40:41.158" v="78" actId="14100"/>
          <ac:cxnSpMkLst>
            <pc:docMk/>
            <pc:sldMk cId="2239880191" sldId="558"/>
            <ac:cxnSpMk id="41" creationId="{098B952B-B438-794D-9FB2-DD19FD90442A}"/>
          </ac:cxnSpMkLst>
        </pc:cxnChg>
      </pc:sldChg>
      <pc:sldChg chg="addSp modSp">
        <pc:chgData name="Stein, Kimberly {PEP}" userId="6edb3286-5649-4865-a956-ddb36ec273b9" providerId="ADAL" clId="{D7520126-1714-1044-A507-A6B65B573FED}" dt="2020-07-30T00:40:44" v="79"/>
        <pc:sldMkLst>
          <pc:docMk/>
          <pc:sldMk cId="4207746502" sldId="559"/>
        </pc:sldMkLst>
        <pc:cxnChg chg="add mod">
          <ac:chgData name="Stein, Kimberly {PEP}" userId="6edb3286-5649-4865-a956-ddb36ec273b9" providerId="ADAL" clId="{D7520126-1714-1044-A507-A6B65B573FED}" dt="2020-07-30T00:40:44" v="79"/>
          <ac:cxnSpMkLst>
            <pc:docMk/>
            <pc:sldMk cId="4207746502" sldId="559"/>
            <ac:cxnSpMk id="30" creationId="{83D32DA3-223F-7D4D-A237-E532877DDFB4}"/>
          </ac:cxnSpMkLst>
        </pc:cxnChg>
      </pc:sldChg>
      <pc:sldChg chg="addSp modSp">
        <pc:chgData name="Stein, Kimberly {PEP}" userId="6edb3286-5649-4865-a956-ddb36ec273b9" providerId="ADAL" clId="{D7520126-1714-1044-A507-A6B65B573FED}" dt="2020-07-30T00:40:48.026" v="80"/>
        <pc:sldMkLst>
          <pc:docMk/>
          <pc:sldMk cId="3937349067" sldId="560"/>
        </pc:sldMkLst>
        <pc:cxnChg chg="add mod">
          <ac:chgData name="Stein, Kimberly {PEP}" userId="6edb3286-5649-4865-a956-ddb36ec273b9" providerId="ADAL" clId="{D7520126-1714-1044-A507-A6B65B573FED}" dt="2020-07-30T00:40:48.026" v="80"/>
          <ac:cxnSpMkLst>
            <pc:docMk/>
            <pc:sldMk cId="3937349067" sldId="560"/>
            <ac:cxnSpMk id="8" creationId="{1D55AEC2-3026-9B4B-9CF7-FA29A6C3145B}"/>
          </ac:cxnSpMkLst>
        </pc:cxnChg>
      </pc:sldChg>
      <pc:sldChg chg="addSp modSp">
        <pc:chgData name="Stein, Kimberly {PEP}" userId="6edb3286-5649-4865-a956-ddb36ec273b9" providerId="ADAL" clId="{D7520126-1714-1044-A507-A6B65B573FED}" dt="2020-07-30T00:40:51.479" v="81"/>
        <pc:sldMkLst>
          <pc:docMk/>
          <pc:sldMk cId="3752111230" sldId="561"/>
        </pc:sldMkLst>
        <pc:cxnChg chg="add mod">
          <ac:chgData name="Stein, Kimberly {PEP}" userId="6edb3286-5649-4865-a956-ddb36ec273b9" providerId="ADAL" clId="{D7520126-1714-1044-A507-A6B65B573FED}" dt="2020-07-30T00:40:51.479" v="81"/>
          <ac:cxnSpMkLst>
            <pc:docMk/>
            <pc:sldMk cId="3752111230" sldId="561"/>
            <ac:cxnSpMk id="14" creationId="{1BD236D4-90E3-E747-B898-BDDAE15858D5}"/>
          </ac:cxnSpMkLst>
        </pc:cxnChg>
      </pc:sldChg>
      <pc:sldChg chg="addSp modSp">
        <pc:chgData name="Stein, Kimberly {PEP}" userId="6edb3286-5649-4865-a956-ddb36ec273b9" providerId="ADAL" clId="{D7520126-1714-1044-A507-A6B65B573FED}" dt="2020-07-30T00:40:54.179" v="82"/>
        <pc:sldMkLst>
          <pc:docMk/>
          <pc:sldMk cId="1948233851" sldId="562"/>
        </pc:sldMkLst>
        <pc:cxnChg chg="add mod">
          <ac:chgData name="Stein, Kimberly {PEP}" userId="6edb3286-5649-4865-a956-ddb36ec273b9" providerId="ADAL" clId="{D7520126-1714-1044-A507-A6B65B573FED}" dt="2020-07-30T00:40:54.179" v="82"/>
          <ac:cxnSpMkLst>
            <pc:docMk/>
            <pc:sldMk cId="1948233851" sldId="562"/>
            <ac:cxnSpMk id="6" creationId="{47C95D5E-F084-B546-A7A2-5E0FB82E24E6}"/>
          </ac:cxnSpMkLst>
        </pc:cxnChg>
      </pc:sldChg>
      <pc:sldChg chg="addSp modSp">
        <pc:chgData name="Stein, Kimberly {PEP}" userId="6edb3286-5649-4865-a956-ddb36ec273b9" providerId="ADAL" clId="{D7520126-1714-1044-A507-A6B65B573FED}" dt="2020-07-30T00:40:57.735" v="83"/>
        <pc:sldMkLst>
          <pc:docMk/>
          <pc:sldMk cId="1823285155" sldId="563"/>
        </pc:sldMkLst>
        <pc:cxnChg chg="add mod">
          <ac:chgData name="Stein, Kimberly {PEP}" userId="6edb3286-5649-4865-a956-ddb36ec273b9" providerId="ADAL" clId="{D7520126-1714-1044-A507-A6B65B573FED}" dt="2020-07-30T00:40:57.735" v="83"/>
          <ac:cxnSpMkLst>
            <pc:docMk/>
            <pc:sldMk cId="1823285155" sldId="563"/>
            <ac:cxnSpMk id="12" creationId="{99250211-6BD4-DE41-B523-EC118D09EC59}"/>
          </ac:cxnSpMkLst>
        </pc:cxnChg>
      </pc:sldChg>
      <pc:sldChg chg="addSp modSp">
        <pc:chgData name="Stein, Kimberly {PEP}" userId="6edb3286-5649-4865-a956-ddb36ec273b9" providerId="ADAL" clId="{D7520126-1714-1044-A507-A6B65B573FED}" dt="2020-07-30T00:41:00.614" v="84"/>
        <pc:sldMkLst>
          <pc:docMk/>
          <pc:sldMk cId="3066223402" sldId="564"/>
        </pc:sldMkLst>
        <pc:cxnChg chg="add mod">
          <ac:chgData name="Stein, Kimberly {PEP}" userId="6edb3286-5649-4865-a956-ddb36ec273b9" providerId="ADAL" clId="{D7520126-1714-1044-A507-A6B65B573FED}" dt="2020-07-30T00:41:00.614" v="84"/>
          <ac:cxnSpMkLst>
            <pc:docMk/>
            <pc:sldMk cId="3066223402" sldId="564"/>
            <ac:cxnSpMk id="6" creationId="{15B906A2-8F36-9740-8DBF-39DE9E4AC94D}"/>
          </ac:cxnSpMkLst>
        </pc:cxnChg>
      </pc:sldChg>
      <pc:sldChg chg="addSp delSp modSp mod">
        <pc:chgData name="Stein, Kimberly {PEP}" userId="6edb3286-5649-4865-a956-ddb36ec273b9" providerId="ADAL" clId="{D7520126-1714-1044-A507-A6B65B573FED}" dt="2020-07-30T00:41:54.381" v="102" actId="478"/>
        <pc:sldMkLst>
          <pc:docMk/>
          <pc:sldMk cId="3757605040" sldId="565"/>
        </pc:sldMkLst>
        <pc:cxnChg chg="add del mod">
          <ac:chgData name="Stein, Kimberly {PEP}" userId="6edb3286-5649-4865-a956-ddb36ec273b9" providerId="ADAL" clId="{D7520126-1714-1044-A507-A6B65B573FED}" dt="2020-07-30T00:41:54.381" v="102" actId="478"/>
          <ac:cxnSpMkLst>
            <pc:docMk/>
            <pc:sldMk cId="3757605040" sldId="565"/>
            <ac:cxnSpMk id="21" creationId="{C16A2245-BF04-A246-92A6-629378BC9303}"/>
          </ac:cxnSpMkLst>
        </pc:cxnChg>
      </pc:sldChg>
      <pc:sldChg chg="addSp modSp">
        <pc:chgData name="Stein, Kimberly {PEP}" userId="6edb3286-5649-4865-a956-ddb36ec273b9" providerId="ADAL" clId="{D7520126-1714-1044-A507-A6B65B573FED}" dt="2020-07-30T00:41:59.121" v="103"/>
        <pc:sldMkLst>
          <pc:docMk/>
          <pc:sldMk cId="694834487" sldId="566"/>
        </pc:sldMkLst>
        <pc:cxnChg chg="add mod">
          <ac:chgData name="Stein, Kimberly {PEP}" userId="6edb3286-5649-4865-a956-ddb36ec273b9" providerId="ADAL" clId="{D7520126-1714-1044-A507-A6B65B573FED}" dt="2020-07-30T00:41:59.121" v="103"/>
          <ac:cxnSpMkLst>
            <pc:docMk/>
            <pc:sldMk cId="694834487" sldId="566"/>
            <ac:cxnSpMk id="18" creationId="{EE99AD4F-6C26-3745-90CE-CBCD82EBDCA4}"/>
          </ac:cxnSpMkLst>
        </pc:cxnChg>
      </pc:sldChg>
      <pc:sldChg chg="addSp modSp">
        <pc:chgData name="Stein, Kimberly {PEP}" userId="6edb3286-5649-4865-a956-ddb36ec273b9" providerId="ADAL" clId="{D7520126-1714-1044-A507-A6B65B573FED}" dt="2020-07-30T00:42:02.588" v="104"/>
        <pc:sldMkLst>
          <pc:docMk/>
          <pc:sldMk cId="2958640642" sldId="567"/>
        </pc:sldMkLst>
        <pc:cxnChg chg="add mod">
          <ac:chgData name="Stein, Kimberly {PEP}" userId="6edb3286-5649-4865-a956-ddb36ec273b9" providerId="ADAL" clId="{D7520126-1714-1044-A507-A6B65B573FED}" dt="2020-07-30T00:42:02.588" v="104"/>
          <ac:cxnSpMkLst>
            <pc:docMk/>
            <pc:sldMk cId="2958640642" sldId="567"/>
            <ac:cxnSpMk id="8" creationId="{53D7CF94-0927-1F42-B6DB-45000EE29B49}"/>
          </ac:cxnSpMkLst>
        </pc:cxnChg>
      </pc:sldChg>
      <pc:sldChg chg="addSp modSp">
        <pc:chgData name="Stein, Kimberly {PEP}" userId="6edb3286-5649-4865-a956-ddb36ec273b9" providerId="ADAL" clId="{D7520126-1714-1044-A507-A6B65B573FED}" dt="2020-07-30T00:42:08.146" v="105"/>
        <pc:sldMkLst>
          <pc:docMk/>
          <pc:sldMk cId="2479638902" sldId="568"/>
        </pc:sldMkLst>
        <pc:cxnChg chg="add mod">
          <ac:chgData name="Stein, Kimberly {PEP}" userId="6edb3286-5649-4865-a956-ddb36ec273b9" providerId="ADAL" clId="{D7520126-1714-1044-A507-A6B65B573FED}" dt="2020-07-30T00:42:08.146" v="105"/>
          <ac:cxnSpMkLst>
            <pc:docMk/>
            <pc:sldMk cId="2479638902" sldId="568"/>
            <ac:cxnSpMk id="12" creationId="{AF519B3E-EFA6-DC4A-86FE-CDDCF9471686}"/>
          </ac:cxnSpMkLst>
        </pc:cxnChg>
      </pc:sldChg>
      <pc:sldChg chg="addSp modSp">
        <pc:chgData name="Stein, Kimberly {PEP}" userId="6edb3286-5649-4865-a956-ddb36ec273b9" providerId="ADAL" clId="{D7520126-1714-1044-A507-A6B65B573FED}" dt="2020-07-30T00:42:10.379" v="106"/>
        <pc:sldMkLst>
          <pc:docMk/>
          <pc:sldMk cId="1136763974" sldId="569"/>
        </pc:sldMkLst>
        <pc:cxnChg chg="add mod">
          <ac:chgData name="Stein, Kimberly {PEP}" userId="6edb3286-5649-4865-a956-ddb36ec273b9" providerId="ADAL" clId="{D7520126-1714-1044-A507-A6B65B573FED}" dt="2020-07-30T00:42:10.379" v="106"/>
          <ac:cxnSpMkLst>
            <pc:docMk/>
            <pc:sldMk cId="1136763974" sldId="569"/>
            <ac:cxnSpMk id="8" creationId="{AD0AE4B9-52DE-EA4D-B0E0-4D900C0B6812}"/>
          </ac:cxnSpMkLst>
        </pc:cxnChg>
      </pc:sldChg>
      <pc:sldChg chg="addSp modSp">
        <pc:chgData name="Stein, Kimberly {PEP}" userId="6edb3286-5649-4865-a956-ddb36ec273b9" providerId="ADAL" clId="{D7520126-1714-1044-A507-A6B65B573FED}" dt="2020-07-30T00:42:13.264" v="107"/>
        <pc:sldMkLst>
          <pc:docMk/>
          <pc:sldMk cId="2833269673" sldId="570"/>
        </pc:sldMkLst>
        <pc:cxnChg chg="add mod">
          <ac:chgData name="Stein, Kimberly {PEP}" userId="6edb3286-5649-4865-a956-ddb36ec273b9" providerId="ADAL" clId="{D7520126-1714-1044-A507-A6B65B573FED}" dt="2020-07-30T00:42:13.264" v="107"/>
          <ac:cxnSpMkLst>
            <pc:docMk/>
            <pc:sldMk cId="2833269673" sldId="570"/>
            <ac:cxnSpMk id="9" creationId="{11011F29-19B6-6743-B1E3-36BA18BA9493}"/>
          </ac:cxnSpMkLst>
        </pc:cxnChg>
      </pc:sldChg>
      <pc:sldChg chg="addSp modSp">
        <pc:chgData name="Stein, Kimberly {PEP}" userId="6edb3286-5649-4865-a956-ddb36ec273b9" providerId="ADAL" clId="{D7520126-1714-1044-A507-A6B65B573FED}" dt="2020-07-30T00:42:15.954" v="108"/>
        <pc:sldMkLst>
          <pc:docMk/>
          <pc:sldMk cId="1000400791" sldId="571"/>
        </pc:sldMkLst>
        <pc:cxnChg chg="add mod">
          <ac:chgData name="Stein, Kimberly {PEP}" userId="6edb3286-5649-4865-a956-ddb36ec273b9" providerId="ADAL" clId="{D7520126-1714-1044-A507-A6B65B573FED}" dt="2020-07-30T00:42:15.954" v="108"/>
          <ac:cxnSpMkLst>
            <pc:docMk/>
            <pc:sldMk cId="1000400791" sldId="571"/>
            <ac:cxnSpMk id="8" creationId="{FD8D99D8-6850-7544-9E31-AC274C3B0E23}"/>
          </ac:cxnSpMkLst>
        </pc:cxnChg>
      </pc:sldChg>
      <pc:sldChg chg="addSp modSp mod">
        <pc:chgData name="Stein, Kimberly {PEP}" userId="6edb3286-5649-4865-a956-ddb36ec273b9" providerId="ADAL" clId="{D7520126-1714-1044-A507-A6B65B573FED}" dt="2020-07-30T00:38:41.221" v="49" actId="1076"/>
        <pc:sldMkLst>
          <pc:docMk/>
          <pc:sldMk cId="353675621" sldId="572"/>
        </pc:sldMkLst>
        <pc:spChg chg="mod">
          <ac:chgData name="Stein, Kimberly {PEP}" userId="6edb3286-5649-4865-a956-ddb36ec273b9" providerId="ADAL" clId="{D7520126-1714-1044-A507-A6B65B573FED}" dt="2020-07-30T00:38:41.221" v="49" actId="1076"/>
          <ac:spMkLst>
            <pc:docMk/>
            <pc:sldMk cId="353675621" sldId="572"/>
            <ac:spMk id="5" creationId="{ABD04EAA-4C4F-4BAE-AFC3-E61CE54C7457}"/>
          </ac:spMkLst>
        </pc:spChg>
        <pc:cxnChg chg="add mod">
          <ac:chgData name="Stein, Kimberly {PEP}" userId="6edb3286-5649-4865-a956-ddb36ec273b9" providerId="ADAL" clId="{D7520126-1714-1044-A507-A6B65B573FED}" dt="2020-07-30T00:38:41.221" v="49" actId="1076"/>
          <ac:cxnSpMkLst>
            <pc:docMk/>
            <pc:sldMk cId="353675621" sldId="572"/>
            <ac:cxnSpMk id="48" creationId="{2D6AF64A-53B9-F74C-AE61-A6087422242B}"/>
          </ac:cxnSpMkLst>
        </pc:cxnChg>
      </pc:sldChg>
      <pc:sldChg chg="addSp modSp mod">
        <pc:chgData name="Stein, Kimberly {PEP}" userId="6edb3286-5649-4865-a956-ddb36ec273b9" providerId="ADAL" clId="{D7520126-1714-1044-A507-A6B65B573FED}" dt="2020-07-30T00:41:08.685" v="87" actId="14100"/>
        <pc:sldMkLst>
          <pc:docMk/>
          <pc:sldMk cId="4238450680" sldId="573"/>
        </pc:sldMkLst>
        <pc:cxnChg chg="add mod">
          <ac:chgData name="Stein, Kimberly {PEP}" userId="6edb3286-5649-4865-a956-ddb36ec273b9" providerId="ADAL" clId="{D7520126-1714-1044-A507-A6B65B573FED}" dt="2020-07-30T00:41:08.685" v="87" actId="14100"/>
          <ac:cxnSpMkLst>
            <pc:docMk/>
            <pc:sldMk cId="4238450680" sldId="573"/>
            <ac:cxnSpMk id="17" creationId="{86470F1C-89A2-914C-82C2-04A8AFF6F35A}"/>
          </ac:cxnSpMkLst>
        </pc:cxnChg>
      </pc:sldChg>
      <pc:sldChg chg="delSp modSp add mod">
        <pc:chgData name="Stein, Kimberly {PEP}" userId="6edb3286-5649-4865-a956-ddb36ec273b9" providerId="ADAL" clId="{D7520126-1714-1044-A507-A6B65B573FED}" dt="2020-07-30T23:44:29.335" v="303" actId="12788"/>
        <pc:sldMkLst>
          <pc:docMk/>
          <pc:sldMk cId="38831929" sldId="577"/>
        </pc:sldMkLst>
        <pc:spChg chg="mod">
          <ac:chgData name="Stein, Kimberly {PEP}" userId="6edb3286-5649-4865-a956-ddb36ec273b9" providerId="ADAL" clId="{D7520126-1714-1044-A507-A6B65B573FED}" dt="2020-07-30T23:44:29.335" v="303" actId="12788"/>
          <ac:spMkLst>
            <pc:docMk/>
            <pc:sldMk cId="38831929" sldId="577"/>
            <ac:spMk id="2" creationId="{EF9A122A-94AE-E74E-BE68-A9140AFA255B}"/>
          </ac:spMkLst>
        </pc:spChg>
        <pc:spChg chg="del">
          <ac:chgData name="Stein, Kimberly {PEP}" userId="6edb3286-5649-4865-a956-ddb36ec273b9" providerId="ADAL" clId="{D7520126-1714-1044-A507-A6B65B573FED}" dt="2020-07-30T23:43:29.476" v="114" actId="478"/>
          <ac:spMkLst>
            <pc:docMk/>
            <pc:sldMk cId="38831929" sldId="577"/>
            <ac:spMk id="3" creationId="{6619BBDB-43AF-E345-954B-85482DA62F9E}"/>
          </ac:spMkLst>
        </pc:spChg>
      </pc:sldChg>
      <pc:sldMasterChg chg="modSldLayout">
        <pc:chgData name="Stein, Kimberly {PEP}" userId="6edb3286-5649-4865-a956-ddb36ec273b9" providerId="ADAL" clId="{D7520126-1714-1044-A507-A6B65B573FED}" dt="2020-07-30T00:36:34.708" v="3" actId="478"/>
        <pc:sldMasterMkLst>
          <pc:docMk/>
          <pc:sldMasterMk cId="3469909031" sldId="2147483648"/>
        </pc:sldMasterMkLst>
        <pc:sldLayoutChg chg="delSp mod">
          <pc:chgData name="Stein, Kimberly {PEP}" userId="6edb3286-5649-4865-a956-ddb36ec273b9" providerId="ADAL" clId="{D7520126-1714-1044-A507-A6B65B573FED}" dt="2020-07-30T00:36:27.003" v="0" actId="478"/>
          <pc:sldLayoutMkLst>
            <pc:docMk/>
            <pc:sldMasterMk cId="3469909031" sldId="2147483648"/>
            <pc:sldLayoutMk cId="679322794" sldId="2147483657"/>
          </pc:sldLayoutMkLst>
          <pc:spChg chg="del">
            <ac:chgData name="Stein, Kimberly {PEP}" userId="6edb3286-5649-4865-a956-ddb36ec273b9" providerId="ADAL" clId="{D7520126-1714-1044-A507-A6B65B573FED}" dt="2020-07-30T00:36:27.003" v="0" actId="478"/>
            <ac:spMkLst>
              <pc:docMk/>
              <pc:sldMasterMk cId="3469909031" sldId="2147483648"/>
              <pc:sldLayoutMk cId="679322794" sldId="2147483657"/>
              <ac:spMk id="5" creationId="{A2583BB5-B604-0748-99DF-3475478E19A7}"/>
            </ac:spMkLst>
          </pc:spChg>
        </pc:sldLayoutChg>
        <pc:sldLayoutChg chg="delSp mod">
          <pc:chgData name="Stein, Kimberly {PEP}" userId="6edb3286-5649-4865-a956-ddb36ec273b9" providerId="ADAL" clId="{D7520126-1714-1044-A507-A6B65B573FED}" dt="2020-07-30T00:36:29.792" v="1" actId="478"/>
          <pc:sldLayoutMkLst>
            <pc:docMk/>
            <pc:sldMasterMk cId="3469909031" sldId="2147483648"/>
            <pc:sldLayoutMk cId="4001664468" sldId="2147483659"/>
          </pc:sldLayoutMkLst>
          <pc:spChg chg="del">
            <ac:chgData name="Stein, Kimberly {PEP}" userId="6edb3286-5649-4865-a956-ddb36ec273b9" providerId="ADAL" clId="{D7520126-1714-1044-A507-A6B65B573FED}" dt="2020-07-30T00:36:29.792" v="1" actId="478"/>
            <ac:spMkLst>
              <pc:docMk/>
              <pc:sldMasterMk cId="3469909031" sldId="2147483648"/>
              <pc:sldLayoutMk cId="4001664468" sldId="2147483659"/>
              <ac:spMk id="5" creationId="{A2583BB5-B604-0748-99DF-3475478E19A7}"/>
            </ac:spMkLst>
          </pc:spChg>
        </pc:sldLayoutChg>
        <pc:sldLayoutChg chg="delSp mod">
          <pc:chgData name="Stein, Kimberly {PEP}" userId="6edb3286-5649-4865-a956-ddb36ec273b9" providerId="ADAL" clId="{D7520126-1714-1044-A507-A6B65B573FED}" dt="2020-07-30T00:36:31.976" v="2" actId="478"/>
          <pc:sldLayoutMkLst>
            <pc:docMk/>
            <pc:sldMasterMk cId="3469909031" sldId="2147483648"/>
            <pc:sldLayoutMk cId="2404593718" sldId="2147483662"/>
          </pc:sldLayoutMkLst>
          <pc:spChg chg="del">
            <ac:chgData name="Stein, Kimberly {PEP}" userId="6edb3286-5649-4865-a956-ddb36ec273b9" providerId="ADAL" clId="{D7520126-1714-1044-A507-A6B65B573FED}" dt="2020-07-30T00:36:31.976" v="2" actId="478"/>
            <ac:spMkLst>
              <pc:docMk/>
              <pc:sldMasterMk cId="3469909031" sldId="2147483648"/>
              <pc:sldLayoutMk cId="2404593718" sldId="2147483662"/>
              <ac:spMk id="5" creationId="{A2583BB5-B604-0748-99DF-3475478E19A7}"/>
            </ac:spMkLst>
          </pc:spChg>
        </pc:sldLayoutChg>
        <pc:sldLayoutChg chg="delSp mod">
          <pc:chgData name="Stein, Kimberly {PEP}" userId="6edb3286-5649-4865-a956-ddb36ec273b9" providerId="ADAL" clId="{D7520126-1714-1044-A507-A6B65B573FED}" dt="2020-07-30T00:36:34.708" v="3" actId="478"/>
          <pc:sldLayoutMkLst>
            <pc:docMk/>
            <pc:sldMasterMk cId="3469909031" sldId="2147483648"/>
            <pc:sldLayoutMk cId="1903493090" sldId="2147483664"/>
          </pc:sldLayoutMkLst>
          <pc:spChg chg="del">
            <ac:chgData name="Stein, Kimberly {PEP}" userId="6edb3286-5649-4865-a956-ddb36ec273b9" providerId="ADAL" clId="{D7520126-1714-1044-A507-A6B65B573FED}" dt="2020-07-30T00:36:34.708" v="3" actId="478"/>
            <ac:spMkLst>
              <pc:docMk/>
              <pc:sldMasterMk cId="3469909031" sldId="2147483648"/>
              <pc:sldLayoutMk cId="1903493090" sldId="2147483664"/>
              <ac:spMk id="5" creationId="{A2583BB5-B604-0748-99DF-3475478E19A7}"/>
            </ac:spMkLst>
          </pc:spChg>
        </pc:sldLayoutChg>
      </pc:sldMasterChg>
    </pc:docChg>
  </pc:docChgLst>
  <pc:docChgLst>
    <pc:chgData name="STINMAN, SARAH {PEP}" userId="7ba4b78f-fa27-4e6d-aa4f-40599a67c64c" providerId="ADAL" clId="{5EC43669-2FDD-4BBC-B978-96878FEFB169}"/>
    <pc:docChg chg="custSel modSld">
      <pc:chgData name="STINMAN, SARAH {PEP}" userId="7ba4b78f-fa27-4e6d-aa4f-40599a67c64c" providerId="ADAL" clId="{5EC43669-2FDD-4BBC-B978-96878FEFB169}" dt="2020-07-29T14:21:06.390" v="212" actId="404"/>
      <pc:docMkLst>
        <pc:docMk/>
      </pc:docMkLst>
      <pc:sldChg chg="addSp delSp modSp">
        <pc:chgData name="STINMAN, SARAH {PEP}" userId="7ba4b78f-fa27-4e6d-aa4f-40599a67c64c" providerId="ADAL" clId="{5EC43669-2FDD-4BBC-B978-96878FEFB169}" dt="2020-07-29T14:21:06.390" v="212" actId="404"/>
        <pc:sldMkLst>
          <pc:docMk/>
          <pc:sldMk cId="611265027" sldId="280"/>
        </pc:sldMkLst>
        <pc:spChg chg="mod">
          <ac:chgData name="STINMAN, SARAH {PEP}" userId="7ba4b78f-fa27-4e6d-aa4f-40599a67c64c" providerId="ADAL" clId="{5EC43669-2FDD-4BBC-B978-96878FEFB169}" dt="2020-07-29T14:21:06.390" v="212" actId="404"/>
          <ac:spMkLst>
            <pc:docMk/>
            <pc:sldMk cId="611265027" sldId="280"/>
            <ac:spMk id="6" creationId="{7CDD9169-3F09-441A-AD0E-AD9200EAD471}"/>
          </ac:spMkLst>
        </pc:spChg>
        <pc:spChg chg="add del">
          <ac:chgData name="STINMAN, SARAH {PEP}" userId="7ba4b78f-fa27-4e6d-aa4f-40599a67c64c" providerId="ADAL" clId="{5EC43669-2FDD-4BBC-B978-96878FEFB169}" dt="2020-07-29T14:20:56.075" v="207" actId="478"/>
          <ac:spMkLst>
            <pc:docMk/>
            <pc:sldMk cId="611265027" sldId="280"/>
            <ac:spMk id="9" creationId="{FCEC70C6-DBFF-4BD9-8783-B313A87B5715}"/>
          </ac:spMkLst>
        </pc:spChg>
      </pc:sldChg>
      <pc:sldChg chg="addSp delSp modSp">
        <pc:chgData name="STINMAN, SARAH {PEP}" userId="7ba4b78f-fa27-4e6d-aa4f-40599a67c64c" providerId="ADAL" clId="{5EC43669-2FDD-4BBC-B978-96878FEFB169}" dt="2020-07-29T14:15:29.192" v="88" actId="1038"/>
        <pc:sldMkLst>
          <pc:docMk/>
          <pc:sldMk cId="3411984996" sldId="292"/>
        </pc:sldMkLst>
        <pc:spChg chg="mod">
          <ac:chgData name="STINMAN, SARAH {PEP}" userId="7ba4b78f-fa27-4e6d-aa4f-40599a67c64c" providerId="ADAL" clId="{5EC43669-2FDD-4BBC-B978-96878FEFB169}" dt="2020-07-29T14:15:29.192" v="88" actId="1038"/>
          <ac:spMkLst>
            <pc:docMk/>
            <pc:sldMk cId="3411984996" sldId="292"/>
            <ac:spMk id="14" creationId="{84E9CF30-034C-4994-985C-60B0B0AC1645}"/>
          </ac:spMkLst>
        </pc:spChg>
        <pc:spChg chg="add del mod">
          <ac:chgData name="STINMAN, SARAH {PEP}" userId="7ba4b78f-fa27-4e6d-aa4f-40599a67c64c" providerId="ADAL" clId="{5EC43669-2FDD-4BBC-B978-96878FEFB169}" dt="2020-07-29T14:15:25.242" v="82" actId="478"/>
          <ac:spMkLst>
            <pc:docMk/>
            <pc:sldMk cId="3411984996" sldId="292"/>
            <ac:spMk id="15" creationId="{56DDFFA8-5C9E-49F1-8CCE-EE5909E8D6DE}"/>
          </ac:spMkLst>
        </pc:spChg>
      </pc:sldChg>
      <pc:sldChg chg="modSp">
        <pc:chgData name="STINMAN, SARAH {PEP}" userId="7ba4b78f-fa27-4e6d-aa4f-40599a67c64c" providerId="ADAL" clId="{5EC43669-2FDD-4BBC-B978-96878FEFB169}" dt="2020-07-29T14:10:16.273" v="2" actId="1076"/>
        <pc:sldMkLst>
          <pc:docMk/>
          <pc:sldMk cId="2528608904" sldId="437"/>
        </pc:sldMkLst>
        <pc:spChg chg="mod">
          <ac:chgData name="STINMAN, SARAH {PEP}" userId="7ba4b78f-fa27-4e6d-aa4f-40599a67c64c" providerId="ADAL" clId="{5EC43669-2FDD-4BBC-B978-96878FEFB169}" dt="2020-07-29T14:10:16.273" v="2" actId="1076"/>
          <ac:spMkLst>
            <pc:docMk/>
            <pc:sldMk cId="2528608904" sldId="437"/>
            <ac:spMk id="13" creationId="{DE69A69F-E722-274F-AB09-0CB2EDB70D8D}"/>
          </ac:spMkLst>
        </pc:spChg>
      </pc:sldChg>
      <pc:sldChg chg="modSp">
        <pc:chgData name="STINMAN, SARAH {PEP}" userId="7ba4b78f-fa27-4e6d-aa4f-40599a67c64c" providerId="ADAL" clId="{5EC43669-2FDD-4BBC-B978-96878FEFB169}" dt="2020-07-29T14:12:44.810" v="29" actId="20577"/>
        <pc:sldMkLst>
          <pc:docMk/>
          <pc:sldMk cId="2625627399" sldId="528"/>
        </pc:sldMkLst>
        <pc:spChg chg="mod">
          <ac:chgData name="STINMAN, SARAH {PEP}" userId="7ba4b78f-fa27-4e6d-aa4f-40599a67c64c" providerId="ADAL" clId="{5EC43669-2FDD-4BBC-B978-96878FEFB169}" dt="2020-07-29T14:12:44.810" v="29" actId="20577"/>
          <ac:spMkLst>
            <pc:docMk/>
            <pc:sldMk cId="2625627399" sldId="528"/>
            <ac:spMk id="31" creationId="{2AD7D167-4C83-495B-A88B-8DEEB4B3F08C}"/>
          </ac:spMkLst>
        </pc:spChg>
      </pc:sldChg>
      <pc:sldChg chg="modSp">
        <pc:chgData name="STINMAN, SARAH {PEP}" userId="7ba4b78f-fa27-4e6d-aa4f-40599a67c64c" providerId="ADAL" clId="{5EC43669-2FDD-4BBC-B978-96878FEFB169}" dt="2020-07-29T14:13:03.195" v="34" actId="114"/>
        <pc:sldMkLst>
          <pc:docMk/>
          <pc:sldMk cId="4132831696" sldId="530"/>
        </pc:sldMkLst>
        <pc:spChg chg="mod">
          <ac:chgData name="STINMAN, SARAH {PEP}" userId="7ba4b78f-fa27-4e6d-aa4f-40599a67c64c" providerId="ADAL" clId="{5EC43669-2FDD-4BBC-B978-96878FEFB169}" dt="2020-07-29T14:13:03.195" v="34" actId="114"/>
          <ac:spMkLst>
            <pc:docMk/>
            <pc:sldMk cId="4132831696" sldId="530"/>
            <ac:spMk id="12" creationId="{D422AF46-F1D7-4A9E-A55A-15C961AF1E96}"/>
          </ac:spMkLst>
        </pc:spChg>
      </pc:sldChg>
      <pc:sldChg chg="modSp">
        <pc:chgData name="STINMAN, SARAH {PEP}" userId="7ba4b78f-fa27-4e6d-aa4f-40599a67c64c" providerId="ADAL" clId="{5EC43669-2FDD-4BBC-B978-96878FEFB169}" dt="2020-07-29T14:14:11.661" v="72" actId="20577"/>
        <pc:sldMkLst>
          <pc:docMk/>
          <pc:sldMk cId="4033492564" sldId="531"/>
        </pc:sldMkLst>
        <pc:spChg chg="mod">
          <ac:chgData name="STINMAN, SARAH {PEP}" userId="7ba4b78f-fa27-4e6d-aa4f-40599a67c64c" providerId="ADAL" clId="{5EC43669-2FDD-4BBC-B978-96878FEFB169}" dt="2020-07-29T14:14:11.661" v="72" actId="20577"/>
          <ac:spMkLst>
            <pc:docMk/>
            <pc:sldMk cId="4033492564" sldId="531"/>
            <ac:spMk id="9" creationId="{15381EAF-E23D-457E-A1F7-68785CBF9EB6}"/>
          </ac:spMkLst>
        </pc:spChg>
      </pc:sldChg>
      <pc:sldChg chg="addSp delSp">
        <pc:chgData name="STINMAN, SARAH {PEP}" userId="7ba4b78f-fa27-4e6d-aa4f-40599a67c64c" providerId="ADAL" clId="{5EC43669-2FDD-4BBC-B978-96878FEFB169}" dt="2020-07-29T14:14:21.758" v="74"/>
        <pc:sldMkLst>
          <pc:docMk/>
          <pc:sldMk cId="907637395" sldId="533"/>
        </pc:sldMkLst>
        <pc:spChg chg="del">
          <ac:chgData name="STINMAN, SARAH {PEP}" userId="7ba4b78f-fa27-4e6d-aa4f-40599a67c64c" providerId="ADAL" clId="{5EC43669-2FDD-4BBC-B978-96878FEFB169}" dt="2020-07-29T14:14:21.237" v="73" actId="478"/>
          <ac:spMkLst>
            <pc:docMk/>
            <pc:sldMk cId="907637395" sldId="533"/>
            <ac:spMk id="40" creationId="{3B5B67D1-AC66-4A8F-B423-DB5A5430E40C}"/>
          </ac:spMkLst>
        </pc:spChg>
        <pc:spChg chg="add">
          <ac:chgData name="STINMAN, SARAH {PEP}" userId="7ba4b78f-fa27-4e6d-aa4f-40599a67c64c" providerId="ADAL" clId="{5EC43669-2FDD-4BBC-B978-96878FEFB169}" dt="2020-07-29T14:14:21.758" v="74"/>
          <ac:spMkLst>
            <pc:docMk/>
            <pc:sldMk cId="907637395" sldId="533"/>
            <ac:spMk id="41" creationId="{7010BC79-5A46-4EA9-B980-4554DD99148F}"/>
          </ac:spMkLst>
        </pc:spChg>
      </pc:sldChg>
      <pc:sldChg chg="addSp delSp">
        <pc:chgData name="STINMAN, SARAH {PEP}" userId="7ba4b78f-fa27-4e6d-aa4f-40599a67c64c" providerId="ADAL" clId="{5EC43669-2FDD-4BBC-B978-96878FEFB169}" dt="2020-07-29T14:16:29.982" v="91"/>
        <pc:sldMkLst>
          <pc:docMk/>
          <pc:sldMk cId="225531401" sldId="537"/>
        </pc:sldMkLst>
        <pc:spChg chg="del">
          <ac:chgData name="STINMAN, SARAH {PEP}" userId="7ba4b78f-fa27-4e6d-aa4f-40599a67c64c" providerId="ADAL" clId="{5EC43669-2FDD-4BBC-B978-96878FEFB169}" dt="2020-07-29T14:16:29.577" v="90" actId="478"/>
          <ac:spMkLst>
            <pc:docMk/>
            <pc:sldMk cId="225531401" sldId="537"/>
            <ac:spMk id="16" creationId="{F82675D0-5F6E-434B-8B12-3578899FFAF3}"/>
          </ac:spMkLst>
        </pc:spChg>
        <pc:spChg chg="add">
          <ac:chgData name="STINMAN, SARAH {PEP}" userId="7ba4b78f-fa27-4e6d-aa4f-40599a67c64c" providerId="ADAL" clId="{5EC43669-2FDD-4BBC-B978-96878FEFB169}" dt="2020-07-29T14:16:29.982" v="91"/>
          <ac:spMkLst>
            <pc:docMk/>
            <pc:sldMk cId="225531401" sldId="537"/>
            <ac:spMk id="17" creationId="{B4AF80A8-AAD9-4E96-B6C7-3CF23C2ED546}"/>
          </ac:spMkLst>
        </pc:spChg>
      </pc:sldChg>
      <pc:sldChg chg="addSp delSp">
        <pc:chgData name="STINMAN, SARAH {PEP}" userId="7ba4b78f-fa27-4e6d-aa4f-40599a67c64c" providerId="ADAL" clId="{5EC43669-2FDD-4BBC-B978-96878FEFB169}" dt="2020-07-29T14:16:39.549" v="93"/>
        <pc:sldMkLst>
          <pc:docMk/>
          <pc:sldMk cId="4119250123" sldId="538"/>
        </pc:sldMkLst>
        <pc:spChg chg="del">
          <ac:chgData name="STINMAN, SARAH {PEP}" userId="7ba4b78f-fa27-4e6d-aa4f-40599a67c64c" providerId="ADAL" clId="{5EC43669-2FDD-4BBC-B978-96878FEFB169}" dt="2020-07-29T14:16:39.128" v="92" actId="478"/>
          <ac:spMkLst>
            <pc:docMk/>
            <pc:sldMk cId="4119250123" sldId="538"/>
            <ac:spMk id="26" creationId="{47C2AC51-F86C-4C05-829F-C4D5E309A680}"/>
          </ac:spMkLst>
        </pc:spChg>
        <pc:spChg chg="add">
          <ac:chgData name="STINMAN, SARAH {PEP}" userId="7ba4b78f-fa27-4e6d-aa4f-40599a67c64c" providerId="ADAL" clId="{5EC43669-2FDD-4BBC-B978-96878FEFB169}" dt="2020-07-29T14:16:39.549" v="93"/>
          <ac:spMkLst>
            <pc:docMk/>
            <pc:sldMk cId="4119250123" sldId="538"/>
            <ac:spMk id="27" creationId="{4B401F8A-2AF9-4B32-BBCF-DC9ED99E0202}"/>
          </ac:spMkLst>
        </pc:spChg>
      </pc:sldChg>
      <pc:sldChg chg="modSp">
        <pc:chgData name="STINMAN, SARAH {PEP}" userId="7ba4b78f-fa27-4e6d-aa4f-40599a67c64c" providerId="ADAL" clId="{5EC43669-2FDD-4BBC-B978-96878FEFB169}" dt="2020-07-29T14:15:50.506" v="89" actId="20577"/>
        <pc:sldMkLst>
          <pc:docMk/>
          <pc:sldMk cId="4238450680" sldId="573"/>
        </pc:sldMkLst>
        <pc:spChg chg="mod">
          <ac:chgData name="STINMAN, SARAH {PEP}" userId="7ba4b78f-fa27-4e6d-aa4f-40599a67c64c" providerId="ADAL" clId="{5EC43669-2FDD-4BBC-B978-96878FEFB169}" dt="2020-07-29T14:15:50.506" v="89" actId="20577"/>
          <ac:spMkLst>
            <pc:docMk/>
            <pc:sldMk cId="4238450680" sldId="573"/>
            <ac:spMk id="12" creationId="{ADFCDEF5-B2BB-F84C-BEC2-44EE54A56919}"/>
          </ac:spMkLst>
        </pc:spChg>
      </pc:sldChg>
    </pc:docChg>
  </pc:docChgLst>
  <pc:docChgLst>
    <pc:chgData name="STINMAN, SARAH {PEP}" userId="S::sarah.stinman@pepsico.com::7ba4b78f-fa27-4e6d-aa4f-40599a67c64c" providerId="AD" clId="Web-{5068E7DA-5E61-4935-B377-299087C79D92}"/>
    <pc:docChg chg="modSld">
      <pc:chgData name="STINMAN, SARAH {PEP}" userId="S::sarah.stinman@pepsico.com::7ba4b78f-fa27-4e6d-aa4f-40599a67c64c" providerId="AD" clId="Web-{5068E7DA-5E61-4935-B377-299087C79D92}" dt="2020-07-29T14:08:58.004" v="21" actId="1076"/>
      <pc:docMkLst>
        <pc:docMk/>
      </pc:docMkLst>
      <pc:sldChg chg="modSp">
        <pc:chgData name="STINMAN, SARAH {PEP}" userId="S::sarah.stinman@pepsico.com::7ba4b78f-fa27-4e6d-aa4f-40599a67c64c" providerId="AD" clId="Web-{5068E7DA-5E61-4935-B377-299087C79D92}" dt="2020-07-29T14:06:32.879" v="2" actId="20577"/>
        <pc:sldMkLst>
          <pc:docMk/>
          <pc:sldMk cId="2313120941" sldId="274"/>
        </pc:sldMkLst>
        <pc:spChg chg="mod">
          <ac:chgData name="STINMAN, SARAH {PEP}" userId="S::sarah.stinman@pepsico.com::7ba4b78f-fa27-4e6d-aa4f-40599a67c64c" providerId="AD" clId="Web-{5068E7DA-5E61-4935-B377-299087C79D92}" dt="2020-07-29T14:06:32.879" v="2" actId="20577"/>
          <ac:spMkLst>
            <pc:docMk/>
            <pc:sldMk cId="2313120941" sldId="274"/>
            <ac:spMk id="61" creationId="{44ED496F-19FD-48E5-8ED8-522F52D18759}"/>
          </ac:spMkLst>
        </pc:spChg>
      </pc:sldChg>
      <pc:sldChg chg="modSp">
        <pc:chgData name="STINMAN, SARAH {PEP}" userId="S::sarah.stinman@pepsico.com::7ba4b78f-fa27-4e6d-aa4f-40599a67c64c" providerId="AD" clId="Web-{5068E7DA-5E61-4935-B377-299087C79D92}" dt="2020-07-29T14:08:08.191" v="14" actId="1076"/>
        <pc:sldMkLst>
          <pc:docMk/>
          <pc:sldMk cId="3717264954" sldId="332"/>
        </pc:sldMkLst>
        <pc:spChg chg="mod">
          <ac:chgData name="STINMAN, SARAH {PEP}" userId="S::sarah.stinman@pepsico.com::7ba4b78f-fa27-4e6d-aa4f-40599a67c64c" providerId="AD" clId="Web-{5068E7DA-5E61-4935-B377-299087C79D92}" dt="2020-07-29T14:08:08.191" v="14" actId="1076"/>
          <ac:spMkLst>
            <pc:docMk/>
            <pc:sldMk cId="3717264954" sldId="332"/>
            <ac:spMk id="21" creationId="{A21C60F5-3B8F-4440-B171-FFCF934B0B1D}"/>
          </ac:spMkLst>
        </pc:spChg>
      </pc:sldChg>
      <pc:sldChg chg="modSp">
        <pc:chgData name="STINMAN, SARAH {PEP}" userId="S::sarah.stinman@pepsico.com::7ba4b78f-fa27-4e6d-aa4f-40599a67c64c" providerId="AD" clId="Web-{5068E7DA-5E61-4935-B377-299087C79D92}" dt="2020-07-29T14:08:58.004" v="21" actId="1076"/>
        <pc:sldMkLst>
          <pc:docMk/>
          <pc:sldMk cId="2528608904" sldId="437"/>
        </pc:sldMkLst>
        <pc:spChg chg="mod">
          <ac:chgData name="STINMAN, SARAH {PEP}" userId="S::sarah.stinman@pepsico.com::7ba4b78f-fa27-4e6d-aa4f-40599a67c64c" providerId="AD" clId="Web-{5068E7DA-5E61-4935-B377-299087C79D92}" dt="2020-07-29T14:08:58.004" v="21" actId="1076"/>
          <ac:spMkLst>
            <pc:docMk/>
            <pc:sldMk cId="2528608904" sldId="437"/>
            <ac:spMk id="13" creationId="{DE69A69F-E722-274F-AB09-0CB2EDB70D8D}"/>
          </ac:spMkLst>
        </pc:spChg>
      </pc:sldChg>
      <pc:sldChg chg="modSp">
        <pc:chgData name="STINMAN, SARAH {PEP}" userId="S::sarah.stinman@pepsico.com::7ba4b78f-fa27-4e6d-aa4f-40599a67c64c" providerId="AD" clId="Web-{5068E7DA-5E61-4935-B377-299087C79D92}" dt="2020-07-29T14:07:17.691" v="4" actId="20577"/>
        <pc:sldMkLst>
          <pc:docMk/>
          <pc:sldMk cId="2135946403" sldId="555"/>
        </pc:sldMkLst>
        <pc:spChg chg="mod">
          <ac:chgData name="STINMAN, SARAH {PEP}" userId="S::sarah.stinman@pepsico.com::7ba4b78f-fa27-4e6d-aa4f-40599a67c64c" providerId="AD" clId="Web-{5068E7DA-5E61-4935-B377-299087C79D92}" dt="2020-07-29T14:07:17.691" v="4" actId="20577"/>
          <ac:spMkLst>
            <pc:docMk/>
            <pc:sldMk cId="2135946403" sldId="555"/>
            <ac:spMk id="8" creationId="{8C065332-DDB6-48CE-8E3D-2610727AFD66}"/>
          </ac:spMkLst>
        </pc:spChg>
      </pc:sldChg>
    </pc:docChg>
  </pc:docChgLst>
  <pc:docChgLst>
    <pc:chgData name="STINMAN, SARAH {PEP}" userId="7ba4b78f-fa27-4e6d-aa4f-40599a67c64c" providerId="ADAL" clId="{6804D6BF-9210-4A0E-A355-99C1E4D5A3BB}"/>
    <pc:docChg chg="custSel addSld delSld modSld">
      <pc:chgData name="STINMAN, SARAH {PEP}" userId="7ba4b78f-fa27-4e6d-aa4f-40599a67c64c" providerId="ADAL" clId="{6804D6BF-9210-4A0E-A355-99C1E4D5A3BB}" dt="2020-07-10T15:05:57.675" v="6" actId="2696"/>
      <pc:docMkLst>
        <pc:docMk/>
      </pc:docMkLst>
      <pc:sldChg chg="del">
        <pc:chgData name="STINMAN, SARAH {PEP}" userId="7ba4b78f-fa27-4e6d-aa4f-40599a67c64c" providerId="ADAL" clId="{6804D6BF-9210-4A0E-A355-99C1E4D5A3BB}" dt="2020-07-10T15:05:57.675" v="6" actId="2696"/>
        <pc:sldMkLst>
          <pc:docMk/>
          <pc:sldMk cId="317110886" sldId="271"/>
        </pc:sldMkLst>
      </pc:sldChg>
      <pc:sldChg chg="addSp delSp modSp add">
        <pc:chgData name="STINMAN, SARAH {PEP}" userId="7ba4b78f-fa27-4e6d-aa4f-40599a67c64c" providerId="ADAL" clId="{6804D6BF-9210-4A0E-A355-99C1E4D5A3BB}" dt="2020-07-10T15:05:56.405" v="5" actId="478"/>
        <pc:sldMkLst>
          <pc:docMk/>
          <pc:sldMk cId="1736066829" sldId="576"/>
        </pc:sldMkLst>
        <pc:spChg chg="mod">
          <ac:chgData name="STINMAN, SARAH {PEP}" userId="7ba4b78f-fa27-4e6d-aa4f-40599a67c64c" providerId="ADAL" clId="{6804D6BF-9210-4A0E-A355-99C1E4D5A3BB}" dt="2020-07-10T15:05:52.480" v="3" actId="27636"/>
          <ac:spMkLst>
            <pc:docMk/>
            <pc:sldMk cId="1736066829" sldId="576"/>
            <ac:spMk id="2" creationId="{22E42259-07E3-B847-99BF-0E42333954CE}"/>
          </ac:spMkLst>
        </pc:spChg>
        <pc:spChg chg="del">
          <ac:chgData name="STINMAN, SARAH {PEP}" userId="7ba4b78f-fa27-4e6d-aa4f-40599a67c64c" providerId="ADAL" clId="{6804D6BF-9210-4A0E-A355-99C1E4D5A3BB}" dt="2020-07-10T15:05:55.119" v="4" actId="478"/>
          <ac:spMkLst>
            <pc:docMk/>
            <pc:sldMk cId="1736066829" sldId="576"/>
            <ac:spMk id="3" creationId="{9E359289-654A-8C4A-BD51-DFE2B848782B}"/>
          </ac:spMkLst>
        </pc:spChg>
        <pc:spChg chg="add del mod">
          <ac:chgData name="STINMAN, SARAH {PEP}" userId="7ba4b78f-fa27-4e6d-aa4f-40599a67c64c" providerId="ADAL" clId="{6804D6BF-9210-4A0E-A355-99C1E4D5A3BB}" dt="2020-07-10T15:05:56.405" v="5" actId="478"/>
          <ac:spMkLst>
            <pc:docMk/>
            <pc:sldMk cId="1736066829" sldId="576"/>
            <ac:spMk id="6" creationId="{B60A55CC-F488-4F57-8408-6B2D691D112B}"/>
          </ac:spMkLst>
        </pc:spChg>
      </pc:sldChg>
      <pc:sldMasterChg chg="addSldLayout">
        <pc:chgData name="STINMAN, SARAH {PEP}" userId="7ba4b78f-fa27-4e6d-aa4f-40599a67c64c" providerId="ADAL" clId="{6804D6BF-9210-4A0E-A355-99C1E4D5A3BB}" dt="2020-07-10T15:05:43.118" v="0" actId="27028"/>
        <pc:sldMasterMkLst>
          <pc:docMk/>
          <pc:sldMasterMk cId="3469909031" sldId="2147483648"/>
        </pc:sldMasterMkLst>
        <pc:sldLayoutChg chg="add">
          <pc:chgData name="STINMAN, SARAH {PEP}" userId="7ba4b78f-fa27-4e6d-aa4f-40599a67c64c" providerId="ADAL" clId="{6804D6BF-9210-4A0E-A355-99C1E4D5A3BB}" dt="2020-07-10T15:05:43.118" v="0" actId="27028"/>
          <pc:sldLayoutMkLst>
            <pc:docMk/>
            <pc:sldMasterMk cId="3469909031" sldId="2147483648"/>
            <pc:sldLayoutMk cId="2813540898" sldId="2147483690"/>
          </pc:sldLayoutMkLst>
        </pc:sldLayoutChg>
      </pc:sldMasterChg>
    </pc:docChg>
  </pc:docChgLst>
  <pc:docChgLst>
    <pc:chgData name="STINMAN, SARAH {PEP}" userId="7ba4b78f-fa27-4e6d-aa4f-40599a67c64c" providerId="ADAL" clId="{ABD999B2-6AD0-40BC-BB07-D307B1A0E4DA}"/>
    <pc:docChg chg="undo custSel addSld delSld modSld sldOrd">
      <pc:chgData name="STINMAN, SARAH {PEP}" userId="7ba4b78f-fa27-4e6d-aa4f-40599a67c64c" providerId="ADAL" clId="{ABD999B2-6AD0-40BC-BB07-D307B1A0E4DA}" dt="2020-07-08T20:57:51.671" v="134"/>
      <pc:docMkLst>
        <pc:docMk/>
      </pc:docMkLst>
      <pc:sldChg chg="modSp">
        <pc:chgData name="STINMAN, SARAH {PEP}" userId="7ba4b78f-fa27-4e6d-aa4f-40599a67c64c" providerId="ADAL" clId="{ABD999B2-6AD0-40BC-BB07-D307B1A0E4DA}" dt="2020-07-08T20:51:06.709" v="5" actId="1076"/>
        <pc:sldMkLst>
          <pc:docMk/>
          <pc:sldMk cId="2313120941" sldId="274"/>
        </pc:sldMkLst>
        <pc:spChg chg="mod">
          <ac:chgData name="STINMAN, SARAH {PEP}" userId="7ba4b78f-fa27-4e6d-aa4f-40599a67c64c" providerId="ADAL" clId="{ABD999B2-6AD0-40BC-BB07-D307B1A0E4DA}" dt="2020-07-08T20:51:06.709" v="5" actId="1076"/>
          <ac:spMkLst>
            <pc:docMk/>
            <pc:sldMk cId="2313120941" sldId="274"/>
            <ac:spMk id="61" creationId="{44ED496F-19FD-48E5-8ED8-522F52D18759}"/>
          </ac:spMkLst>
        </pc:spChg>
      </pc:sldChg>
      <pc:sldChg chg="addSp delSp modSp">
        <pc:chgData name="STINMAN, SARAH {PEP}" userId="7ba4b78f-fa27-4e6d-aa4f-40599a67c64c" providerId="ADAL" clId="{ABD999B2-6AD0-40BC-BB07-D307B1A0E4DA}" dt="2020-07-08T20:57:06.288" v="132" actId="20577"/>
        <pc:sldMkLst>
          <pc:docMk/>
          <pc:sldMk cId="611265027" sldId="280"/>
        </pc:sldMkLst>
        <pc:spChg chg="mod">
          <ac:chgData name="STINMAN, SARAH {PEP}" userId="7ba4b78f-fa27-4e6d-aa4f-40599a67c64c" providerId="ADAL" clId="{ABD999B2-6AD0-40BC-BB07-D307B1A0E4DA}" dt="2020-07-08T20:57:06.288" v="132" actId="20577"/>
          <ac:spMkLst>
            <pc:docMk/>
            <pc:sldMk cId="611265027" sldId="280"/>
            <ac:spMk id="6" creationId="{7CDD9169-3F09-441A-AD0E-AD9200EAD471}"/>
          </ac:spMkLst>
        </pc:spChg>
        <pc:spChg chg="add del">
          <ac:chgData name="STINMAN, SARAH {PEP}" userId="7ba4b78f-fa27-4e6d-aa4f-40599a67c64c" providerId="ADAL" clId="{ABD999B2-6AD0-40BC-BB07-D307B1A0E4DA}" dt="2020-07-08T20:57:01.024" v="131" actId="478"/>
          <ac:spMkLst>
            <pc:docMk/>
            <pc:sldMk cId="611265027" sldId="280"/>
            <ac:spMk id="9" creationId="{C9ECB66F-04BC-4D95-819D-510A804F03D6}"/>
          </ac:spMkLst>
        </pc:spChg>
      </pc:sldChg>
      <pc:sldChg chg="ord">
        <pc:chgData name="STINMAN, SARAH {PEP}" userId="7ba4b78f-fa27-4e6d-aa4f-40599a67c64c" providerId="ADAL" clId="{ABD999B2-6AD0-40BC-BB07-D307B1A0E4DA}" dt="2020-07-08T20:51:08.420" v="6"/>
        <pc:sldMkLst>
          <pc:docMk/>
          <pc:sldMk cId="525322622" sldId="290"/>
        </pc:sldMkLst>
      </pc:sldChg>
      <pc:sldChg chg="modSp">
        <pc:chgData name="STINMAN, SARAH {PEP}" userId="7ba4b78f-fa27-4e6d-aa4f-40599a67c64c" providerId="ADAL" clId="{ABD999B2-6AD0-40BC-BB07-D307B1A0E4DA}" dt="2020-07-08T20:54:52.690" v="104" actId="1076"/>
        <pc:sldMkLst>
          <pc:docMk/>
          <pc:sldMk cId="3411984996" sldId="292"/>
        </pc:sldMkLst>
        <pc:spChg chg="mod">
          <ac:chgData name="STINMAN, SARAH {PEP}" userId="7ba4b78f-fa27-4e6d-aa4f-40599a67c64c" providerId="ADAL" clId="{ABD999B2-6AD0-40BC-BB07-D307B1A0E4DA}" dt="2020-07-08T20:54:52.690" v="104" actId="1076"/>
          <ac:spMkLst>
            <pc:docMk/>
            <pc:sldMk cId="3411984996" sldId="292"/>
            <ac:spMk id="14" creationId="{84E9CF30-034C-4994-985C-60B0B0AC1645}"/>
          </ac:spMkLst>
        </pc:spChg>
      </pc:sldChg>
      <pc:sldChg chg="modSp">
        <pc:chgData name="STINMAN, SARAH {PEP}" userId="7ba4b78f-fa27-4e6d-aa4f-40599a67c64c" providerId="ADAL" clId="{ABD999B2-6AD0-40BC-BB07-D307B1A0E4DA}" dt="2020-07-08T20:52:11.601" v="17" actId="1076"/>
        <pc:sldMkLst>
          <pc:docMk/>
          <pc:sldMk cId="3717264954" sldId="332"/>
        </pc:sldMkLst>
        <pc:spChg chg="mod">
          <ac:chgData name="STINMAN, SARAH {PEP}" userId="7ba4b78f-fa27-4e6d-aa4f-40599a67c64c" providerId="ADAL" clId="{ABD999B2-6AD0-40BC-BB07-D307B1A0E4DA}" dt="2020-07-08T20:52:11.601" v="17" actId="1076"/>
          <ac:spMkLst>
            <pc:docMk/>
            <pc:sldMk cId="3717264954" sldId="332"/>
            <ac:spMk id="21" creationId="{A21C60F5-3B8F-4440-B171-FFCF934B0B1D}"/>
          </ac:spMkLst>
        </pc:spChg>
      </pc:sldChg>
      <pc:sldChg chg="modSp">
        <pc:chgData name="STINMAN, SARAH {PEP}" userId="7ba4b78f-fa27-4e6d-aa4f-40599a67c64c" providerId="ADAL" clId="{ABD999B2-6AD0-40BC-BB07-D307B1A0E4DA}" dt="2020-07-08T20:52:37.530" v="28" actId="1076"/>
        <pc:sldMkLst>
          <pc:docMk/>
          <pc:sldMk cId="2528608904" sldId="437"/>
        </pc:sldMkLst>
        <pc:spChg chg="mod">
          <ac:chgData name="STINMAN, SARAH {PEP}" userId="7ba4b78f-fa27-4e6d-aa4f-40599a67c64c" providerId="ADAL" clId="{ABD999B2-6AD0-40BC-BB07-D307B1A0E4DA}" dt="2020-07-08T20:52:37.530" v="28" actId="1076"/>
          <ac:spMkLst>
            <pc:docMk/>
            <pc:sldMk cId="2528608904" sldId="437"/>
            <ac:spMk id="13" creationId="{DE69A69F-E722-274F-AB09-0CB2EDB70D8D}"/>
          </ac:spMkLst>
        </pc:spChg>
      </pc:sldChg>
      <pc:sldChg chg="del">
        <pc:chgData name="STINMAN, SARAH {PEP}" userId="7ba4b78f-fa27-4e6d-aa4f-40599a67c64c" providerId="ADAL" clId="{ABD999B2-6AD0-40BC-BB07-D307B1A0E4DA}" dt="2020-07-08T20:52:55.180" v="61" actId="2696"/>
        <pc:sldMkLst>
          <pc:docMk/>
          <pc:sldMk cId="1021705109" sldId="443"/>
        </pc:sldMkLst>
      </pc:sldChg>
      <pc:sldChg chg="modSp">
        <pc:chgData name="STINMAN, SARAH {PEP}" userId="7ba4b78f-fa27-4e6d-aa4f-40599a67c64c" providerId="ADAL" clId="{ABD999B2-6AD0-40BC-BB07-D307B1A0E4DA}" dt="2020-07-08T20:53:11.624" v="65" actId="1076"/>
        <pc:sldMkLst>
          <pc:docMk/>
          <pc:sldMk cId="2625627399" sldId="528"/>
        </pc:sldMkLst>
        <pc:spChg chg="mod">
          <ac:chgData name="STINMAN, SARAH {PEP}" userId="7ba4b78f-fa27-4e6d-aa4f-40599a67c64c" providerId="ADAL" clId="{ABD999B2-6AD0-40BC-BB07-D307B1A0E4DA}" dt="2020-07-08T20:53:11.624" v="65" actId="1076"/>
          <ac:spMkLst>
            <pc:docMk/>
            <pc:sldMk cId="2625627399" sldId="528"/>
            <ac:spMk id="31" creationId="{2AD7D167-4C83-495B-A88B-8DEEB4B3F08C}"/>
          </ac:spMkLst>
        </pc:spChg>
      </pc:sldChg>
      <pc:sldChg chg="modSp">
        <pc:chgData name="STINMAN, SARAH {PEP}" userId="7ba4b78f-fa27-4e6d-aa4f-40599a67c64c" providerId="ADAL" clId="{ABD999B2-6AD0-40BC-BB07-D307B1A0E4DA}" dt="2020-07-08T20:53:45.288" v="75" actId="1076"/>
        <pc:sldMkLst>
          <pc:docMk/>
          <pc:sldMk cId="4132831696" sldId="530"/>
        </pc:sldMkLst>
        <pc:spChg chg="mod">
          <ac:chgData name="STINMAN, SARAH {PEP}" userId="7ba4b78f-fa27-4e6d-aa4f-40599a67c64c" providerId="ADAL" clId="{ABD999B2-6AD0-40BC-BB07-D307B1A0E4DA}" dt="2020-07-08T20:53:45.288" v="75" actId="1076"/>
          <ac:spMkLst>
            <pc:docMk/>
            <pc:sldMk cId="4132831696" sldId="530"/>
            <ac:spMk id="12" creationId="{D422AF46-F1D7-4A9E-A55A-15C961AF1E96}"/>
          </ac:spMkLst>
        </pc:spChg>
      </pc:sldChg>
      <pc:sldChg chg="modSp">
        <pc:chgData name="STINMAN, SARAH {PEP}" userId="7ba4b78f-fa27-4e6d-aa4f-40599a67c64c" providerId="ADAL" clId="{ABD999B2-6AD0-40BC-BB07-D307B1A0E4DA}" dt="2020-07-08T20:54:02.266" v="80" actId="1076"/>
        <pc:sldMkLst>
          <pc:docMk/>
          <pc:sldMk cId="4033492564" sldId="531"/>
        </pc:sldMkLst>
        <pc:spChg chg="mod">
          <ac:chgData name="STINMAN, SARAH {PEP}" userId="7ba4b78f-fa27-4e6d-aa4f-40599a67c64c" providerId="ADAL" clId="{ABD999B2-6AD0-40BC-BB07-D307B1A0E4DA}" dt="2020-07-08T20:54:02.266" v="80" actId="1076"/>
          <ac:spMkLst>
            <pc:docMk/>
            <pc:sldMk cId="4033492564" sldId="531"/>
            <ac:spMk id="9" creationId="{15381EAF-E23D-457E-A1F7-68785CBF9EB6}"/>
          </ac:spMkLst>
        </pc:spChg>
      </pc:sldChg>
      <pc:sldChg chg="modSp">
        <pc:chgData name="STINMAN, SARAH {PEP}" userId="7ba4b78f-fa27-4e6d-aa4f-40599a67c64c" providerId="ADAL" clId="{ABD999B2-6AD0-40BC-BB07-D307B1A0E4DA}" dt="2020-07-08T20:54:10.027" v="85" actId="1076"/>
        <pc:sldMkLst>
          <pc:docMk/>
          <pc:sldMk cId="907637395" sldId="533"/>
        </pc:sldMkLst>
        <pc:spChg chg="mod">
          <ac:chgData name="STINMAN, SARAH {PEP}" userId="7ba4b78f-fa27-4e6d-aa4f-40599a67c64c" providerId="ADAL" clId="{ABD999B2-6AD0-40BC-BB07-D307B1A0E4DA}" dt="2020-07-08T20:54:10.027" v="85" actId="1076"/>
          <ac:spMkLst>
            <pc:docMk/>
            <pc:sldMk cId="907637395" sldId="533"/>
            <ac:spMk id="9" creationId="{15381EAF-E23D-457E-A1F7-68785CBF9EB6}"/>
          </ac:spMkLst>
        </pc:spChg>
      </pc:sldChg>
      <pc:sldChg chg="modSp">
        <pc:chgData name="STINMAN, SARAH {PEP}" userId="7ba4b78f-fa27-4e6d-aa4f-40599a67c64c" providerId="ADAL" clId="{ABD999B2-6AD0-40BC-BB07-D307B1A0E4DA}" dt="2020-07-08T20:53:30.270" v="70" actId="1076"/>
        <pc:sldMkLst>
          <pc:docMk/>
          <pc:sldMk cId="1426850970" sldId="535"/>
        </pc:sldMkLst>
        <pc:spChg chg="mod">
          <ac:chgData name="STINMAN, SARAH {PEP}" userId="7ba4b78f-fa27-4e6d-aa4f-40599a67c64c" providerId="ADAL" clId="{ABD999B2-6AD0-40BC-BB07-D307B1A0E4DA}" dt="2020-07-08T20:53:30.270" v="70" actId="1076"/>
          <ac:spMkLst>
            <pc:docMk/>
            <pc:sldMk cId="1426850970" sldId="535"/>
            <ac:spMk id="17" creationId="{F4EA358E-F5EC-4401-90FE-5F392D415A6F}"/>
          </ac:spMkLst>
        </pc:spChg>
      </pc:sldChg>
      <pc:sldChg chg="modSp">
        <pc:chgData name="STINMAN, SARAH {PEP}" userId="7ba4b78f-fa27-4e6d-aa4f-40599a67c64c" providerId="ADAL" clId="{ABD999B2-6AD0-40BC-BB07-D307B1A0E4DA}" dt="2020-07-08T20:55:39.046" v="113" actId="1076"/>
        <pc:sldMkLst>
          <pc:docMk/>
          <pc:sldMk cId="225531401" sldId="537"/>
        </pc:sldMkLst>
        <pc:spChg chg="mod">
          <ac:chgData name="STINMAN, SARAH {PEP}" userId="7ba4b78f-fa27-4e6d-aa4f-40599a67c64c" providerId="ADAL" clId="{ABD999B2-6AD0-40BC-BB07-D307B1A0E4DA}" dt="2020-07-08T20:55:39.046" v="113" actId="1076"/>
          <ac:spMkLst>
            <pc:docMk/>
            <pc:sldMk cId="225531401" sldId="537"/>
            <ac:spMk id="3" creationId="{EA8AE3D4-EE87-4661-919D-C76886387C87}"/>
          </ac:spMkLst>
        </pc:spChg>
      </pc:sldChg>
      <pc:sldChg chg="modSp">
        <pc:chgData name="STINMAN, SARAH {PEP}" userId="7ba4b78f-fa27-4e6d-aa4f-40599a67c64c" providerId="ADAL" clId="{ABD999B2-6AD0-40BC-BB07-D307B1A0E4DA}" dt="2020-07-08T20:55:50.328" v="117" actId="1076"/>
        <pc:sldMkLst>
          <pc:docMk/>
          <pc:sldMk cId="4119250123" sldId="538"/>
        </pc:sldMkLst>
        <pc:spChg chg="mod">
          <ac:chgData name="STINMAN, SARAH {PEP}" userId="7ba4b78f-fa27-4e6d-aa4f-40599a67c64c" providerId="ADAL" clId="{ABD999B2-6AD0-40BC-BB07-D307B1A0E4DA}" dt="2020-07-08T20:55:50.328" v="117" actId="1076"/>
          <ac:spMkLst>
            <pc:docMk/>
            <pc:sldMk cId="4119250123" sldId="538"/>
            <ac:spMk id="9" creationId="{CA1F9E49-1DE5-4771-A197-D6BA61B40E21}"/>
          </ac:spMkLst>
        </pc:spChg>
      </pc:sldChg>
      <pc:sldChg chg="modSp">
        <pc:chgData name="STINMAN, SARAH {PEP}" userId="7ba4b78f-fa27-4e6d-aa4f-40599a67c64c" providerId="ADAL" clId="{ABD999B2-6AD0-40BC-BB07-D307B1A0E4DA}" dt="2020-07-08T20:51:31.158" v="11" actId="1076"/>
        <pc:sldMkLst>
          <pc:docMk/>
          <pc:sldMk cId="2414431274" sldId="548"/>
        </pc:sldMkLst>
        <pc:spChg chg="mod">
          <ac:chgData name="STINMAN, SARAH {PEP}" userId="7ba4b78f-fa27-4e6d-aa4f-40599a67c64c" providerId="ADAL" clId="{ABD999B2-6AD0-40BC-BB07-D307B1A0E4DA}" dt="2020-07-08T20:51:31.158" v="11" actId="1076"/>
          <ac:spMkLst>
            <pc:docMk/>
            <pc:sldMk cId="2414431274" sldId="548"/>
            <ac:spMk id="30" creationId="{9D08A139-5397-431F-AE71-9102B4F6FBD8}"/>
          </ac:spMkLst>
        </pc:spChg>
      </pc:sldChg>
      <pc:sldChg chg="modSp">
        <pc:chgData name="STINMAN, SARAH {PEP}" userId="7ba4b78f-fa27-4e6d-aa4f-40599a67c64c" providerId="ADAL" clId="{ABD999B2-6AD0-40BC-BB07-D307B1A0E4DA}" dt="2020-07-08T20:52:27.518" v="25" actId="1076"/>
        <pc:sldMkLst>
          <pc:docMk/>
          <pc:sldMk cId="353675621" sldId="572"/>
        </pc:sldMkLst>
        <pc:spChg chg="mod">
          <ac:chgData name="STINMAN, SARAH {PEP}" userId="7ba4b78f-fa27-4e6d-aa4f-40599a67c64c" providerId="ADAL" clId="{ABD999B2-6AD0-40BC-BB07-D307B1A0E4DA}" dt="2020-07-08T20:52:27.518" v="25" actId="1076"/>
          <ac:spMkLst>
            <pc:docMk/>
            <pc:sldMk cId="353675621" sldId="572"/>
            <ac:spMk id="35" creationId="{148BCCB5-B710-49CA-9A29-202D36947946}"/>
          </ac:spMkLst>
        </pc:spChg>
      </pc:sldChg>
      <pc:sldChg chg="modSp">
        <pc:chgData name="STINMAN, SARAH {PEP}" userId="7ba4b78f-fa27-4e6d-aa4f-40599a67c64c" providerId="ADAL" clId="{ABD999B2-6AD0-40BC-BB07-D307B1A0E4DA}" dt="2020-07-08T20:55:20.212" v="108" actId="1076"/>
        <pc:sldMkLst>
          <pc:docMk/>
          <pc:sldMk cId="4238450680" sldId="573"/>
        </pc:sldMkLst>
        <pc:spChg chg="mod">
          <ac:chgData name="STINMAN, SARAH {PEP}" userId="7ba4b78f-fa27-4e6d-aa4f-40599a67c64c" providerId="ADAL" clId="{ABD999B2-6AD0-40BC-BB07-D307B1A0E4DA}" dt="2020-07-08T20:55:20.212" v="108" actId="1076"/>
          <ac:spMkLst>
            <pc:docMk/>
            <pc:sldMk cId="4238450680" sldId="573"/>
            <ac:spMk id="12" creationId="{ADFCDEF5-B2BB-F84C-BEC2-44EE54A56919}"/>
          </ac:spMkLst>
        </pc:spChg>
      </pc:sldChg>
      <pc:sldChg chg="modSp add ord">
        <pc:chgData name="STINMAN, SARAH {PEP}" userId="7ba4b78f-fa27-4e6d-aa4f-40599a67c64c" providerId="ADAL" clId="{ABD999B2-6AD0-40BC-BB07-D307B1A0E4DA}" dt="2020-07-08T20:52:49.853" v="60" actId="20577"/>
        <pc:sldMkLst>
          <pc:docMk/>
          <pc:sldMk cId="3083756637" sldId="575"/>
        </pc:sldMkLst>
        <pc:spChg chg="mod">
          <ac:chgData name="STINMAN, SARAH {PEP}" userId="7ba4b78f-fa27-4e6d-aa4f-40599a67c64c" providerId="ADAL" clId="{ABD999B2-6AD0-40BC-BB07-D307B1A0E4DA}" dt="2020-07-08T20:52:49.853" v="60" actId="20577"/>
          <ac:spMkLst>
            <pc:docMk/>
            <pc:sldMk cId="3083756637" sldId="575"/>
            <ac:spMk id="2" creationId="{BBC4A917-FBA0-F84B-928F-A17480459FBD}"/>
          </ac:spMkLst>
        </pc:spChg>
      </pc:sldChg>
      <pc:sldChg chg="add">
        <pc:chgData name="STINMAN, SARAH {PEP}" userId="7ba4b78f-fa27-4e6d-aa4f-40599a67c64c" providerId="ADAL" clId="{ABD999B2-6AD0-40BC-BB07-D307B1A0E4DA}" dt="2020-07-08T20:57:51.671" v="134"/>
        <pc:sldMkLst>
          <pc:docMk/>
          <pc:sldMk cId="3638256895" sldId="576"/>
        </pc:sldMkLst>
      </pc:sldChg>
      <pc:sldMasterChg chg="addSldLayout">
        <pc:chgData name="STINMAN, SARAH {PEP}" userId="7ba4b78f-fa27-4e6d-aa4f-40599a67c64c" providerId="ADAL" clId="{ABD999B2-6AD0-40BC-BB07-D307B1A0E4DA}" dt="2020-07-08T20:51:47.724" v="12" actId="27028"/>
        <pc:sldMasterMkLst>
          <pc:docMk/>
          <pc:sldMasterMk cId="3469909031" sldId="2147483648"/>
        </pc:sldMasterMkLst>
        <pc:sldLayoutChg chg="add">
          <pc:chgData name="STINMAN, SARAH {PEP}" userId="7ba4b78f-fa27-4e6d-aa4f-40599a67c64c" providerId="ADAL" clId="{ABD999B2-6AD0-40BC-BB07-D307B1A0E4DA}" dt="2020-07-08T20:51:47.724" v="12" actId="27028"/>
          <pc:sldLayoutMkLst>
            <pc:docMk/>
            <pc:sldMasterMk cId="3469909031" sldId="2147483648"/>
            <pc:sldLayoutMk cId="4044573129" sldId="2147483689"/>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5308374399190891"/>
          <c:y val="9.2116160059189836E-2"/>
          <c:w val="0.7911143563468569"/>
          <c:h val="0.83456045378876631"/>
        </c:manualLayout>
      </c:layout>
      <c:barChart>
        <c:barDir val="col"/>
        <c:grouping val="clustered"/>
        <c:varyColors val="0"/>
        <c:ser>
          <c:idx val="0"/>
          <c:order val="0"/>
          <c:spPr>
            <a:solidFill>
              <a:schemeClr val="bg1"/>
            </a:solidFill>
            <a:ln w="15875">
              <a:solidFill>
                <a:schemeClr val="tx1"/>
              </a:solidFill>
            </a:ln>
          </c:spPr>
          <c:invertIfNegative val="0"/>
          <c:val>
            <c:numRef>
              <c:f>Sheet1!$C$3:$C$5</c:f>
              <c:numCache>
                <c:formatCode>General</c:formatCode>
                <c:ptCount val="3"/>
                <c:pt idx="0">
                  <c:v>1.3</c:v>
                </c:pt>
                <c:pt idx="1">
                  <c:v>5.45</c:v>
                </c:pt>
                <c:pt idx="2">
                  <c:v>13.5</c:v>
                </c:pt>
              </c:numCache>
            </c:numRef>
          </c:val>
          <c:extLst>
            <c:ext xmlns:c16="http://schemas.microsoft.com/office/drawing/2014/chart" uri="{C3380CC4-5D6E-409C-BE32-E72D297353CC}">
              <c16:uniqueId val="{00000000-4641-4ADA-888D-1407A6427EEF}"/>
            </c:ext>
          </c:extLst>
        </c:ser>
        <c:dLbls>
          <c:showLegendKey val="0"/>
          <c:showVal val="0"/>
          <c:showCatName val="0"/>
          <c:showSerName val="0"/>
          <c:showPercent val="0"/>
          <c:showBubbleSize val="0"/>
        </c:dLbls>
        <c:gapWidth val="51"/>
        <c:axId val="204627968"/>
        <c:axId val="204629504"/>
      </c:barChart>
      <c:catAx>
        <c:axId val="204627968"/>
        <c:scaling>
          <c:orientation val="minMax"/>
        </c:scaling>
        <c:delete val="0"/>
        <c:axPos val="b"/>
        <c:majorTickMark val="out"/>
        <c:minorTickMark val="none"/>
        <c:tickLblPos val="none"/>
        <c:crossAx val="204629504"/>
        <c:crosses val="autoZero"/>
        <c:auto val="1"/>
        <c:lblAlgn val="ctr"/>
        <c:lblOffset val="100"/>
        <c:noMultiLvlLbl val="0"/>
      </c:catAx>
      <c:valAx>
        <c:axId val="204629504"/>
        <c:scaling>
          <c:orientation val="minMax"/>
          <c:max val="15"/>
          <c:min val="0"/>
        </c:scaling>
        <c:delete val="0"/>
        <c:axPos val="l"/>
        <c:numFmt formatCode="General" sourceLinked="1"/>
        <c:majorTickMark val="out"/>
        <c:minorTickMark val="none"/>
        <c:tickLblPos val="nextTo"/>
        <c:txPr>
          <a:bodyPr/>
          <a:lstStyle/>
          <a:p>
            <a:pPr>
              <a:defRPr sz="1200"/>
            </a:pPr>
            <a:endParaRPr lang="en-US"/>
          </a:p>
        </c:txPr>
        <c:crossAx val="204627968"/>
        <c:crosses val="autoZero"/>
        <c:crossBetween val="between"/>
        <c:majorUnit val="3"/>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tx1"/>
            </a:solidFill>
            <a:ln>
              <a:noFill/>
            </a:ln>
            <a:effectLst/>
          </c:spPr>
          <c:invertIfNegative val="0"/>
          <c:errBars>
            <c:errBarType val="plus"/>
            <c:errValType val="cust"/>
            <c:noEndCap val="0"/>
            <c:plus>
              <c:numRef>
                <c:f>Sheet1!$D$1:$D$5</c:f>
                <c:numCache>
                  <c:formatCode>General</c:formatCode>
                  <c:ptCount val="5"/>
                  <c:pt idx="0">
                    <c:v>0.34</c:v>
                  </c:pt>
                  <c:pt idx="1">
                    <c:v>0.38</c:v>
                  </c:pt>
                  <c:pt idx="2">
                    <c:v>0.42</c:v>
                  </c:pt>
                  <c:pt idx="3">
                    <c:v>0.56999999999999995</c:v>
                  </c:pt>
                  <c:pt idx="4">
                    <c:v>0.7</c:v>
                  </c:pt>
                </c:numCache>
              </c:numRef>
            </c:plus>
            <c:minus>
              <c:numLit>
                <c:formatCode>General</c:formatCode>
                <c:ptCount val="1"/>
                <c:pt idx="0">
                  <c:v>1</c:v>
                </c:pt>
              </c:numLit>
            </c:minus>
            <c:spPr>
              <a:noFill/>
              <a:ln w="9525" cap="flat" cmpd="sng" algn="ctr">
                <a:solidFill>
                  <a:schemeClr val="tx1">
                    <a:lumMod val="65000"/>
                    <a:lumOff val="35000"/>
                  </a:schemeClr>
                </a:solidFill>
                <a:round/>
              </a:ln>
              <a:effectLst/>
            </c:spPr>
          </c:errBars>
          <c:val>
            <c:numRef>
              <c:f>Sheet1!$C$1:$C$5</c:f>
              <c:numCache>
                <c:formatCode>General</c:formatCode>
                <c:ptCount val="5"/>
                <c:pt idx="0">
                  <c:v>0.83</c:v>
                </c:pt>
                <c:pt idx="1">
                  <c:v>0.94</c:v>
                </c:pt>
                <c:pt idx="2">
                  <c:v>0.95</c:v>
                </c:pt>
                <c:pt idx="3">
                  <c:v>1.28</c:v>
                </c:pt>
                <c:pt idx="4">
                  <c:v>1.51</c:v>
                </c:pt>
              </c:numCache>
            </c:numRef>
          </c:val>
          <c:extLst>
            <c:ext xmlns:c16="http://schemas.microsoft.com/office/drawing/2014/chart" uri="{C3380CC4-5D6E-409C-BE32-E72D297353CC}">
              <c16:uniqueId val="{00000000-3109-483A-85D2-DD52B608CE42}"/>
            </c:ext>
          </c:extLst>
        </c:ser>
        <c:dLbls>
          <c:showLegendKey val="0"/>
          <c:showVal val="0"/>
          <c:showCatName val="0"/>
          <c:showSerName val="0"/>
          <c:showPercent val="0"/>
          <c:showBubbleSize val="0"/>
        </c:dLbls>
        <c:gapWidth val="219"/>
        <c:overlap val="-27"/>
        <c:axId val="499751352"/>
        <c:axId val="499746104"/>
      </c:barChart>
      <c:catAx>
        <c:axId val="499751352"/>
        <c:scaling>
          <c:orientation val="minMax"/>
        </c:scaling>
        <c:delete val="0"/>
        <c:axPos val="b"/>
        <c:majorTickMark val="none"/>
        <c:minorTickMark val="none"/>
        <c:tickLblPos val="none"/>
        <c:spPr>
          <a:solidFill>
            <a:schemeClr val="tx1"/>
          </a:solid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746104"/>
        <c:crosses val="autoZero"/>
        <c:auto val="1"/>
        <c:lblAlgn val="ctr"/>
        <c:lblOffset val="100"/>
        <c:noMultiLvlLbl val="0"/>
      </c:catAx>
      <c:valAx>
        <c:axId val="499746104"/>
        <c:scaling>
          <c:orientation val="minMax"/>
        </c:scaling>
        <c:delete val="0"/>
        <c:axPos val="l"/>
        <c:numFmt formatCode="#,##0.0" sourceLinked="0"/>
        <c:majorTickMark val="out"/>
        <c:minorTickMark val="none"/>
        <c:tickLblPos val="nextTo"/>
        <c:spPr>
          <a:solidFill>
            <a:sysClr val="window" lastClr="FFFFFF"/>
          </a:solidFill>
          <a:ln>
            <a:solidFill>
              <a:sysClr val="windowText" lastClr="000000"/>
            </a:solid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n-US"/>
          </a:p>
        </c:txPr>
        <c:crossAx val="4997513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tx1"/>
            </a:solidFill>
            <a:ln>
              <a:noFill/>
            </a:ln>
            <a:effectLst/>
          </c:spPr>
          <c:invertIfNegative val="0"/>
          <c:errBars>
            <c:errBarType val="plus"/>
            <c:errValType val="cust"/>
            <c:noEndCap val="0"/>
            <c:plus>
              <c:numRef>
                <c:f>Sheet1!$D$24:$D$28</c:f>
                <c:numCache>
                  <c:formatCode>General</c:formatCode>
                  <c:ptCount val="5"/>
                  <c:pt idx="0">
                    <c:v>14.7</c:v>
                  </c:pt>
                  <c:pt idx="1">
                    <c:v>19.2</c:v>
                  </c:pt>
                  <c:pt idx="2">
                    <c:v>21.2</c:v>
                  </c:pt>
                  <c:pt idx="3">
                    <c:v>27.8</c:v>
                  </c:pt>
                  <c:pt idx="4">
                    <c:v>36.799999999999997</c:v>
                  </c:pt>
                </c:numCache>
              </c:numRef>
            </c:plus>
            <c:minus>
              <c:numLit>
                <c:formatCode>General</c:formatCode>
                <c:ptCount val="1"/>
                <c:pt idx="0">
                  <c:v>1</c:v>
                </c:pt>
              </c:numLit>
            </c:minus>
            <c:spPr>
              <a:noFill/>
              <a:ln w="9525" cap="flat" cmpd="sng" algn="ctr">
                <a:solidFill>
                  <a:schemeClr val="tx1">
                    <a:lumMod val="65000"/>
                    <a:lumOff val="35000"/>
                  </a:schemeClr>
                </a:solidFill>
                <a:round/>
              </a:ln>
              <a:effectLst/>
            </c:spPr>
          </c:errBars>
          <c:val>
            <c:numRef>
              <c:f>Sheet1!$C$24:$C$28</c:f>
              <c:numCache>
                <c:formatCode>General</c:formatCode>
                <c:ptCount val="5"/>
                <c:pt idx="0">
                  <c:v>27.2</c:v>
                </c:pt>
                <c:pt idx="1">
                  <c:v>34.6</c:v>
                </c:pt>
                <c:pt idx="2">
                  <c:v>34.5</c:v>
                </c:pt>
                <c:pt idx="3">
                  <c:v>51.7</c:v>
                </c:pt>
                <c:pt idx="4">
                  <c:v>55.9</c:v>
                </c:pt>
              </c:numCache>
            </c:numRef>
          </c:val>
          <c:extLst>
            <c:ext xmlns:c16="http://schemas.microsoft.com/office/drawing/2014/chart" uri="{C3380CC4-5D6E-409C-BE32-E72D297353CC}">
              <c16:uniqueId val="{00000000-7DAB-4715-BACC-1F6A3A1A097F}"/>
            </c:ext>
          </c:extLst>
        </c:ser>
        <c:dLbls>
          <c:showLegendKey val="0"/>
          <c:showVal val="0"/>
          <c:showCatName val="0"/>
          <c:showSerName val="0"/>
          <c:showPercent val="0"/>
          <c:showBubbleSize val="0"/>
        </c:dLbls>
        <c:gapWidth val="219"/>
        <c:overlap val="-27"/>
        <c:axId val="700290288"/>
        <c:axId val="700291928"/>
      </c:barChart>
      <c:catAx>
        <c:axId val="700290288"/>
        <c:scaling>
          <c:orientation val="minMax"/>
        </c:scaling>
        <c:delete val="0"/>
        <c:axPos val="b"/>
        <c:majorTickMark val="none"/>
        <c:minorTickMark val="none"/>
        <c:tickLblPos val="none"/>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0291928"/>
        <c:crosses val="autoZero"/>
        <c:auto val="1"/>
        <c:lblAlgn val="ctr"/>
        <c:lblOffset val="100"/>
        <c:noMultiLvlLbl val="0"/>
      </c:catAx>
      <c:valAx>
        <c:axId val="700291928"/>
        <c:scaling>
          <c:orientation val="minMax"/>
        </c:scaling>
        <c:delete val="0"/>
        <c:axPos val="l"/>
        <c:numFmt formatCode="General"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7002902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7A2734-0A4E-9944-8626-416DAA5BBB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A7C86DC-D40C-2346-871E-592FA5447A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537477-5561-2E47-89F8-62953E31865D}" type="datetimeFigureOut">
              <a:rPr lang="en-US" smtClean="0"/>
              <a:t>8/4/20</a:t>
            </a:fld>
            <a:endParaRPr lang="en-US"/>
          </a:p>
        </p:txBody>
      </p:sp>
      <p:sp>
        <p:nvSpPr>
          <p:cNvPr id="4" name="Footer Placeholder 3">
            <a:extLst>
              <a:ext uri="{FF2B5EF4-FFF2-40B4-BE49-F238E27FC236}">
                <a16:creationId xmlns:a16="http://schemas.microsoft.com/office/drawing/2014/main" id="{B503891D-744E-6644-BA5C-7C580506BC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02411E7-BDB9-B247-91D0-DFDEC84187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187A3F-5C8E-1640-BB6F-2054D2BAF940}" type="slidenum">
              <a:rPr lang="en-US" smtClean="0"/>
              <a:t>‹#›</a:t>
            </a:fld>
            <a:endParaRPr lang="en-US"/>
          </a:p>
        </p:txBody>
      </p:sp>
    </p:spTree>
    <p:extLst>
      <p:ext uri="{BB962C8B-B14F-4D97-AF65-F5344CB8AC3E}">
        <p14:creationId xmlns:p14="http://schemas.microsoft.com/office/powerpoint/2010/main" val="6676343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87C31-A4B6-4429-B228-640E4F150BF7}" type="datetimeFigureOut">
              <a:rPr lang="en-US" smtClean="0"/>
              <a:t>8/4/20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A746D-278C-4F61-8359-6BFCF8F5CA7E}" type="slidenum">
              <a:rPr lang="en-US" smtClean="0"/>
              <a:t>‹#›</a:t>
            </a:fld>
            <a:endParaRPr lang="en-US"/>
          </a:p>
        </p:txBody>
      </p:sp>
    </p:spTree>
    <p:extLst>
      <p:ext uri="{BB962C8B-B14F-4D97-AF65-F5344CB8AC3E}">
        <p14:creationId xmlns:p14="http://schemas.microsoft.com/office/powerpoint/2010/main" val="145676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D7EC11-17CF-D74D-86B3-842A85F880D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10407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descr="A picture containing street, traffic, sign&#10;&#10;Description automatically generated">
            <a:extLst>
              <a:ext uri="{FF2B5EF4-FFF2-40B4-BE49-F238E27FC236}">
                <a16:creationId xmlns:a16="http://schemas.microsoft.com/office/drawing/2014/main" id="{7B9337D8-1893-C248-B4AC-516CED1101A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0232" cy="6858000"/>
          </a:xfrm>
          <a:prstGeom prst="rect">
            <a:avLst/>
          </a:prstGeom>
        </p:spPr>
      </p:pic>
      <p:sp>
        <p:nvSpPr>
          <p:cNvPr id="6" name="Rectangle 7">
            <a:extLst>
              <a:ext uri="{FF2B5EF4-FFF2-40B4-BE49-F238E27FC236}">
                <a16:creationId xmlns:a16="http://schemas.microsoft.com/office/drawing/2014/main" id="{64054635-2320-F84A-B2AF-E9B9797547DA}"/>
              </a:ext>
            </a:extLst>
          </p:cNvPr>
          <p:cNvSpPr/>
          <p:nvPr userDrawn="1"/>
        </p:nvSpPr>
        <p:spPr>
          <a:xfrm>
            <a:off x="1" y="2535382"/>
            <a:ext cx="9118599" cy="1537854"/>
          </a:xfrm>
          <a:custGeom>
            <a:avLst/>
            <a:gdLst>
              <a:gd name="connsiteX0" fmla="*/ 0 w 9100457"/>
              <a:gd name="connsiteY0" fmla="*/ 0 h 1537854"/>
              <a:gd name="connsiteX1" fmla="*/ 9100457 w 9100457"/>
              <a:gd name="connsiteY1" fmla="*/ 0 h 1537854"/>
              <a:gd name="connsiteX2" fmla="*/ 9100457 w 9100457"/>
              <a:gd name="connsiteY2" fmla="*/ 1537854 h 1537854"/>
              <a:gd name="connsiteX3" fmla="*/ 0 w 9100457"/>
              <a:gd name="connsiteY3" fmla="*/ 1537854 h 1537854"/>
              <a:gd name="connsiteX4" fmla="*/ 0 w 9100457"/>
              <a:gd name="connsiteY4" fmla="*/ 0 h 1537854"/>
              <a:gd name="connsiteX0" fmla="*/ 0 w 9100457"/>
              <a:gd name="connsiteY0" fmla="*/ 0 h 1537854"/>
              <a:gd name="connsiteX1" fmla="*/ 7946571 w 9100457"/>
              <a:gd name="connsiteY1" fmla="*/ 0 h 1537854"/>
              <a:gd name="connsiteX2" fmla="*/ 9100457 w 9100457"/>
              <a:gd name="connsiteY2" fmla="*/ 1537854 h 1537854"/>
              <a:gd name="connsiteX3" fmla="*/ 0 w 9100457"/>
              <a:gd name="connsiteY3" fmla="*/ 1537854 h 1537854"/>
              <a:gd name="connsiteX4" fmla="*/ 0 w 9100457"/>
              <a:gd name="connsiteY4" fmla="*/ 0 h 1537854"/>
              <a:gd name="connsiteX0" fmla="*/ 0 w 9232348"/>
              <a:gd name="connsiteY0" fmla="*/ 0 h 1559626"/>
              <a:gd name="connsiteX1" fmla="*/ 7946571 w 9232348"/>
              <a:gd name="connsiteY1" fmla="*/ 0 h 1559626"/>
              <a:gd name="connsiteX2" fmla="*/ 9232348 w 9232348"/>
              <a:gd name="connsiteY2" fmla="*/ 1559626 h 1559626"/>
              <a:gd name="connsiteX3" fmla="*/ 0 w 9232348"/>
              <a:gd name="connsiteY3" fmla="*/ 1537854 h 1559626"/>
              <a:gd name="connsiteX4" fmla="*/ 0 w 9232348"/>
              <a:gd name="connsiteY4" fmla="*/ 0 h 1559626"/>
              <a:gd name="connsiteX0" fmla="*/ 0 w 9168234"/>
              <a:gd name="connsiteY0" fmla="*/ 0 h 1537854"/>
              <a:gd name="connsiteX1" fmla="*/ 7946571 w 9168234"/>
              <a:gd name="connsiteY1" fmla="*/ 0 h 1537854"/>
              <a:gd name="connsiteX2" fmla="*/ 9168234 w 9168234"/>
              <a:gd name="connsiteY2" fmla="*/ 1534226 h 1537854"/>
              <a:gd name="connsiteX3" fmla="*/ 0 w 9168234"/>
              <a:gd name="connsiteY3" fmla="*/ 1537854 h 1537854"/>
              <a:gd name="connsiteX4" fmla="*/ 0 w 9168234"/>
              <a:gd name="connsiteY4" fmla="*/ 0 h 1537854"/>
              <a:gd name="connsiteX0" fmla="*/ 0 w 9168234"/>
              <a:gd name="connsiteY0" fmla="*/ 0 h 1537854"/>
              <a:gd name="connsiteX1" fmla="*/ 7985039 w 9168234"/>
              <a:gd name="connsiteY1" fmla="*/ 12700 h 1537854"/>
              <a:gd name="connsiteX2" fmla="*/ 9168234 w 9168234"/>
              <a:gd name="connsiteY2" fmla="*/ 1534226 h 1537854"/>
              <a:gd name="connsiteX3" fmla="*/ 0 w 9168234"/>
              <a:gd name="connsiteY3" fmla="*/ 1537854 h 1537854"/>
              <a:gd name="connsiteX4" fmla="*/ 0 w 9168234"/>
              <a:gd name="connsiteY4" fmla="*/ 0 h 1537854"/>
              <a:gd name="connsiteX0" fmla="*/ 0 w 9206702"/>
              <a:gd name="connsiteY0" fmla="*/ 0 h 1537854"/>
              <a:gd name="connsiteX1" fmla="*/ 7985039 w 9206702"/>
              <a:gd name="connsiteY1" fmla="*/ 12700 h 1537854"/>
              <a:gd name="connsiteX2" fmla="*/ 9206702 w 9206702"/>
              <a:gd name="connsiteY2" fmla="*/ 1534226 h 1537854"/>
              <a:gd name="connsiteX3" fmla="*/ 0 w 9206702"/>
              <a:gd name="connsiteY3" fmla="*/ 1537854 h 1537854"/>
              <a:gd name="connsiteX4" fmla="*/ 0 w 9206702"/>
              <a:gd name="connsiteY4" fmla="*/ 0 h 15378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6702" h="1537854">
                <a:moveTo>
                  <a:pt x="0" y="0"/>
                </a:moveTo>
                <a:lnTo>
                  <a:pt x="7985039" y="12700"/>
                </a:lnTo>
                <a:lnTo>
                  <a:pt x="9206702" y="1534226"/>
                </a:lnTo>
                <a:lnTo>
                  <a:pt x="0" y="1537854"/>
                </a:lnTo>
                <a:lnTo>
                  <a:pt x="0" y="0"/>
                </a:lnTo>
                <a:close/>
              </a:path>
            </a:pathLst>
          </a:custGeom>
          <a:solidFill>
            <a:schemeClr val="tx1">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FB24AB9-28A4-5545-9CBC-4A67C1581F95}"/>
              </a:ext>
            </a:extLst>
          </p:cNvPr>
          <p:cNvSpPr/>
          <p:nvPr userDrawn="1"/>
        </p:nvSpPr>
        <p:spPr>
          <a:xfrm>
            <a:off x="0" y="5816600"/>
            <a:ext cx="12222506" cy="10414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close up of a sign&#10;&#10;Description automatically generated">
            <a:extLst>
              <a:ext uri="{FF2B5EF4-FFF2-40B4-BE49-F238E27FC236}">
                <a16:creationId xmlns:a16="http://schemas.microsoft.com/office/drawing/2014/main" id="{D5E946A8-4D09-814B-AFBF-93A0CA06182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372179" y="20555"/>
            <a:ext cx="3850327" cy="5775491"/>
          </a:xfrm>
          <a:prstGeom prst="rect">
            <a:avLst/>
          </a:prstGeom>
        </p:spPr>
      </p:pic>
      <p:sp>
        <p:nvSpPr>
          <p:cNvPr id="13" name="Title 12">
            <a:extLst>
              <a:ext uri="{FF2B5EF4-FFF2-40B4-BE49-F238E27FC236}">
                <a16:creationId xmlns:a16="http://schemas.microsoft.com/office/drawing/2014/main" id="{02302A00-61B1-9E44-8FE6-1764466D165D}"/>
              </a:ext>
            </a:extLst>
          </p:cNvPr>
          <p:cNvSpPr>
            <a:spLocks noGrp="1"/>
          </p:cNvSpPr>
          <p:nvPr>
            <p:ph type="title" hasCustomPrompt="1"/>
          </p:nvPr>
        </p:nvSpPr>
        <p:spPr>
          <a:xfrm>
            <a:off x="377203" y="2828807"/>
            <a:ext cx="7084954" cy="1039862"/>
          </a:xfrm>
        </p:spPr>
        <p:txBody>
          <a:bodyPr anchor="ctr">
            <a:noAutofit/>
          </a:bodyPr>
          <a:lstStyle>
            <a:lvl1pPr>
              <a:defRPr sz="4800">
                <a:solidFill>
                  <a:schemeClr val="bg1"/>
                </a:solidFill>
              </a:defRPr>
            </a:lvl1pPr>
          </a:lstStyle>
          <a:p>
            <a:r>
              <a:rPr lang="en-US"/>
              <a:t>TITLE ALL CAPS KEEP TO TWO LINES MAX</a:t>
            </a:r>
          </a:p>
        </p:txBody>
      </p:sp>
      <p:sp>
        <p:nvSpPr>
          <p:cNvPr id="8" name="TextBox 7">
            <a:extLst>
              <a:ext uri="{FF2B5EF4-FFF2-40B4-BE49-F238E27FC236}">
                <a16:creationId xmlns:a16="http://schemas.microsoft.com/office/drawing/2014/main" id="{C8EC874C-3B0E-294D-9D03-F0409CD63188}"/>
              </a:ext>
            </a:extLst>
          </p:cNvPr>
          <p:cNvSpPr txBox="1"/>
          <p:nvPr userDrawn="1"/>
        </p:nvSpPr>
        <p:spPr>
          <a:xfrm>
            <a:off x="8070575" y="5966191"/>
            <a:ext cx="3844072" cy="707886"/>
          </a:xfrm>
          <a:prstGeom prst="rect">
            <a:avLst/>
          </a:prstGeom>
          <a:noFill/>
        </p:spPr>
        <p:txBody>
          <a:bodyPr wrap="square" rtlCol="0">
            <a:spAutoFit/>
          </a:bodyPr>
          <a:lstStyle/>
          <a:p>
            <a:pPr algn="just"/>
            <a:r>
              <a:rPr lang="en-US" sz="1000" b="1" i="1" kern="1200" dirty="0">
                <a:solidFill>
                  <a:schemeClr val="bg1"/>
                </a:solidFill>
                <a:latin typeface="+mj-lt"/>
                <a:cs typeface="Avenir Light"/>
              </a:rPr>
              <a:t>Lecture content provided by GSSI, a division of PepsiCo, Inc. Any opinions or scientific interpretations expressed in this presentation are those of the author and do not necessarily reflect the position or policy of PepsiCo Inc.</a:t>
            </a:r>
            <a:endParaRPr lang="en-US" sz="1000" b="1" i="1" dirty="0">
              <a:solidFill>
                <a:schemeClr val="bg1"/>
              </a:solidFill>
              <a:latin typeface="+mj-lt"/>
              <a:cs typeface="Avenir Light"/>
            </a:endParaRPr>
          </a:p>
        </p:txBody>
      </p:sp>
    </p:spTree>
    <p:extLst>
      <p:ext uri="{BB962C8B-B14F-4D97-AF65-F5344CB8AC3E}">
        <p14:creationId xmlns:p14="http://schemas.microsoft.com/office/powerpoint/2010/main" val="2813540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9" name="Rectangle 4">
            <a:extLst>
              <a:ext uri="{FF2B5EF4-FFF2-40B4-BE49-F238E27FC236}">
                <a16:creationId xmlns:a16="http://schemas.microsoft.com/office/drawing/2014/main" id="{BE7449FD-C04A-364B-8909-92BAC0B4E5EB}"/>
              </a:ext>
            </a:extLst>
          </p:cNvPr>
          <p:cNvSpPr/>
          <p:nvPr userDrawn="1"/>
        </p:nvSpPr>
        <p:spPr>
          <a:xfrm>
            <a:off x="3860800" y="-15766"/>
            <a:ext cx="8331199" cy="6873765"/>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2680138 w 6096000"/>
              <a:gd name="connsiteY0" fmla="*/ 0 h 6873765"/>
              <a:gd name="connsiteX1" fmla="*/ 6096000 w 6096000"/>
              <a:gd name="connsiteY1" fmla="*/ 15765 h 6873765"/>
              <a:gd name="connsiteX2" fmla="*/ 6096000 w 6096000"/>
              <a:gd name="connsiteY2" fmla="*/ 6873765 h 6873765"/>
              <a:gd name="connsiteX3" fmla="*/ 0 w 6096000"/>
              <a:gd name="connsiteY3" fmla="*/ 6873765 h 6873765"/>
              <a:gd name="connsiteX4" fmla="*/ 2680138 w 6096000"/>
              <a:gd name="connsiteY4" fmla="*/ 0 h 6873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73765">
                <a:moveTo>
                  <a:pt x="2680138" y="0"/>
                </a:moveTo>
                <a:lnTo>
                  <a:pt x="6096000" y="15765"/>
                </a:lnTo>
                <a:lnTo>
                  <a:pt x="6096000" y="6873765"/>
                </a:lnTo>
                <a:lnTo>
                  <a:pt x="0" y="6873765"/>
                </a:lnTo>
                <a:lnTo>
                  <a:pt x="2680138" y="0"/>
                </a:lnTo>
                <a:close/>
              </a:path>
            </a:pathLst>
          </a:custGeom>
          <a:solidFill>
            <a:srgbClr val="036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sport, person, outdoor, surfing&#10;&#10;Description automatically generated">
            <a:extLst>
              <a:ext uri="{FF2B5EF4-FFF2-40B4-BE49-F238E27FC236}">
                <a16:creationId xmlns:a16="http://schemas.microsoft.com/office/drawing/2014/main" id="{4BB9679A-3FC5-894C-A827-33BA9F5B10B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99772" y="455665"/>
            <a:ext cx="6743700" cy="5575300"/>
          </a:xfrm>
          <a:prstGeom prst="rect">
            <a:avLst/>
          </a:prstGeom>
        </p:spPr>
      </p:pic>
      <p:sp>
        <p:nvSpPr>
          <p:cNvPr id="11" name="Rectangle 4">
            <a:extLst>
              <a:ext uri="{FF2B5EF4-FFF2-40B4-BE49-F238E27FC236}">
                <a16:creationId xmlns:a16="http://schemas.microsoft.com/office/drawing/2014/main" id="{7E9F4846-DE9A-F842-B167-75A13C998172}"/>
              </a:ext>
            </a:extLst>
          </p:cNvPr>
          <p:cNvSpPr/>
          <p:nvPr userDrawn="1"/>
        </p:nvSpPr>
        <p:spPr>
          <a:xfrm rot="10800000">
            <a:off x="482599" y="455666"/>
            <a:ext cx="6756400" cy="5574456"/>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2680138 w 6096000"/>
              <a:gd name="connsiteY0" fmla="*/ 0 h 6873765"/>
              <a:gd name="connsiteX1" fmla="*/ 6096000 w 6096000"/>
              <a:gd name="connsiteY1" fmla="*/ 15765 h 6873765"/>
              <a:gd name="connsiteX2" fmla="*/ 6096000 w 6096000"/>
              <a:gd name="connsiteY2" fmla="*/ 6873765 h 6873765"/>
              <a:gd name="connsiteX3" fmla="*/ 0 w 6096000"/>
              <a:gd name="connsiteY3" fmla="*/ 6873765 h 6873765"/>
              <a:gd name="connsiteX4" fmla="*/ 2680138 w 6096000"/>
              <a:gd name="connsiteY4" fmla="*/ 0 h 6873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73765">
                <a:moveTo>
                  <a:pt x="2680138" y="0"/>
                </a:moveTo>
                <a:lnTo>
                  <a:pt x="6096000" y="15765"/>
                </a:lnTo>
                <a:lnTo>
                  <a:pt x="6096000" y="6873765"/>
                </a:lnTo>
                <a:lnTo>
                  <a:pt x="0" y="6873765"/>
                </a:lnTo>
                <a:lnTo>
                  <a:pt x="2680138" y="0"/>
                </a:lnTo>
                <a:close/>
              </a:path>
            </a:pathLst>
          </a:cu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Rectangle 15">
            <a:extLst>
              <a:ext uri="{FF2B5EF4-FFF2-40B4-BE49-F238E27FC236}">
                <a16:creationId xmlns:a16="http://schemas.microsoft.com/office/drawing/2014/main" id="{94A539D8-BA56-F346-AE06-9E95F451D682}"/>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33D2753-F4A5-414F-B562-357DF0F3F936}"/>
              </a:ext>
            </a:extLst>
          </p:cNvPr>
          <p:cNvSpPr>
            <a:spLocks noGrp="1"/>
          </p:cNvSpPr>
          <p:nvPr>
            <p:ph type="title" hasCustomPrompt="1"/>
          </p:nvPr>
        </p:nvSpPr>
        <p:spPr>
          <a:xfrm>
            <a:off x="861848" y="2728448"/>
            <a:ext cx="4924355" cy="849858"/>
          </a:xfrm>
        </p:spPr>
        <p:txBody>
          <a:bodyPr anchor="ctr"/>
          <a:lstStyle>
            <a:lvl1pPr>
              <a:defRPr sz="4800">
                <a:solidFill>
                  <a:schemeClr val="bg1"/>
                </a:solidFill>
              </a:defRPr>
            </a:lvl1pPr>
          </a:lstStyle>
          <a:p>
            <a:r>
              <a:rPr lang="en-US"/>
              <a:t>DIVIDER SLIDE ALL CAPS</a:t>
            </a:r>
          </a:p>
        </p:txBody>
      </p:sp>
    </p:spTree>
    <p:extLst>
      <p:ext uri="{BB962C8B-B14F-4D97-AF65-F5344CB8AC3E}">
        <p14:creationId xmlns:p14="http://schemas.microsoft.com/office/powerpoint/2010/main" val="404457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ontent_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6539-61AD-4B43-83D9-4C5DE9F7482C}"/>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2B8559EC-3226-9F43-B96B-F405F0BF8BAE}"/>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9062FBCC-5BCB-294B-B3AC-265D67F1C7AF}"/>
              </a:ext>
            </a:extLst>
          </p:cNvPr>
          <p:cNvSpPr>
            <a:spLocks noGrp="1"/>
          </p:cNvSpPr>
          <p:nvPr>
            <p:ph type="body" sz="quarter" idx="10"/>
          </p:nvPr>
        </p:nvSpPr>
        <p:spPr>
          <a:xfrm>
            <a:off x="861847" y="1478583"/>
            <a:ext cx="10508569" cy="4546660"/>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932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Content_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6539-61AD-4B43-83D9-4C5DE9F7482C}"/>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2B8559EC-3226-9F43-B96B-F405F0BF8BAE}"/>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9062FBCC-5BCB-294B-B3AC-265D67F1C7AF}"/>
              </a:ext>
            </a:extLst>
          </p:cNvPr>
          <p:cNvSpPr>
            <a:spLocks noGrp="1"/>
          </p:cNvSpPr>
          <p:nvPr>
            <p:ph type="body" sz="quarter" idx="10"/>
          </p:nvPr>
        </p:nvSpPr>
        <p:spPr>
          <a:xfrm>
            <a:off x="843127" y="2057022"/>
            <a:ext cx="5031928" cy="3968221"/>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962B248B-69DD-CA4A-8C41-56A75F319CAB}"/>
              </a:ext>
            </a:extLst>
          </p:cNvPr>
          <p:cNvSpPr>
            <a:spLocks noGrp="1"/>
          </p:cNvSpPr>
          <p:nvPr>
            <p:ph type="body" sz="quarter" idx="11"/>
          </p:nvPr>
        </p:nvSpPr>
        <p:spPr>
          <a:xfrm>
            <a:off x="6316429" y="2057022"/>
            <a:ext cx="5031930" cy="3968221"/>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2">
            <a:extLst>
              <a:ext uri="{FF2B5EF4-FFF2-40B4-BE49-F238E27FC236}">
                <a16:creationId xmlns:a16="http://schemas.microsoft.com/office/drawing/2014/main" id="{95553D97-9A45-D449-90DD-88AFD4EF5C4D}"/>
              </a:ext>
            </a:extLst>
          </p:cNvPr>
          <p:cNvSpPr>
            <a:spLocks noGrp="1"/>
          </p:cNvSpPr>
          <p:nvPr>
            <p:ph type="body" sz="quarter" idx="12" hasCustomPrompt="1"/>
          </p:nvPr>
        </p:nvSpPr>
        <p:spPr>
          <a:xfrm>
            <a:off x="843642" y="1468367"/>
            <a:ext cx="5031929" cy="508219"/>
          </a:xfrm>
        </p:spPr>
        <p:txBody>
          <a:bodyPr anchor="ctr">
            <a:normAutofit/>
          </a:bodyPr>
          <a:lstStyle>
            <a:lvl1pPr>
              <a:defRPr sz="2400" b="1">
                <a:solidFill>
                  <a:schemeClr val="tx1"/>
                </a:solidFill>
              </a:defRPr>
            </a:lvl1pPr>
            <a:lvl2pPr marL="457200" indent="0">
              <a:buNone/>
              <a:defRPr/>
            </a:lvl2pPr>
          </a:lstStyle>
          <a:p>
            <a:pPr lvl="0"/>
            <a:r>
              <a:rPr lang="en-US"/>
              <a:t>Placeholder 1</a:t>
            </a:r>
          </a:p>
        </p:txBody>
      </p:sp>
      <p:sp>
        <p:nvSpPr>
          <p:cNvPr id="11" name="Text Placeholder 22">
            <a:extLst>
              <a:ext uri="{FF2B5EF4-FFF2-40B4-BE49-F238E27FC236}">
                <a16:creationId xmlns:a16="http://schemas.microsoft.com/office/drawing/2014/main" id="{000F90E5-C77F-954B-B396-F34ECF1A391D}"/>
              </a:ext>
            </a:extLst>
          </p:cNvPr>
          <p:cNvSpPr>
            <a:spLocks noGrp="1"/>
          </p:cNvSpPr>
          <p:nvPr>
            <p:ph type="body" sz="quarter" idx="13" hasCustomPrompt="1"/>
          </p:nvPr>
        </p:nvSpPr>
        <p:spPr>
          <a:xfrm>
            <a:off x="6316428" y="1468367"/>
            <a:ext cx="5031931" cy="508219"/>
          </a:xfrm>
        </p:spPr>
        <p:txBody>
          <a:bodyPr anchor="ctr">
            <a:normAutofit/>
          </a:bodyPr>
          <a:lstStyle>
            <a:lvl1pPr>
              <a:defRPr sz="2400" b="1">
                <a:solidFill>
                  <a:schemeClr val="tx1"/>
                </a:solidFill>
              </a:defRPr>
            </a:lvl1pPr>
            <a:lvl2pPr marL="457200" indent="0">
              <a:buNone/>
              <a:defRPr/>
            </a:lvl2pPr>
          </a:lstStyle>
          <a:p>
            <a:pPr lvl="0"/>
            <a:r>
              <a:rPr lang="en-US"/>
              <a:t>Placeholder 2</a:t>
            </a:r>
          </a:p>
        </p:txBody>
      </p:sp>
    </p:spTree>
    <p:extLst>
      <p:ext uri="{BB962C8B-B14F-4D97-AF65-F5344CB8AC3E}">
        <p14:creationId xmlns:p14="http://schemas.microsoft.com/office/powerpoint/2010/main" val="4001664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 Content_L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A612E11-3D88-B249-B591-0D6E5779532B}"/>
              </a:ext>
            </a:extLst>
          </p:cNvPr>
          <p:cNvSpPr/>
          <p:nvPr userDrawn="1"/>
        </p:nvSpPr>
        <p:spPr>
          <a:xfrm flipH="1" flipV="1">
            <a:off x="6104453" y="0"/>
            <a:ext cx="90395" cy="6577197"/>
          </a:xfrm>
          <a:prstGeom prst="rect">
            <a:avLst/>
          </a:prstGeom>
          <a:solidFill>
            <a:srgbClr val="036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C42000-73DE-3F43-8396-8EFDBDDFAC72}"/>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A6539-61AD-4B43-83D9-4C5DE9F7482C}"/>
              </a:ext>
            </a:extLst>
          </p:cNvPr>
          <p:cNvSpPr>
            <a:spLocks noGrp="1"/>
          </p:cNvSpPr>
          <p:nvPr>
            <p:ph type="title"/>
          </p:nvPr>
        </p:nvSpPr>
        <p:spPr>
          <a:xfrm>
            <a:off x="6393859" y="538073"/>
            <a:ext cx="5475837" cy="849858"/>
          </a:xfrm>
        </p:spPr>
        <p:txBody>
          <a:bodyPr/>
          <a:lstStyle/>
          <a:p>
            <a:r>
              <a:rPr lang="en-US"/>
              <a:t>Click to edit Master title style</a:t>
            </a:r>
          </a:p>
        </p:txBody>
      </p:sp>
      <p:sp>
        <p:nvSpPr>
          <p:cNvPr id="8" name="Text Placeholder 7">
            <a:extLst>
              <a:ext uri="{FF2B5EF4-FFF2-40B4-BE49-F238E27FC236}">
                <a16:creationId xmlns:a16="http://schemas.microsoft.com/office/drawing/2014/main" id="{9062FBCC-5BCB-294B-B3AC-265D67F1C7AF}"/>
              </a:ext>
            </a:extLst>
          </p:cNvPr>
          <p:cNvSpPr>
            <a:spLocks noGrp="1"/>
          </p:cNvSpPr>
          <p:nvPr>
            <p:ph type="body" sz="quarter" idx="10"/>
          </p:nvPr>
        </p:nvSpPr>
        <p:spPr>
          <a:xfrm>
            <a:off x="6402691" y="1900047"/>
            <a:ext cx="5484510" cy="4125196"/>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BBF8337-797F-B04E-BC02-A6CAA6BAEF8F}"/>
              </a:ext>
            </a:extLst>
          </p:cNvPr>
          <p:cNvSpPr>
            <a:spLocks noGrp="1"/>
          </p:cNvSpPr>
          <p:nvPr>
            <p:ph type="pic" sz="quarter" idx="11"/>
          </p:nvPr>
        </p:nvSpPr>
        <p:spPr>
          <a:xfrm>
            <a:off x="-8451" y="0"/>
            <a:ext cx="6112903" cy="6502400"/>
          </a:xfrm>
          <a:solidFill>
            <a:schemeClr val="bg1">
              <a:lumMod val="95000"/>
            </a:schemeClr>
          </a:solidFill>
        </p:spPr>
        <p:txBody>
          <a:bodyPr anchor="ctr"/>
          <a:lstStyle>
            <a:lvl1pPr algn="ctr">
              <a:defRPr/>
            </a:lvl1pPr>
          </a:lstStyle>
          <a:p>
            <a:endParaRPr lang="en-US"/>
          </a:p>
        </p:txBody>
      </p:sp>
    </p:spTree>
    <p:extLst>
      <p:ext uri="{BB962C8B-B14F-4D97-AF65-F5344CB8AC3E}">
        <p14:creationId xmlns:p14="http://schemas.microsoft.com/office/powerpoint/2010/main" val="2404593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Image_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BBF8337-797F-B04E-BC02-A6CAA6BAEF8F}"/>
              </a:ext>
            </a:extLst>
          </p:cNvPr>
          <p:cNvSpPr>
            <a:spLocks noGrp="1"/>
          </p:cNvSpPr>
          <p:nvPr>
            <p:ph type="pic" sz="quarter" idx="11"/>
          </p:nvPr>
        </p:nvSpPr>
        <p:spPr>
          <a:xfrm>
            <a:off x="6087548" y="0"/>
            <a:ext cx="6112903" cy="6502400"/>
          </a:xfrm>
          <a:solidFill>
            <a:schemeClr val="bg1">
              <a:lumMod val="95000"/>
            </a:schemeClr>
          </a:solidFill>
        </p:spPr>
        <p:txBody>
          <a:bodyPr anchor="ctr"/>
          <a:lstStyle>
            <a:lvl1pPr algn="ctr">
              <a:defRPr/>
            </a:lvl1pPr>
          </a:lstStyle>
          <a:p>
            <a:endParaRPr lang="en-US"/>
          </a:p>
        </p:txBody>
      </p:sp>
      <p:sp>
        <p:nvSpPr>
          <p:cNvPr id="13" name="Rectangle 12">
            <a:extLst>
              <a:ext uri="{FF2B5EF4-FFF2-40B4-BE49-F238E27FC236}">
                <a16:creationId xmlns:a16="http://schemas.microsoft.com/office/drawing/2014/main" id="{1A612E11-3D88-B249-B591-0D6E5779532B}"/>
              </a:ext>
            </a:extLst>
          </p:cNvPr>
          <p:cNvSpPr/>
          <p:nvPr userDrawn="1"/>
        </p:nvSpPr>
        <p:spPr>
          <a:xfrm flipH="1" flipV="1">
            <a:off x="5997153" y="0"/>
            <a:ext cx="90395" cy="6577197"/>
          </a:xfrm>
          <a:prstGeom prst="rect">
            <a:avLst/>
          </a:prstGeom>
          <a:solidFill>
            <a:srgbClr val="036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C42000-73DE-3F43-8396-8EFDBDDFAC72}"/>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A6539-61AD-4B43-83D9-4C5DE9F7482C}"/>
              </a:ext>
            </a:extLst>
          </p:cNvPr>
          <p:cNvSpPr>
            <a:spLocks noGrp="1"/>
          </p:cNvSpPr>
          <p:nvPr>
            <p:ph type="title"/>
          </p:nvPr>
        </p:nvSpPr>
        <p:spPr>
          <a:xfrm>
            <a:off x="196709" y="538073"/>
            <a:ext cx="5475837" cy="849858"/>
          </a:xfrm>
        </p:spPr>
        <p:txBody>
          <a:bodyPr/>
          <a:lstStyle/>
          <a:p>
            <a:r>
              <a:rPr lang="en-US"/>
              <a:t>Click to edit Master title style</a:t>
            </a:r>
          </a:p>
        </p:txBody>
      </p:sp>
      <p:sp>
        <p:nvSpPr>
          <p:cNvPr id="8" name="Text Placeholder 7">
            <a:extLst>
              <a:ext uri="{FF2B5EF4-FFF2-40B4-BE49-F238E27FC236}">
                <a16:creationId xmlns:a16="http://schemas.microsoft.com/office/drawing/2014/main" id="{9062FBCC-5BCB-294B-B3AC-265D67F1C7AF}"/>
              </a:ext>
            </a:extLst>
          </p:cNvPr>
          <p:cNvSpPr>
            <a:spLocks noGrp="1"/>
          </p:cNvSpPr>
          <p:nvPr>
            <p:ph type="body" sz="quarter" idx="10"/>
          </p:nvPr>
        </p:nvSpPr>
        <p:spPr>
          <a:xfrm>
            <a:off x="205541" y="1900047"/>
            <a:ext cx="5484510" cy="4125196"/>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493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Slide_Light">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7FCC34C1-1054-6B4F-9D3C-7A6FF26B51F3}"/>
              </a:ext>
            </a:extLst>
          </p:cNvPr>
          <p:cNvSpPr/>
          <p:nvPr userDrawn="1"/>
        </p:nvSpPr>
        <p:spPr>
          <a:xfrm>
            <a:off x="7078717" y="-15766"/>
            <a:ext cx="5113283" cy="6873765"/>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2680138 w 6096000"/>
              <a:gd name="connsiteY0" fmla="*/ 0 h 6873765"/>
              <a:gd name="connsiteX1" fmla="*/ 6096000 w 6096000"/>
              <a:gd name="connsiteY1" fmla="*/ 15765 h 6873765"/>
              <a:gd name="connsiteX2" fmla="*/ 6096000 w 6096000"/>
              <a:gd name="connsiteY2" fmla="*/ 6873765 h 6873765"/>
              <a:gd name="connsiteX3" fmla="*/ 0 w 6096000"/>
              <a:gd name="connsiteY3" fmla="*/ 6873765 h 6873765"/>
              <a:gd name="connsiteX4" fmla="*/ 2680138 w 6096000"/>
              <a:gd name="connsiteY4" fmla="*/ 0 h 6873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73765">
                <a:moveTo>
                  <a:pt x="2680138" y="0"/>
                </a:moveTo>
                <a:lnTo>
                  <a:pt x="6096000" y="15765"/>
                </a:lnTo>
                <a:lnTo>
                  <a:pt x="6096000" y="6873765"/>
                </a:lnTo>
                <a:lnTo>
                  <a:pt x="0" y="6873765"/>
                </a:lnTo>
                <a:lnTo>
                  <a:pt x="2680138" y="0"/>
                </a:lnTo>
                <a:close/>
              </a:path>
            </a:pathLst>
          </a:custGeom>
          <a:solidFill>
            <a:srgbClr val="036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3">
            <a:extLst>
              <a:ext uri="{FF2B5EF4-FFF2-40B4-BE49-F238E27FC236}">
                <a16:creationId xmlns:a16="http://schemas.microsoft.com/office/drawing/2014/main" id="{4A4BC9DC-5C17-2140-BD40-FDF7A74E8742}"/>
              </a:ext>
            </a:extLst>
          </p:cNvPr>
          <p:cNvSpPr>
            <a:spLocks noGrp="1"/>
          </p:cNvSpPr>
          <p:nvPr>
            <p:ph type="pic" sz="quarter" idx="12"/>
          </p:nvPr>
        </p:nvSpPr>
        <p:spPr>
          <a:xfrm>
            <a:off x="6413714" y="1265435"/>
            <a:ext cx="4570459" cy="3955766"/>
          </a:xfrm>
          <a:prstGeom prst="hexagon">
            <a:avLst/>
          </a:prstGeom>
          <a:solidFill>
            <a:schemeClr val="bg1">
              <a:lumMod val="95000"/>
            </a:schemeClr>
          </a:solidFill>
          <a:effectLst>
            <a:outerShdw blurRad="393700" dist="355600" dir="2700000" algn="tl" rotWithShape="0">
              <a:prstClr val="black">
                <a:alpha val="14000"/>
              </a:prstClr>
            </a:outerShdw>
          </a:effectLst>
        </p:spPr>
        <p:txBody>
          <a:bodyPr anchor="ctr"/>
          <a:lstStyle>
            <a:lvl1pPr algn="ctr">
              <a:defRPr/>
            </a:lvl1pPr>
          </a:lstStyle>
          <a:p>
            <a:endParaRPr lang="en-US"/>
          </a:p>
        </p:txBody>
      </p:sp>
      <p:sp>
        <p:nvSpPr>
          <p:cNvPr id="2" name="Title 1">
            <a:extLst>
              <a:ext uri="{FF2B5EF4-FFF2-40B4-BE49-F238E27FC236}">
                <a16:creationId xmlns:a16="http://schemas.microsoft.com/office/drawing/2014/main" id="{012A6539-61AD-4B43-83D9-4C5DE9F7482C}"/>
              </a:ext>
            </a:extLst>
          </p:cNvPr>
          <p:cNvSpPr>
            <a:spLocks noGrp="1"/>
          </p:cNvSpPr>
          <p:nvPr>
            <p:ph type="title"/>
          </p:nvPr>
        </p:nvSpPr>
        <p:spPr>
          <a:xfrm>
            <a:off x="861848" y="1696776"/>
            <a:ext cx="5234153" cy="849858"/>
          </a:xfrm>
        </p:spPr>
        <p:txBody>
          <a:bodyPr/>
          <a:lstStyle/>
          <a:p>
            <a:r>
              <a:rPr lang="en-US"/>
              <a:t>Click to edit Master title style</a:t>
            </a:r>
          </a:p>
        </p:txBody>
      </p:sp>
      <p:sp>
        <p:nvSpPr>
          <p:cNvPr id="13" name="Text Placeholder 7">
            <a:extLst>
              <a:ext uri="{FF2B5EF4-FFF2-40B4-BE49-F238E27FC236}">
                <a16:creationId xmlns:a16="http://schemas.microsoft.com/office/drawing/2014/main" id="{667F566E-D6EB-8043-B1E9-4C7BB50C6D47}"/>
              </a:ext>
            </a:extLst>
          </p:cNvPr>
          <p:cNvSpPr>
            <a:spLocks noGrp="1"/>
          </p:cNvSpPr>
          <p:nvPr>
            <p:ph type="body" sz="quarter" idx="11"/>
          </p:nvPr>
        </p:nvSpPr>
        <p:spPr>
          <a:xfrm>
            <a:off x="861847" y="3009322"/>
            <a:ext cx="5234153" cy="1772543"/>
          </a:xfrm>
        </p:spPr>
        <p:txBody>
          <a:bodyPr/>
          <a:lstStyle>
            <a:lvl1pPr>
              <a:spcAft>
                <a:spcPts val="500"/>
              </a:spcAft>
              <a:defRPr/>
            </a:lvl1pPr>
            <a:lvl2pPr>
              <a:spcAft>
                <a:spcPts val="500"/>
              </a:spcAft>
              <a:defRPr/>
            </a:lvl2pPr>
            <a:lvl3pPr>
              <a:spcAft>
                <a:spcPts val="500"/>
              </a:spcAft>
              <a:defRPr/>
            </a:lvl3pPr>
            <a:lvl4pPr>
              <a:spcAft>
                <a:spcPts val="500"/>
              </a:spcAft>
              <a:defRPr/>
            </a:lvl4pPr>
            <a:lvl5pPr>
              <a:spcAft>
                <a:spcPts val="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2B8559EC-3226-9F43-B96B-F405F0BF8BAE}"/>
              </a:ext>
            </a:extLst>
          </p:cNvPr>
          <p:cNvSpPr/>
          <p:nvPr userDrawn="1"/>
        </p:nvSpPr>
        <p:spPr>
          <a:xfrm>
            <a:off x="0" y="6502400"/>
            <a:ext cx="12192000" cy="3556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60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142D3-EA30-1E41-B612-3252A435A3AF}"/>
              </a:ext>
            </a:extLst>
          </p:cNvPr>
          <p:cNvSpPr>
            <a:spLocks noGrp="1"/>
          </p:cNvSpPr>
          <p:nvPr>
            <p:ph type="title"/>
          </p:nvPr>
        </p:nvSpPr>
        <p:spPr>
          <a:xfrm>
            <a:off x="861848" y="538073"/>
            <a:ext cx="10491952" cy="849858"/>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92FD018-9F31-7943-8BDA-88EE0513DF9C}"/>
              </a:ext>
            </a:extLst>
          </p:cNvPr>
          <p:cNvSpPr>
            <a:spLocks noGrp="1"/>
          </p:cNvSpPr>
          <p:nvPr>
            <p:ph type="body" idx="1"/>
          </p:nvPr>
        </p:nvSpPr>
        <p:spPr>
          <a:xfrm>
            <a:off x="861848" y="1565565"/>
            <a:ext cx="10491952" cy="458562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9909031"/>
      </p:ext>
    </p:extLst>
  </p:cSld>
  <p:clrMap bg1="lt1" tx1="dk1" bg2="lt2" tx2="dk2" accent1="accent1" accent2="accent2" accent3="accent3" accent4="accent4" accent5="accent5" accent6="accent6" hlink="hlink" folHlink="folHlink"/>
  <p:sldLayoutIdLst>
    <p:sldLayoutId id="2147483690" r:id="rId1"/>
    <p:sldLayoutId id="2147483689" r:id="rId2"/>
    <p:sldLayoutId id="2147483657" r:id="rId3"/>
    <p:sldLayoutId id="2147483659" r:id="rId4"/>
    <p:sldLayoutId id="2147483662" r:id="rId5"/>
    <p:sldLayoutId id="2147483664" r:id="rId6"/>
    <p:sldLayoutId id="2147483665" r:id="rId7"/>
  </p:sldLayoutIdLst>
  <p:txStyles>
    <p:titleStyle>
      <a:lvl1pPr algn="l" defTabSz="914400" rtl="0" eaLnBrk="1" latinLnBrk="0" hangingPunct="1">
        <a:lnSpc>
          <a:spcPct val="80000"/>
        </a:lnSpc>
        <a:spcBef>
          <a:spcPct val="0"/>
        </a:spcBef>
        <a:buNone/>
        <a:defRPr sz="3600" b="1" kern="1200">
          <a:solidFill>
            <a:srgbClr val="036E3D"/>
          </a:solidFill>
          <a:latin typeface="Century Gothic" panose="020B0502020202020204" pitchFamily="34" charset="0"/>
          <a:ea typeface="+mj-ea"/>
          <a:cs typeface="+mj-cs"/>
        </a:defRPr>
      </a:lvl1pPr>
    </p:titleStyle>
    <p:bodyStyle>
      <a:lvl1pPr marL="0" indent="0" algn="l" defTabSz="914400" rtl="0" eaLnBrk="1" latinLnBrk="0" hangingPunct="1">
        <a:lnSpc>
          <a:spcPct val="90000"/>
        </a:lnSpc>
        <a:spcBef>
          <a:spcPts val="1000"/>
        </a:spcBef>
        <a:spcAft>
          <a:spcPts val="500"/>
        </a:spcAft>
        <a:buFont typeface="Arial" panose="020B0604020202020204" pitchFamily="34" charset="0"/>
        <a:buNone/>
        <a:defRPr sz="20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spcAft>
          <a:spcPts val="500"/>
        </a:spcAft>
        <a:buClr>
          <a:srgbClr val="036E3D"/>
        </a:buClr>
        <a:buFont typeface="Wingdings" pitchFamily="2" charset="2"/>
        <a:buChar char="§"/>
        <a:defRPr sz="16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3.wdp"/><Relationship Id="rId7" Type="http://schemas.microsoft.com/office/2007/relationships/hdphoto" Target="../media/hdphoto5.wdp"/><Relationship Id="rId12"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8.png"/><Relationship Id="rId11" Type="http://schemas.microsoft.com/office/2007/relationships/hdphoto" Target="../media/hdphoto7.wdp"/><Relationship Id="rId5" Type="http://schemas.microsoft.com/office/2007/relationships/hdphoto" Target="../media/hdphoto4.wdp"/><Relationship Id="rId10" Type="http://schemas.openxmlformats.org/officeDocument/2006/relationships/image" Target="../media/image10.png"/><Relationship Id="rId4" Type="http://schemas.openxmlformats.org/officeDocument/2006/relationships/image" Target="../media/image7.png"/><Relationship Id="rId9" Type="http://schemas.microsoft.com/office/2007/relationships/hdphoto" Target="../media/hdphoto6.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18" Type="http://schemas.openxmlformats.org/officeDocument/2006/relationships/image" Target="../media/image11.png"/><Relationship Id="rId3" Type="http://schemas.microsoft.com/office/2007/relationships/hdphoto" Target="../media/hdphoto8.wdp"/><Relationship Id="rId7" Type="http://schemas.microsoft.com/office/2007/relationships/hdphoto" Target="../media/hdphoto11.wdp"/><Relationship Id="rId12" Type="http://schemas.openxmlformats.org/officeDocument/2006/relationships/image" Target="../media/image16.png"/><Relationship Id="rId17" Type="http://schemas.openxmlformats.org/officeDocument/2006/relationships/image" Target="../media/image20.png"/><Relationship Id="rId2" Type="http://schemas.openxmlformats.org/officeDocument/2006/relationships/image" Target="../media/image12.png"/><Relationship Id="rId16" Type="http://schemas.microsoft.com/office/2007/relationships/hdphoto" Target="../media/hdphoto14.wdp"/><Relationship Id="rId1" Type="http://schemas.openxmlformats.org/officeDocument/2006/relationships/slideLayout" Target="../slideLayouts/slideLayout4.xml"/><Relationship Id="rId6" Type="http://schemas.microsoft.com/office/2007/relationships/hdphoto" Target="../media/hdphoto10.wdp"/><Relationship Id="rId11" Type="http://schemas.microsoft.com/office/2007/relationships/hdphoto" Target="../media/hdphoto13.wdp"/><Relationship Id="rId5" Type="http://schemas.openxmlformats.org/officeDocument/2006/relationships/image" Target="../media/image13.emf"/><Relationship Id="rId15" Type="http://schemas.openxmlformats.org/officeDocument/2006/relationships/image" Target="../media/image19.png"/><Relationship Id="rId10" Type="http://schemas.openxmlformats.org/officeDocument/2006/relationships/image" Target="../media/image15.png"/><Relationship Id="rId4" Type="http://schemas.microsoft.com/office/2007/relationships/hdphoto" Target="../media/hdphoto9.wdp"/><Relationship Id="rId9" Type="http://schemas.microsoft.com/office/2007/relationships/hdphoto" Target="../media/hdphoto12.wdp"/><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microsoft.com/office/2007/relationships/hdphoto" Target="../media/hdphoto15.wdp"/><Relationship Id="rId7" Type="http://schemas.openxmlformats.org/officeDocument/2006/relationships/image" Target="../media/image11.png"/><Relationship Id="rId2" Type="http://schemas.openxmlformats.org/officeDocument/2006/relationships/image" Target="../media/image23.png"/><Relationship Id="rId1" Type="http://schemas.openxmlformats.org/officeDocument/2006/relationships/slideLayout" Target="../slideLayouts/slideLayout3.xml"/><Relationship Id="rId6" Type="http://schemas.microsoft.com/office/2007/relationships/hdphoto" Target="../media/hdphoto17.wdp"/><Relationship Id="rId5" Type="http://schemas.microsoft.com/office/2007/relationships/hdphoto" Target="../media/hdphoto16.wdp"/><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4.xml"/><Relationship Id="rId4" Type="http://schemas.openxmlformats.org/officeDocument/2006/relationships/image" Target="../media/image34.svg"/></Relationships>
</file>

<file path=ppt/slides/_rels/slide2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hart" Target="../charts/chart2.xml"/><Relationship Id="rId1" Type="http://schemas.openxmlformats.org/officeDocument/2006/relationships/slideLayout" Target="../slideLayouts/slideLayout4.xml"/><Relationship Id="rId6" Type="http://schemas.openxmlformats.org/officeDocument/2006/relationships/image" Target="../media/image41.png"/><Relationship Id="rId5" Type="http://schemas.microsoft.com/office/2007/relationships/hdphoto" Target="../media/hdphoto19.wdp"/><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27.jpe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4.xml"/><Relationship Id="rId4" Type="http://schemas.openxmlformats.org/officeDocument/2006/relationships/image" Target="../media/image34.svg"/></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9.svg"/><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hart" Target="../charts/chart3.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41.png"/><Relationship Id="rId4" Type="http://schemas.microsoft.com/office/2007/relationships/hdphoto" Target="../media/hdphoto21.wdp"/></Relationships>
</file>

<file path=ppt/slides/_rels/slide4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54.jpeg"/></Relationships>
</file>

<file path=ppt/slides/_rels/slide4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4.xml"/><Relationship Id="rId4" Type="http://schemas.openxmlformats.org/officeDocument/2006/relationships/image" Target="../media/image34.svg"/></Relationships>
</file>

<file path=ppt/slides/_rels/slide4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youtu.be/BtBhKPaqsJk"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2259-07E3-B847-99BF-0E42333954CE}"/>
              </a:ext>
            </a:extLst>
          </p:cNvPr>
          <p:cNvSpPr>
            <a:spLocks noGrp="1"/>
          </p:cNvSpPr>
          <p:nvPr>
            <p:ph type="title"/>
          </p:nvPr>
        </p:nvSpPr>
        <p:spPr/>
        <p:txBody>
          <a:bodyPr>
            <a:normAutofit fontScale="90000"/>
          </a:bodyPr>
          <a:lstStyle/>
          <a:p>
            <a:r>
              <a:rPr lang="en-US"/>
              <a:t>HYDRATION ASSESSMENT &amp; RECOMMENDATIONS</a:t>
            </a:r>
          </a:p>
        </p:txBody>
      </p:sp>
      <p:sp>
        <p:nvSpPr>
          <p:cNvPr id="4" name="TextBox 3">
            <a:extLst>
              <a:ext uri="{FF2B5EF4-FFF2-40B4-BE49-F238E27FC236}">
                <a16:creationId xmlns:a16="http://schemas.microsoft.com/office/drawing/2014/main" id="{C9E8332C-0718-9D44-B691-30F992C2FB9E}"/>
              </a:ext>
            </a:extLst>
          </p:cNvPr>
          <p:cNvSpPr txBox="1"/>
          <p:nvPr/>
        </p:nvSpPr>
        <p:spPr>
          <a:xfrm>
            <a:off x="8070575" y="5966191"/>
            <a:ext cx="3844072" cy="707886"/>
          </a:xfrm>
          <a:prstGeom prst="rect">
            <a:avLst/>
          </a:prstGeom>
          <a:noFill/>
        </p:spPr>
        <p:txBody>
          <a:bodyPr wrap="square" rtlCol="0">
            <a:spAutoFit/>
          </a:bodyPr>
          <a:lstStyle/>
          <a:p>
            <a:pPr algn="just"/>
            <a:r>
              <a:rPr lang="en-US" sz="1000" b="1" i="1" kern="1200">
                <a:solidFill>
                  <a:schemeClr val="bg1"/>
                </a:solidFill>
                <a:latin typeface="+mj-lt"/>
                <a:cs typeface="Avenir Light"/>
              </a:rPr>
              <a:t>Lecture content provided by GSSI, a division of PepsiCo, Inc. Any opinions or scientific interpretations expressed in this presentation are those of the author and do not necessarily reflect the position or policy of PepsiCo, Inc.</a:t>
            </a:r>
            <a:endParaRPr lang="en-US" sz="1000" b="1" i="1">
              <a:solidFill>
                <a:schemeClr val="bg1"/>
              </a:solidFill>
              <a:latin typeface="+mj-lt"/>
              <a:cs typeface="Avenir Light"/>
            </a:endParaRPr>
          </a:p>
        </p:txBody>
      </p:sp>
    </p:spTree>
    <p:extLst>
      <p:ext uri="{BB962C8B-B14F-4D97-AF65-F5344CB8AC3E}">
        <p14:creationId xmlns:p14="http://schemas.microsoft.com/office/powerpoint/2010/main" val="1736066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1068CD-C28E-FF4E-AA66-58180C8D2263}"/>
              </a:ext>
            </a:extLst>
          </p:cNvPr>
          <p:cNvSpPr>
            <a:spLocks noGrp="1"/>
          </p:cNvSpPr>
          <p:nvPr>
            <p:ph type="title"/>
          </p:nvPr>
        </p:nvSpPr>
        <p:spPr/>
        <p:txBody>
          <a:bodyPr/>
          <a:lstStyle/>
          <a:p>
            <a:r>
              <a:rPr lang="en-US"/>
              <a:t>Body Water and Electrolyte Basics</a:t>
            </a:r>
          </a:p>
        </p:txBody>
      </p:sp>
      <p:sp>
        <p:nvSpPr>
          <p:cNvPr id="4" name="Text Placeholder 3">
            <a:extLst>
              <a:ext uri="{FF2B5EF4-FFF2-40B4-BE49-F238E27FC236}">
                <a16:creationId xmlns:a16="http://schemas.microsoft.com/office/drawing/2014/main" id="{65234E77-0316-524C-8B84-91911BA4327F}"/>
              </a:ext>
            </a:extLst>
          </p:cNvPr>
          <p:cNvSpPr>
            <a:spLocks noGrp="1"/>
          </p:cNvSpPr>
          <p:nvPr>
            <p:ph type="body" sz="quarter" idx="10"/>
          </p:nvPr>
        </p:nvSpPr>
        <p:spPr>
          <a:xfrm>
            <a:off x="188036" y="1918385"/>
            <a:ext cx="5484510" cy="4125196"/>
          </a:xfrm>
        </p:spPr>
        <p:txBody>
          <a:bodyPr/>
          <a:lstStyle/>
          <a:p>
            <a:r>
              <a:rPr lang="en-US" sz="2400"/>
              <a:t>Total body water</a:t>
            </a:r>
          </a:p>
          <a:p>
            <a:r>
              <a:rPr lang="en-US" sz="2400"/>
              <a:t>Hydration terminology</a:t>
            </a:r>
          </a:p>
          <a:p>
            <a:r>
              <a:rPr lang="en-US" sz="2400"/>
              <a:t>Fluid compartments</a:t>
            </a:r>
          </a:p>
          <a:p>
            <a:r>
              <a:rPr lang="en-US" sz="2400"/>
              <a:t>Role of sodium in fluid balance</a:t>
            </a:r>
          </a:p>
          <a:p>
            <a:r>
              <a:rPr lang="en-US" sz="2400"/>
              <a:t>Hydration physiology</a:t>
            </a:r>
          </a:p>
          <a:p>
            <a:r>
              <a:rPr lang="en-US" sz="2400"/>
              <a:t>Hydration and performance</a:t>
            </a:r>
          </a:p>
        </p:txBody>
      </p:sp>
      <p:sp>
        <p:nvSpPr>
          <p:cNvPr id="5" name="Picture Placeholder 4">
            <a:extLst>
              <a:ext uri="{FF2B5EF4-FFF2-40B4-BE49-F238E27FC236}">
                <a16:creationId xmlns:a16="http://schemas.microsoft.com/office/drawing/2014/main" id="{D8E55DC8-B04C-4E77-8E28-DBEDDE2F43DD}"/>
              </a:ext>
            </a:extLst>
          </p:cNvPr>
          <p:cNvSpPr>
            <a:spLocks noGrp="1"/>
          </p:cNvSpPr>
          <p:nvPr>
            <p:ph type="pic" sz="quarter" idx="11"/>
          </p:nvPr>
        </p:nvSpPr>
        <p:spPr/>
      </p:sp>
      <p:pic>
        <p:nvPicPr>
          <p:cNvPr id="8" name="Picture 7">
            <a:extLst>
              <a:ext uri="{FF2B5EF4-FFF2-40B4-BE49-F238E27FC236}">
                <a16:creationId xmlns:a16="http://schemas.microsoft.com/office/drawing/2014/main" id="{D50AADEB-A606-48F9-B8C0-3A1F7A5E5FB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073481" y="-56272"/>
            <a:ext cx="6126970" cy="6559273"/>
          </a:xfrm>
          <a:prstGeom prst="rect">
            <a:avLst/>
          </a:prstGeom>
        </p:spPr>
      </p:pic>
      <p:cxnSp>
        <p:nvCxnSpPr>
          <p:cNvPr id="6" name="Straight Connector 5">
            <a:extLst>
              <a:ext uri="{FF2B5EF4-FFF2-40B4-BE49-F238E27FC236}">
                <a16:creationId xmlns:a16="http://schemas.microsoft.com/office/drawing/2014/main" id="{CBA06998-B1CF-6840-89D3-59296B45C068}"/>
              </a:ext>
            </a:extLst>
          </p:cNvPr>
          <p:cNvCxnSpPr/>
          <p:nvPr/>
        </p:nvCxnSpPr>
        <p:spPr>
          <a:xfrm>
            <a:off x="273269" y="1492469"/>
            <a:ext cx="3794234"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67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158A7-C091-0D4C-BB9A-33DA3C9B2475}"/>
              </a:ext>
            </a:extLst>
          </p:cNvPr>
          <p:cNvSpPr>
            <a:spLocks noGrp="1"/>
          </p:cNvSpPr>
          <p:nvPr>
            <p:ph type="title"/>
          </p:nvPr>
        </p:nvSpPr>
        <p:spPr/>
        <p:txBody>
          <a:bodyPr/>
          <a:lstStyle/>
          <a:p>
            <a:r>
              <a:rPr lang="en-US"/>
              <a:t>Total Body Water</a:t>
            </a:r>
          </a:p>
        </p:txBody>
      </p:sp>
      <p:sp>
        <p:nvSpPr>
          <p:cNvPr id="6" name="TextBox 5">
            <a:extLst>
              <a:ext uri="{FF2B5EF4-FFF2-40B4-BE49-F238E27FC236}">
                <a16:creationId xmlns:a16="http://schemas.microsoft.com/office/drawing/2014/main" id="{3146BCB5-ECC2-4D71-93BB-AE537457820D}"/>
              </a:ext>
            </a:extLst>
          </p:cNvPr>
          <p:cNvSpPr txBox="1"/>
          <p:nvPr/>
        </p:nvSpPr>
        <p:spPr>
          <a:xfrm>
            <a:off x="1730326" y="3395612"/>
            <a:ext cx="4377781" cy="1938992"/>
          </a:xfrm>
          <a:prstGeom prst="rect">
            <a:avLst/>
          </a:prstGeom>
          <a:noFill/>
        </p:spPr>
        <p:txBody>
          <a:bodyPr wrap="square" rtlCol="0">
            <a:spAutoFit/>
          </a:bodyPr>
          <a:lstStyle/>
          <a:p>
            <a:pPr algn="ctr"/>
            <a:r>
              <a:rPr lang="en-US" sz="2800">
                <a:solidFill>
                  <a:prstClr val="black"/>
                </a:solidFill>
              </a:rPr>
              <a:t>~50-70% of body mass</a:t>
            </a:r>
          </a:p>
          <a:p>
            <a:pPr algn="ctr"/>
            <a:endParaRPr lang="en-US">
              <a:solidFill>
                <a:prstClr val="black"/>
              </a:solidFill>
            </a:endParaRPr>
          </a:p>
          <a:p>
            <a:pPr algn="ctr"/>
            <a:endParaRPr lang="en-US">
              <a:solidFill>
                <a:prstClr val="black"/>
              </a:solidFill>
            </a:endParaRPr>
          </a:p>
          <a:p>
            <a:pPr algn="ctr"/>
            <a:endParaRPr lang="en-US">
              <a:solidFill>
                <a:prstClr val="black"/>
              </a:solidFill>
            </a:endParaRPr>
          </a:p>
          <a:p>
            <a:pPr algn="ctr"/>
            <a:endParaRPr lang="en-US">
              <a:solidFill>
                <a:prstClr val="black"/>
              </a:solidFill>
            </a:endParaRPr>
          </a:p>
          <a:p>
            <a:pPr algn="ctr"/>
            <a:r>
              <a:rPr lang="en-US" sz="2000">
                <a:solidFill>
                  <a:prstClr val="black"/>
                </a:solidFill>
              </a:rPr>
              <a:t>TBW = ~0.73 x fat free mass</a:t>
            </a:r>
          </a:p>
        </p:txBody>
      </p:sp>
      <p:sp>
        <p:nvSpPr>
          <p:cNvPr id="7" name="Left Brace 6">
            <a:extLst>
              <a:ext uri="{FF2B5EF4-FFF2-40B4-BE49-F238E27FC236}">
                <a16:creationId xmlns:a16="http://schemas.microsoft.com/office/drawing/2014/main" id="{19830C37-0738-4D80-AB70-4693D3231B68}"/>
              </a:ext>
            </a:extLst>
          </p:cNvPr>
          <p:cNvSpPr/>
          <p:nvPr/>
        </p:nvSpPr>
        <p:spPr>
          <a:xfrm>
            <a:off x="6156227" y="2574389"/>
            <a:ext cx="247563" cy="3502854"/>
          </a:xfrm>
          <a:prstGeom prst="leftBrace">
            <a:avLst/>
          </a:prstGeom>
          <a:ln w="190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endParaRPr>
          </a:p>
        </p:txBody>
      </p:sp>
      <p:pic>
        <p:nvPicPr>
          <p:cNvPr id="8" name="Picture 7">
            <a:extLst>
              <a:ext uri="{FF2B5EF4-FFF2-40B4-BE49-F238E27FC236}">
                <a16:creationId xmlns:a16="http://schemas.microsoft.com/office/drawing/2014/main" id="{5508239F-A764-4A87-93E9-AE39AB432A2E}"/>
              </a:ext>
            </a:extLst>
          </p:cNvPr>
          <p:cNvPicPr>
            <a:picLocks noChangeAspect="1" noChangeArrowheads="1"/>
          </p:cNvPicPr>
          <p:nvPr/>
        </p:nvPicPr>
        <p:blipFill>
          <a:blip r:embed="rId2" cstate="email">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6505384" y="538073"/>
            <a:ext cx="1808622" cy="5669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A221F71A-871A-4E49-BBDD-ADFDF69B87D1}"/>
              </a:ext>
            </a:extLst>
          </p:cNvPr>
          <p:cNvGrpSpPr/>
          <p:nvPr/>
        </p:nvGrpSpPr>
        <p:grpSpPr>
          <a:xfrm>
            <a:off x="3502398" y="3951782"/>
            <a:ext cx="654833" cy="798967"/>
            <a:chOff x="5875338" y="1444626"/>
            <a:chExt cx="555625" cy="857250"/>
          </a:xfrm>
          <a:solidFill>
            <a:srgbClr val="3BBBF2"/>
          </a:solidFill>
        </p:grpSpPr>
        <p:sp>
          <p:nvSpPr>
            <p:cNvPr id="10" name="Freeform 19">
              <a:extLst>
                <a:ext uri="{FF2B5EF4-FFF2-40B4-BE49-F238E27FC236}">
                  <a16:creationId xmlns:a16="http://schemas.microsoft.com/office/drawing/2014/main" id="{ACD61ABA-1E17-4517-9AC2-5ED904E14B44}"/>
                </a:ext>
              </a:extLst>
            </p:cNvPr>
            <p:cNvSpPr>
              <a:spLocks noEditPoints="1"/>
            </p:cNvSpPr>
            <p:nvPr/>
          </p:nvSpPr>
          <p:spPr bwMode="auto">
            <a:xfrm>
              <a:off x="5875338" y="1444626"/>
              <a:ext cx="555625" cy="857250"/>
            </a:xfrm>
            <a:custGeom>
              <a:avLst/>
              <a:gdLst>
                <a:gd name="T0" fmla="*/ 35 w 350"/>
                <a:gd name="T1" fmla="*/ 470 h 540"/>
                <a:gd name="T2" fmla="*/ 56 w 350"/>
                <a:gd name="T3" fmla="*/ 495 h 540"/>
                <a:gd name="T4" fmla="*/ 81 w 350"/>
                <a:gd name="T5" fmla="*/ 514 h 540"/>
                <a:gd name="T6" fmla="*/ 109 w 350"/>
                <a:gd name="T7" fmla="*/ 528 h 540"/>
                <a:gd name="T8" fmla="*/ 141 w 350"/>
                <a:gd name="T9" fmla="*/ 537 h 540"/>
                <a:gd name="T10" fmla="*/ 175 w 350"/>
                <a:gd name="T11" fmla="*/ 540 h 540"/>
                <a:gd name="T12" fmla="*/ 198 w 350"/>
                <a:gd name="T13" fmla="*/ 538 h 540"/>
                <a:gd name="T14" fmla="*/ 231 w 350"/>
                <a:gd name="T15" fmla="*/ 532 h 540"/>
                <a:gd name="T16" fmla="*/ 261 w 350"/>
                <a:gd name="T17" fmla="*/ 519 h 540"/>
                <a:gd name="T18" fmla="*/ 286 w 350"/>
                <a:gd name="T19" fmla="*/ 502 h 540"/>
                <a:gd name="T20" fmla="*/ 309 w 350"/>
                <a:gd name="T21" fmla="*/ 478 h 540"/>
                <a:gd name="T22" fmla="*/ 321 w 350"/>
                <a:gd name="T23" fmla="*/ 461 h 540"/>
                <a:gd name="T24" fmla="*/ 339 w 350"/>
                <a:gd name="T25" fmla="*/ 424 h 540"/>
                <a:gd name="T26" fmla="*/ 348 w 350"/>
                <a:gd name="T27" fmla="*/ 384 h 540"/>
                <a:gd name="T28" fmla="*/ 350 w 350"/>
                <a:gd name="T29" fmla="*/ 342 h 540"/>
                <a:gd name="T30" fmla="*/ 345 w 350"/>
                <a:gd name="T31" fmla="*/ 301 h 540"/>
                <a:gd name="T32" fmla="*/ 332 w 350"/>
                <a:gd name="T33" fmla="*/ 261 h 540"/>
                <a:gd name="T34" fmla="*/ 302 w 350"/>
                <a:gd name="T35" fmla="*/ 204 h 540"/>
                <a:gd name="T36" fmla="*/ 202 w 350"/>
                <a:gd name="T37" fmla="*/ 29 h 540"/>
                <a:gd name="T38" fmla="*/ 186 w 350"/>
                <a:gd name="T39" fmla="*/ 5 h 540"/>
                <a:gd name="T40" fmla="*/ 175 w 350"/>
                <a:gd name="T41" fmla="*/ 0 h 540"/>
                <a:gd name="T42" fmla="*/ 167 w 350"/>
                <a:gd name="T43" fmla="*/ 2 h 540"/>
                <a:gd name="T44" fmla="*/ 162 w 350"/>
                <a:gd name="T45" fmla="*/ 8 h 540"/>
                <a:gd name="T46" fmla="*/ 71 w 350"/>
                <a:gd name="T47" fmla="*/ 162 h 540"/>
                <a:gd name="T48" fmla="*/ 24 w 350"/>
                <a:gd name="T49" fmla="*/ 248 h 540"/>
                <a:gd name="T50" fmla="*/ 9 w 350"/>
                <a:gd name="T51" fmla="*/ 287 h 540"/>
                <a:gd name="T52" fmla="*/ 1 w 350"/>
                <a:gd name="T53" fmla="*/ 329 h 540"/>
                <a:gd name="T54" fmla="*/ 1 w 350"/>
                <a:gd name="T55" fmla="*/ 371 h 540"/>
                <a:gd name="T56" fmla="*/ 8 w 350"/>
                <a:gd name="T57" fmla="*/ 411 h 540"/>
                <a:gd name="T58" fmla="*/ 22 w 350"/>
                <a:gd name="T59" fmla="*/ 449 h 540"/>
                <a:gd name="T60" fmla="*/ 54 w 350"/>
                <a:gd name="T61" fmla="*/ 264 h 540"/>
                <a:gd name="T62" fmla="*/ 122 w 350"/>
                <a:gd name="T63" fmla="*/ 139 h 540"/>
                <a:gd name="T64" fmla="*/ 175 w 350"/>
                <a:gd name="T65" fmla="*/ 48 h 540"/>
                <a:gd name="T66" fmla="*/ 262 w 350"/>
                <a:gd name="T67" fmla="*/ 200 h 540"/>
                <a:gd name="T68" fmla="*/ 302 w 350"/>
                <a:gd name="T69" fmla="*/ 274 h 540"/>
                <a:gd name="T70" fmla="*/ 312 w 350"/>
                <a:gd name="T71" fmla="*/ 309 h 540"/>
                <a:gd name="T72" fmla="*/ 317 w 350"/>
                <a:gd name="T73" fmla="*/ 343 h 540"/>
                <a:gd name="T74" fmla="*/ 315 w 350"/>
                <a:gd name="T75" fmla="*/ 379 h 540"/>
                <a:gd name="T76" fmla="*/ 308 w 350"/>
                <a:gd name="T77" fmla="*/ 413 h 540"/>
                <a:gd name="T78" fmla="*/ 294 w 350"/>
                <a:gd name="T79" fmla="*/ 444 h 540"/>
                <a:gd name="T80" fmla="*/ 277 w 350"/>
                <a:gd name="T81" fmla="*/ 466 h 540"/>
                <a:gd name="T82" fmla="*/ 245 w 350"/>
                <a:gd name="T83" fmla="*/ 491 h 540"/>
                <a:gd name="T84" fmla="*/ 219 w 350"/>
                <a:gd name="T85" fmla="*/ 501 h 540"/>
                <a:gd name="T86" fmla="*/ 187 w 350"/>
                <a:gd name="T87" fmla="*/ 506 h 540"/>
                <a:gd name="T88" fmla="*/ 163 w 350"/>
                <a:gd name="T89" fmla="*/ 506 h 540"/>
                <a:gd name="T90" fmla="*/ 131 w 350"/>
                <a:gd name="T91" fmla="*/ 501 h 540"/>
                <a:gd name="T92" fmla="*/ 105 w 350"/>
                <a:gd name="T93" fmla="*/ 491 h 540"/>
                <a:gd name="T94" fmla="*/ 73 w 350"/>
                <a:gd name="T95" fmla="*/ 466 h 540"/>
                <a:gd name="T96" fmla="*/ 57 w 350"/>
                <a:gd name="T97" fmla="*/ 444 h 540"/>
                <a:gd name="T98" fmla="*/ 43 w 350"/>
                <a:gd name="T99" fmla="*/ 413 h 540"/>
                <a:gd name="T100" fmla="*/ 35 w 350"/>
                <a:gd name="T101" fmla="*/ 379 h 540"/>
                <a:gd name="T102" fmla="*/ 34 w 350"/>
                <a:gd name="T103" fmla="*/ 343 h 540"/>
                <a:gd name="T104" fmla="*/ 38 w 350"/>
                <a:gd name="T105" fmla="*/ 309 h 540"/>
                <a:gd name="T106" fmla="*/ 49 w 350"/>
                <a:gd name="T107" fmla="*/ 274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0" h="540">
                  <a:moveTo>
                    <a:pt x="28" y="461"/>
                  </a:moveTo>
                  <a:lnTo>
                    <a:pt x="28" y="461"/>
                  </a:lnTo>
                  <a:lnTo>
                    <a:pt x="35" y="470"/>
                  </a:lnTo>
                  <a:lnTo>
                    <a:pt x="42" y="478"/>
                  </a:lnTo>
                  <a:lnTo>
                    <a:pt x="48" y="487"/>
                  </a:lnTo>
                  <a:lnTo>
                    <a:pt x="56" y="495"/>
                  </a:lnTo>
                  <a:lnTo>
                    <a:pt x="63" y="502"/>
                  </a:lnTo>
                  <a:lnTo>
                    <a:pt x="71" y="508"/>
                  </a:lnTo>
                  <a:lnTo>
                    <a:pt x="81" y="514"/>
                  </a:lnTo>
                  <a:lnTo>
                    <a:pt x="90" y="519"/>
                  </a:lnTo>
                  <a:lnTo>
                    <a:pt x="99" y="523"/>
                  </a:lnTo>
                  <a:lnTo>
                    <a:pt x="109" y="528"/>
                  </a:lnTo>
                  <a:lnTo>
                    <a:pt x="120" y="532"/>
                  </a:lnTo>
                  <a:lnTo>
                    <a:pt x="130" y="535"/>
                  </a:lnTo>
                  <a:lnTo>
                    <a:pt x="141" y="537"/>
                  </a:lnTo>
                  <a:lnTo>
                    <a:pt x="152" y="538"/>
                  </a:lnTo>
                  <a:lnTo>
                    <a:pt x="164" y="539"/>
                  </a:lnTo>
                  <a:lnTo>
                    <a:pt x="175" y="540"/>
                  </a:lnTo>
                  <a:lnTo>
                    <a:pt x="175" y="540"/>
                  </a:lnTo>
                  <a:lnTo>
                    <a:pt x="187" y="539"/>
                  </a:lnTo>
                  <a:lnTo>
                    <a:pt x="198" y="538"/>
                  </a:lnTo>
                  <a:lnTo>
                    <a:pt x="210" y="537"/>
                  </a:lnTo>
                  <a:lnTo>
                    <a:pt x="221" y="535"/>
                  </a:lnTo>
                  <a:lnTo>
                    <a:pt x="231" y="532"/>
                  </a:lnTo>
                  <a:lnTo>
                    <a:pt x="241" y="528"/>
                  </a:lnTo>
                  <a:lnTo>
                    <a:pt x="251" y="523"/>
                  </a:lnTo>
                  <a:lnTo>
                    <a:pt x="261" y="519"/>
                  </a:lnTo>
                  <a:lnTo>
                    <a:pt x="270" y="514"/>
                  </a:lnTo>
                  <a:lnTo>
                    <a:pt x="278" y="508"/>
                  </a:lnTo>
                  <a:lnTo>
                    <a:pt x="286" y="502"/>
                  </a:lnTo>
                  <a:lnTo>
                    <a:pt x="295" y="495"/>
                  </a:lnTo>
                  <a:lnTo>
                    <a:pt x="302" y="487"/>
                  </a:lnTo>
                  <a:lnTo>
                    <a:pt x="309" y="478"/>
                  </a:lnTo>
                  <a:lnTo>
                    <a:pt x="315" y="470"/>
                  </a:lnTo>
                  <a:lnTo>
                    <a:pt x="321" y="461"/>
                  </a:lnTo>
                  <a:lnTo>
                    <a:pt x="321" y="461"/>
                  </a:lnTo>
                  <a:lnTo>
                    <a:pt x="327" y="449"/>
                  </a:lnTo>
                  <a:lnTo>
                    <a:pt x="334" y="436"/>
                  </a:lnTo>
                  <a:lnTo>
                    <a:pt x="339" y="424"/>
                  </a:lnTo>
                  <a:lnTo>
                    <a:pt x="343" y="411"/>
                  </a:lnTo>
                  <a:lnTo>
                    <a:pt x="346" y="398"/>
                  </a:lnTo>
                  <a:lnTo>
                    <a:pt x="348" y="384"/>
                  </a:lnTo>
                  <a:lnTo>
                    <a:pt x="350" y="371"/>
                  </a:lnTo>
                  <a:lnTo>
                    <a:pt x="350" y="357"/>
                  </a:lnTo>
                  <a:lnTo>
                    <a:pt x="350" y="342"/>
                  </a:lnTo>
                  <a:lnTo>
                    <a:pt x="349" y="329"/>
                  </a:lnTo>
                  <a:lnTo>
                    <a:pt x="347" y="315"/>
                  </a:lnTo>
                  <a:lnTo>
                    <a:pt x="345" y="301"/>
                  </a:lnTo>
                  <a:lnTo>
                    <a:pt x="341" y="287"/>
                  </a:lnTo>
                  <a:lnTo>
                    <a:pt x="337" y="274"/>
                  </a:lnTo>
                  <a:lnTo>
                    <a:pt x="332" y="261"/>
                  </a:lnTo>
                  <a:lnTo>
                    <a:pt x="325" y="248"/>
                  </a:lnTo>
                  <a:lnTo>
                    <a:pt x="325" y="248"/>
                  </a:lnTo>
                  <a:lnTo>
                    <a:pt x="302" y="204"/>
                  </a:lnTo>
                  <a:lnTo>
                    <a:pt x="278" y="162"/>
                  </a:lnTo>
                  <a:lnTo>
                    <a:pt x="234" y="84"/>
                  </a:lnTo>
                  <a:lnTo>
                    <a:pt x="202" y="29"/>
                  </a:lnTo>
                  <a:lnTo>
                    <a:pt x="189" y="8"/>
                  </a:lnTo>
                  <a:lnTo>
                    <a:pt x="189" y="8"/>
                  </a:lnTo>
                  <a:lnTo>
                    <a:pt x="186" y="5"/>
                  </a:lnTo>
                  <a:lnTo>
                    <a:pt x="183" y="2"/>
                  </a:lnTo>
                  <a:lnTo>
                    <a:pt x="179" y="1"/>
                  </a:lnTo>
                  <a:lnTo>
                    <a:pt x="175" y="0"/>
                  </a:lnTo>
                  <a:lnTo>
                    <a:pt x="175" y="0"/>
                  </a:lnTo>
                  <a:lnTo>
                    <a:pt x="171" y="1"/>
                  </a:lnTo>
                  <a:lnTo>
                    <a:pt x="167" y="2"/>
                  </a:lnTo>
                  <a:lnTo>
                    <a:pt x="164" y="5"/>
                  </a:lnTo>
                  <a:lnTo>
                    <a:pt x="162" y="8"/>
                  </a:lnTo>
                  <a:lnTo>
                    <a:pt x="162" y="8"/>
                  </a:lnTo>
                  <a:lnTo>
                    <a:pt x="148" y="29"/>
                  </a:lnTo>
                  <a:lnTo>
                    <a:pt x="115" y="84"/>
                  </a:lnTo>
                  <a:lnTo>
                    <a:pt x="71" y="162"/>
                  </a:lnTo>
                  <a:lnTo>
                    <a:pt x="48" y="204"/>
                  </a:lnTo>
                  <a:lnTo>
                    <a:pt x="24" y="248"/>
                  </a:lnTo>
                  <a:lnTo>
                    <a:pt x="24" y="248"/>
                  </a:lnTo>
                  <a:lnTo>
                    <a:pt x="18" y="261"/>
                  </a:lnTo>
                  <a:lnTo>
                    <a:pt x="13" y="274"/>
                  </a:lnTo>
                  <a:lnTo>
                    <a:pt x="9" y="287"/>
                  </a:lnTo>
                  <a:lnTo>
                    <a:pt x="6" y="301"/>
                  </a:lnTo>
                  <a:lnTo>
                    <a:pt x="3" y="315"/>
                  </a:lnTo>
                  <a:lnTo>
                    <a:pt x="1" y="329"/>
                  </a:lnTo>
                  <a:lnTo>
                    <a:pt x="0" y="342"/>
                  </a:lnTo>
                  <a:lnTo>
                    <a:pt x="0" y="357"/>
                  </a:lnTo>
                  <a:lnTo>
                    <a:pt x="1" y="371"/>
                  </a:lnTo>
                  <a:lnTo>
                    <a:pt x="2" y="384"/>
                  </a:lnTo>
                  <a:lnTo>
                    <a:pt x="5" y="398"/>
                  </a:lnTo>
                  <a:lnTo>
                    <a:pt x="8" y="411"/>
                  </a:lnTo>
                  <a:lnTo>
                    <a:pt x="12" y="424"/>
                  </a:lnTo>
                  <a:lnTo>
                    <a:pt x="16" y="436"/>
                  </a:lnTo>
                  <a:lnTo>
                    <a:pt x="22" y="449"/>
                  </a:lnTo>
                  <a:lnTo>
                    <a:pt x="28" y="461"/>
                  </a:lnTo>
                  <a:lnTo>
                    <a:pt x="28" y="461"/>
                  </a:lnTo>
                  <a:close/>
                  <a:moveTo>
                    <a:pt x="54" y="264"/>
                  </a:moveTo>
                  <a:lnTo>
                    <a:pt x="54" y="264"/>
                  </a:lnTo>
                  <a:lnTo>
                    <a:pt x="88" y="200"/>
                  </a:lnTo>
                  <a:lnTo>
                    <a:pt x="122" y="139"/>
                  </a:lnTo>
                  <a:lnTo>
                    <a:pt x="152" y="86"/>
                  </a:lnTo>
                  <a:lnTo>
                    <a:pt x="175" y="48"/>
                  </a:lnTo>
                  <a:lnTo>
                    <a:pt x="175" y="48"/>
                  </a:lnTo>
                  <a:lnTo>
                    <a:pt x="198" y="86"/>
                  </a:lnTo>
                  <a:lnTo>
                    <a:pt x="228" y="139"/>
                  </a:lnTo>
                  <a:lnTo>
                    <a:pt x="262" y="200"/>
                  </a:lnTo>
                  <a:lnTo>
                    <a:pt x="297" y="264"/>
                  </a:lnTo>
                  <a:lnTo>
                    <a:pt x="297" y="264"/>
                  </a:lnTo>
                  <a:lnTo>
                    <a:pt x="302" y="274"/>
                  </a:lnTo>
                  <a:lnTo>
                    <a:pt x="306" y="285"/>
                  </a:lnTo>
                  <a:lnTo>
                    <a:pt x="310" y="296"/>
                  </a:lnTo>
                  <a:lnTo>
                    <a:pt x="312" y="309"/>
                  </a:lnTo>
                  <a:lnTo>
                    <a:pt x="315" y="320"/>
                  </a:lnTo>
                  <a:lnTo>
                    <a:pt x="316" y="332"/>
                  </a:lnTo>
                  <a:lnTo>
                    <a:pt x="317" y="343"/>
                  </a:lnTo>
                  <a:lnTo>
                    <a:pt x="317" y="356"/>
                  </a:lnTo>
                  <a:lnTo>
                    <a:pt x="317" y="367"/>
                  </a:lnTo>
                  <a:lnTo>
                    <a:pt x="315" y="379"/>
                  </a:lnTo>
                  <a:lnTo>
                    <a:pt x="313" y="390"/>
                  </a:lnTo>
                  <a:lnTo>
                    <a:pt x="311" y="402"/>
                  </a:lnTo>
                  <a:lnTo>
                    <a:pt x="308" y="413"/>
                  </a:lnTo>
                  <a:lnTo>
                    <a:pt x="304" y="424"/>
                  </a:lnTo>
                  <a:lnTo>
                    <a:pt x="299" y="434"/>
                  </a:lnTo>
                  <a:lnTo>
                    <a:pt x="294" y="444"/>
                  </a:lnTo>
                  <a:lnTo>
                    <a:pt x="294" y="444"/>
                  </a:lnTo>
                  <a:lnTo>
                    <a:pt x="286" y="455"/>
                  </a:lnTo>
                  <a:lnTo>
                    <a:pt x="277" y="466"/>
                  </a:lnTo>
                  <a:lnTo>
                    <a:pt x="266" y="476"/>
                  </a:lnTo>
                  <a:lnTo>
                    <a:pt x="253" y="486"/>
                  </a:lnTo>
                  <a:lnTo>
                    <a:pt x="245" y="491"/>
                  </a:lnTo>
                  <a:lnTo>
                    <a:pt x="237" y="495"/>
                  </a:lnTo>
                  <a:lnTo>
                    <a:pt x="228" y="498"/>
                  </a:lnTo>
                  <a:lnTo>
                    <a:pt x="219" y="501"/>
                  </a:lnTo>
                  <a:lnTo>
                    <a:pt x="209" y="503"/>
                  </a:lnTo>
                  <a:lnTo>
                    <a:pt x="198" y="505"/>
                  </a:lnTo>
                  <a:lnTo>
                    <a:pt x="187" y="506"/>
                  </a:lnTo>
                  <a:lnTo>
                    <a:pt x="175" y="507"/>
                  </a:lnTo>
                  <a:lnTo>
                    <a:pt x="175" y="507"/>
                  </a:lnTo>
                  <a:lnTo>
                    <a:pt x="163" y="506"/>
                  </a:lnTo>
                  <a:lnTo>
                    <a:pt x="151" y="505"/>
                  </a:lnTo>
                  <a:lnTo>
                    <a:pt x="141" y="503"/>
                  </a:lnTo>
                  <a:lnTo>
                    <a:pt x="131" y="501"/>
                  </a:lnTo>
                  <a:lnTo>
                    <a:pt x="122" y="498"/>
                  </a:lnTo>
                  <a:lnTo>
                    <a:pt x="113" y="495"/>
                  </a:lnTo>
                  <a:lnTo>
                    <a:pt x="105" y="491"/>
                  </a:lnTo>
                  <a:lnTo>
                    <a:pt x="98" y="486"/>
                  </a:lnTo>
                  <a:lnTo>
                    <a:pt x="85" y="476"/>
                  </a:lnTo>
                  <a:lnTo>
                    <a:pt x="73" y="466"/>
                  </a:lnTo>
                  <a:lnTo>
                    <a:pt x="64" y="455"/>
                  </a:lnTo>
                  <a:lnTo>
                    <a:pt x="57" y="444"/>
                  </a:lnTo>
                  <a:lnTo>
                    <a:pt x="57" y="444"/>
                  </a:lnTo>
                  <a:lnTo>
                    <a:pt x="51" y="434"/>
                  </a:lnTo>
                  <a:lnTo>
                    <a:pt x="47" y="424"/>
                  </a:lnTo>
                  <a:lnTo>
                    <a:pt x="43" y="413"/>
                  </a:lnTo>
                  <a:lnTo>
                    <a:pt x="40" y="402"/>
                  </a:lnTo>
                  <a:lnTo>
                    <a:pt x="37" y="390"/>
                  </a:lnTo>
                  <a:lnTo>
                    <a:pt x="35" y="379"/>
                  </a:lnTo>
                  <a:lnTo>
                    <a:pt x="34" y="367"/>
                  </a:lnTo>
                  <a:lnTo>
                    <a:pt x="33" y="356"/>
                  </a:lnTo>
                  <a:lnTo>
                    <a:pt x="34" y="343"/>
                  </a:lnTo>
                  <a:lnTo>
                    <a:pt x="34" y="332"/>
                  </a:lnTo>
                  <a:lnTo>
                    <a:pt x="36" y="320"/>
                  </a:lnTo>
                  <a:lnTo>
                    <a:pt x="38" y="309"/>
                  </a:lnTo>
                  <a:lnTo>
                    <a:pt x="41" y="296"/>
                  </a:lnTo>
                  <a:lnTo>
                    <a:pt x="45" y="285"/>
                  </a:lnTo>
                  <a:lnTo>
                    <a:pt x="49" y="274"/>
                  </a:lnTo>
                  <a:lnTo>
                    <a:pt x="54" y="264"/>
                  </a:lnTo>
                  <a:lnTo>
                    <a:pt x="5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sp>
          <p:nvSpPr>
            <p:cNvPr id="11" name="Freeform 20">
              <a:extLst>
                <a:ext uri="{FF2B5EF4-FFF2-40B4-BE49-F238E27FC236}">
                  <a16:creationId xmlns:a16="http://schemas.microsoft.com/office/drawing/2014/main" id="{40AD310F-9757-42FB-940E-ECF31F5150CB}"/>
                </a:ext>
              </a:extLst>
            </p:cNvPr>
            <p:cNvSpPr>
              <a:spLocks/>
            </p:cNvSpPr>
            <p:nvPr/>
          </p:nvSpPr>
          <p:spPr bwMode="auto">
            <a:xfrm>
              <a:off x="5988051" y="1955801"/>
              <a:ext cx="138113" cy="212725"/>
            </a:xfrm>
            <a:custGeom>
              <a:avLst/>
              <a:gdLst>
                <a:gd name="T0" fmla="*/ 67 w 87"/>
                <a:gd name="T1" fmla="*/ 133 h 134"/>
                <a:gd name="T2" fmla="*/ 67 w 87"/>
                <a:gd name="T3" fmla="*/ 133 h 134"/>
                <a:gd name="T4" fmla="*/ 71 w 87"/>
                <a:gd name="T5" fmla="*/ 134 h 134"/>
                <a:gd name="T6" fmla="*/ 71 w 87"/>
                <a:gd name="T7" fmla="*/ 134 h 134"/>
                <a:gd name="T8" fmla="*/ 76 w 87"/>
                <a:gd name="T9" fmla="*/ 133 h 134"/>
                <a:gd name="T10" fmla="*/ 81 w 87"/>
                <a:gd name="T11" fmla="*/ 131 h 134"/>
                <a:gd name="T12" fmla="*/ 84 w 87"/>
                <a:gd name="T13" fmla="*/ 127 h 134"/>
                <a:gd name="T14" fmla="*/ 87 w 87"/>
                <a:gd name="T15" fmla="*/ 122 h 134"/>
                <a:gd name="T16" fmla="*/ 87 w 87"/>
                <a:gd name="T17" fmla="*/ 122 h 134"/>
                <a:gd name="T18" fmla="*/ 87 w 87"/>
                <a:gd name="T19" fmla="*/ 119 h 134"/>
                <a:gd name="T20" fmla="*/ 87 w 87"/>
                <a:gd name="T21" fmla="*/ 115 h 134"/>
                <a:gd name="T22" fmla="*/ 85 w 87"/>
                <a:gd name="T23" fmla="*/ 109 h 134"/>
                <a:gd name="T24" fmla="*/ 81 w 87"/>
                <a:gd name="T25" fmla="*/ 104 h 134"/>
                <a:gd name="T26" fmla="*/ 78 w 87"/>
                <a:gd name="T27" fmla="*/ 103 h 134"/>
                <a:gd name="T28" fmla="*/ 75 w 87"/>
                <a:gd name="T29" fmla="*/ 101 h 134"/>
                <a:gd name="T30" fmla="*/ 75 w 87"/>
                <a:gd name="T31" fmla="*/ 101 h 134"/>
                <a:gd name="T32" fmla="*/ 66 w 87"/>
                <a:gd name="T33" fmla="*/ 98 h 134"/>
                <a:gd name="T34" fmla="*/ 58 w 87"/>
                <a:gd name="T35" fmla="*/ 94 h 134"/>
                <a:gd name="T36" fmla="*/ 51 w 87"/>
                <a:gd name="T37" fmla="*/ 90 h 134"/>
                <a:gd name="T38" fmla="*/ 45 w 87"/>
                <a:gd name="T39" fmla="*/ 84 h 134"/>
                <a:gd name="T40" fmla="*/ 41 w 87"/>
                <a:gd name="T41" fmla="*/ 78 h 134"/>
                <a:gd name="T42" fmla="*/ 38 w 87"/>
                <a:gd name="T43" fmla="*/ 71 h 134"/>
                <a:gd name="T44" fmla="*/ 35 w 87"/>
                <a:gd name="T45" fmla="*/ 65 h 134"/>
                <a:gd name="T46" fmla="*/ 34 w 87"/>
                <a:gd name="T47" fmla="*/ 58 h 134"/>
                <a:gd name="T48" fmla="*/ 33 w 87"/>
                <a:gd name="T49" fmla="*/ 45 h 134"/>
                <a:gd name="T50" fmla="*/ 33 w 87"/>
                <a:gd name="T51" fmla="*/ 34 h 134"/>
                <a:gd name="T52" fmla="*/ 34 w 87"/>
                <a:gd name="T53" fmla="*/ 25 h 134"/>
                <a:gd name="T54" fmla="*/ 35 w 87"/>
                <a:gd name="T55" fmla="*/ 20 h 134"/>
                <a:gd name="T56" fmla="*/ 35 w 87"/>
                <a:gd name="T57" fmla="*/ 20 h 134"/>
                <a:gd name="T58" fmla="*/ 36 w 87"/>
                <a:gd name="T59" fmla="*/ 17 h 134"/>
                <a:gd name="T60" fmla="*/ 36 w 87"/>
                <a:gd name="T61" fmla="*/ 14 h 134"/>
                <a:gd name="T62" fmla="*/ 34 w 87"/>
                <a:gd name="T63" fmla="*/ 8 h 134"/>
                <a:gd name="T64" fmla="*/ 30 w 87"/>
                <a:gd name="T65" fmla="*/ 3 h 134"/>
                <a:gd name="T66" fmla="*/ 27 w 87"/>
                <a:gd name="T67" fmla="*/ 2 h 134"/>
                <a:gd name="T68" fmla="*/ 24 w 87"/>
                <a:gd name="T69" fmla="*/ 1 h 134"/>
                <a:gd name="T70" fmla="*/ 24 w 87"/>
                <a:gd name="T71" fmla="*/ 1 h 134"/>
                <a:gd name="T72" fmla="*/ 21 w 87"/>
                <a:gd name="T73" fmla="*/ 0 h 134"/>
                <a:gd name="T74" fmla="*/ 18 w 87"/>
                <a:gd name="T75" fmla="*/ 0 h 134"/>
                <a:gd name="T76" fmla="*/ 12 w 87"/>
                <a:gd name="T77" fmla="*/ 2 h 134"/>
                <a:gd name="T78" fmla="*/ 7 w 87"/>
                <a:gd name="T79" fmla="*/ 6 h 134"/>
                <a:gd name="T80" fmla="*/ 6 w 87"/>
                <a:gd name="T81" fmla="*/ 9 h 134"/>
                <a:gd name="T82" fmla="*/ 3 w 87"/>
                <a:gd name="T83" fmla="*/ 12 h 134"/>
                <a:gd name="T84" fmla="*/ 3 w 87"/>
                <a:gd name="T85" fmla="*/ 12 h 134"/>
                <a:gd name="T86" fmla="*/ 2 w 87"/>
                <a:gd name="T87" fmla="*/ 21 h 134"/>
                <a:gd name="T88" fmla="*/ 1 w 87"/>
                <a:gd name="T89" fmla="*/ 30 h 134"/>
                <a:gd name="T90" fmla="*/ 0 w 87"/>
                <a:gd name="T91" fmla="*/ 41 h 134"/>
                <a:gd name="T92" fmla="*/ 0 w 87"/>
                <a:gd name="T93" fmla="*/ 53 h 134"/>
                <a:gd name="T94" fmla="*/ 2 w 87"/>
                <a:gd name="T95" fmla="*/ 67 h 134"/>
                <a:gd name="T96" fmla="*/ 7 w 87"/>
                <a:gd name="T97" fmla="*/ 82 h 134"/>
                <a:gd name="T98" fmla="*/ 10 w 87"/>
                <a:gd name="T99" fmla="*/ 88 h 134"/>
                <a:gd name="T100" fmla="*/ 14 w 87"/>
                <a:gd name="T101" fmla="*/ 95 h 134"/>
                <a:gd name="T102" fmla="*/ 14 w 87"/>
                <a:gd name="T103" fmla="*/ 95 h 134"/>
                <a:gd name="T104" fmla="*/ 18 w 87"/>
                <a:gd name="T105" fmla="*/ 102 h 134"/>
                <a:gd name="T106" fmla="*/ 23 w 87"/>
                <a:gd name="T107" fmla="*/ 108 h 134"/>
                <a:gd name="T108" fmla="*/ 29 w 87"/>
                <a:gd name="T109" fmla="*/ 114 h 134"/>
                <a:gd name="T110" fmla="*/ 35 w 87"/>
                <a:gd name="T111" fmla="*/ 120 h 134"/>
                <a:gd name="T112" fmla="*/ 42 w 87"/>
                <a:gd name="T113" fmla="*/ 124 h 134"/>
                <a:gd name="T114" fmla="*/ 50 w 87"/>
                <a:gd name="T115" fmla="*/ 128 h 134"/>
                <a:gd name="T116" fmla="*/ 58 w 87"/>
                <a:gd name="T117" fmla="*/ 131 h 134"/>
                <a:gd name="T118" fmla="*/ 67 w 87"/>
                <a:gd name="T119" fmla="*/ 133 h 134"/>
                <a:gd name="T120" fmla="*/ 67 w 87"/>
                <a:gd name="T121" fmla="*/ 1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7" h="134">
                  <a:moveTo>
                    <a:pt x="67" y="133"/>
                  </a:moveTo>
                  <a:lnTo>
                    <a:pt x="67" y="133"/>
                  </a:lnTo>
                  <a:lnTo>
                    <a:pt x="71" y="134"/>
                  </a:lnTo>
                  <a:lnTo>
                    <a:pt x="71" y="134"/>
                  </a:lnTo>
                  <a:lnTo>
                    <a:pt x="76" y="133"/>
                  </a:lnTo>
                  <a:lnTo>
                    <a:pt x="81" y="131"/>
                  </a:lnTo>
                  <a:lnTo>
                    <a:pt x="84" y="127"/>
                  </a:lnTo>
                  <a:lnTo>
                    <a:pt x="87" y="122"/>
                  </a:lnTo>
                  <a:lnTo>
                    <a:pt x="87" y="122"/>
                  </a:lnTo>
                  <a:lnTo>
                    <a:pt x="87" y="119"/>
                  </a:lnTo>
                  <a:lnTo>
                    <a:pt x="87" y="115"/>
                  </a:lnTo>
                  <a:lnTo>
                    <a:pt x="85" y="109"/>
                  </a:lnTo>
                  <a:lnTo>
                    <a:pt x="81" y="104"/>
                  </a:lnTo>
                  <a:lnTo>
                    <a:pt x="78" y="103"/>
                  </a:lnTo>
                  <a:lnTo>
                    <a:pt x="75" y="101"/>
                  </a:lnTo>
                  <a:lnTo>
                    <a:pt x="75" y="101"/>
                  </a:lnTo>
                  <a:lnTo>
                    <a:pt x="66" y="98"/>
                  </a:lnTo>
                  <a:lnTo>
                    <a:pt x="58" y="94"/>
                  </a:lnTo>
                  <a:lnTo>
                    <a:pt x="51" y="90"/>
                  </a:lnTo>
                  <a:lnTo>
                    <a:pt x="45" y="84"/>
                  </a:lnTo>
                  <a:lnTo>
                    <a:pt x="41" y="78"/>
                  </a:lnTo>
                  <a:lnTo>
                    <a:pt x="38" y="71"/>
                  </a:lnTo>
                  <a:lnTo>
                    <a:pt x="35" y="65"/>
                  </a:lnTo>
                  <a:lnTo>
                    <a:pt x="34" y="58"/>
                  </a:lnTo>
                  <a:lnTo>
                    <a:pt x="33" y="45"/>
                  </a:lnTo>
                  <a:lnTo>
                    <a:pt x="33" y="34"/>
                  </a:lnTo>
                  <a:lnTo>
                    <a:pt x="34" y="25"/>
                  </a:lnTo>
                  <a:lnTo>
                    <a:pt x="35" y="20"/>
                  </a:lnTo>
                  <a:lnTo>
                    <a:pt x="35" y="20"/>
                  </a:lnTo>
                  <a:lnTo>
                    <a:pt x="36" y="17"/>
                  </a:lnTo>
                  <a:lnTo>
                    <a:pt x="36" y="14"/>
                  </a:lnTo>
                  <a:lnTo>
                    <a:pt x="34" y="8"/>
                  </a:lnTo>
                  <a:lnTo>
                    <a:pt x="30" y="3"/>
                  </a:lnTo>
                  <a:lnTo>
                    <a:pt x="27" y="2"/>
                  </a:lnTo>
                  <a:lnTo>
                    <a:pt x="24" y="1"/>
                  </a:lnTo>
                  <a:lnTo>
                    <a:pt x="24" y="1"/>
                  </a:lnTo>
                  <a:lnTo>
                    <a:pt x="21" y="0"/>
                  </a:lnTo>
                  <a:lnTo>
                    <a:pt x="18" y="0"/>
                  </a:lnTo>
                  <a:lnTo>
                    <a:pt x="12" y="2"/>
                  </a:lnTo>
                  <a:lnTo>
                    <a:pt x="7" y="6"/>
                  </a:lnTo>
                  <a:lnTo>
                    <a:pt x="6" y="9"/>
                  </a:lnTo>
                  <a:lnTo>
                    <a:pt x="3" y="12"/>
                  </a:lnTo>
                  <a:lnTo>
                    <a:pt x="3" y="12"/>
                  </a:lnTo>
                  <a:lnTo>
                    <a:pt x="2" y="21"/>
                  </a:lnTo>
                  <a:lnTo>
                    <a:pt x="1" y="30"/>
                  </a:lnTo>
                  <a:lnTo>
                    <a:pt x="0" y="41"/>
                  </a:lnTo>
                  <a:lnTo>
                    <a:pt x="0" y="53"/>
                  </a:lnTo>
                  <a:lnTo>
                    <a:pt x="2" y="67"/>
                  </a:lnTo>
                  <a:lnTo>
                    <a:pt x="7" y="82"/>
                  </a:lnTo>
                  <a:lnTo>
                    <a:pt x="10" y="88"/>
                  </a:lnTo>
                  <a:lnTo>
                    <a:pt x="14" y="95"/>
                  </a:lnTo>
                  <a:lnTo>
                    <a:pt x="14" y="95"/>
                  </a:lnTo>
                  <a:lnTo>
                    <a:pt x="18" y="102"/>
                  </a:lnTo>
                  <a:lnTo>
                    <a:pt x="23" y="108"/>
                  </a:lnTo>
                  <a:lnTo>
                    <a:pt x="29" y="114"/>
                  </a:lnTo>
                  <a:lnTo>
                    <a:pt x="35" y="120"/>
                  </a:lnTo>
                  <a:lnTo>
                    <a:pt x="42" y="124"/>
                  </a:lnTo>
                  <a:lnTo>
                    <a:pt x="50" y="128"/>
                  </a:lnTo>
                  <a:lnTo>
                    <a:pt x="58" y="131"/>
                  </a:lnTo>
                  <a:lnTo>
                    <a:pt x="67" y="133"/>
                  </a:lnTo>
                  <a:lnTo>
                    <a:pt x="67"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grpSp>
      <p:cxnSp>
        <p:nvCxnSpPr>
          <p:cNvPr id="12" name="Straight Connector 11">
            <a:extLst>
              <a:ext uri="{FF2B5EF4-FFF2-40B4-BE49-F238E27FC236}">
                <a16:creationId xmlns:a16="http://schemas.microsoft.com/office/drawing/2014/main" id="{E1013F22-3628-4945-A237-720AB295119F}"/>
              </a:ext>
            </a:extLst>
          </p:cNvPr>
          <p:cNvCxnSpPr/>
          <p:nvPr/>
        </p:nvCxnSpPr>
        <p:spPr>
          <a:xfrm>
            <a:off x="861848" y="1114096"/>
            <a:ext cx="3794234"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7359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reeform 1026">
            <a:extLst>
              <a:ext uri="{FF2B5EF4-FFF2-40B4-BE49-F238E27FC236}">
                <a16:creationId xmlns:a16="http://schemas.microsoft.com/office/drawing/2014/main" id="{53AE422C-63D9-4496-BD7C-B4532FD2C734}"/>
              </a:ext>
            </a:extLst>
          </p:cNvPr>
          <p:cNvSpPr/>
          <p:nvPr/>
        </p:nvSpPr>
        <p:spPr>
          <a:xfrm>
            <a:off x="1043063" y="3025432"/>
            <a:ext cx="10220188" cy="1298866"/>
          </a:xfrm>
          <a:custGeom>
            <a:avLst/>
            <a:gdLst>
              <a:gd name="connsiteX0" fmla="*/ 0 w 3923414"/>
              <a:gd name="connsiteY0" fmla="*/ 808098 h 829365"/>
              <a:gd name="connsiteX1" fmla="*/ 425302 w 3923414"/>
              <a:gd name="connsiteY1" fmla="*/ 23 h 829365"/>
              <a:gd name="connsiteX2" fmla="*/ 818707 w 3923414"/>
              <a:gd name="connsiteY2" fmla="*/ 829363 h 829365"/>
              <a:gd name="connsiteX3" fmla="*/ 1180214 w 3923414"/>
              <a:gd name="connsiteY3" fmla="*/ 10656 h 829365"/>
              <a:gd name="connsiteX4" fmla="*/ 1531088 w 3923414"/>
              <a:gd name="connsiteY4" fmla="*/ 818730 h 829365"/>
              <a:gd name="connsiteX5" fmla="*/ 1850065 w 3923414"/>
              <a:gd name="connsiteY5" fmla="*/ 10656 h 829365"/>
              <a:gd name="connsiteX6" fmla="*/ 2200939 w 3923414"/>
              <a:gd name="connsiteY6" fmla="*/ 829363 h 829365"/>
              <a:gd name="connsiteX7" fmla="*/ 2541181 w 3923414"/>
              <a:gd name="connsiteY7" fmla="*/ 21288 h 829365"/>
              <a:gd name="connsiteX8" fmla="*/ 2870790 w 3923414"/>
              <a:gd name="connsiteY8" fmla="*/ 829363 h 829365"/>
              <a:gd name="connsiteX9" fmla="*/ 3200400 w 3923414"/>
              <a:gd name="connsiteY9" fmla="*/ 21288 h 829365"/>
              <a:gd name="connsiteX10" fmla="*/ 3604437 w 3923414"/>
              <a:gd name="connsiteY10" fmla="*/ 818730 h 829365"/>
              <a:gd name="connsiteX11" fmla="*/ 3827721 w 3923414"/>
              <a:gd name="connsiteY11" fmla="*/ 10656 h 829365"/>
              <a:gd name="connsiteX12" fmla="*/ 3923414 w 3923414"/>
              <a:gd name="connsiteY12" fmla="*/ 818730 h 829365"/>
              <a:gd name="connsiteX13" fmla="*/ 3923414 w 3923414"/>
              <a:gd name="connsiteY13" fmla="*/ 818730 h 82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23414" h="829365">
                <a:moveTo>
                  <a:pt x="0" y="808098"/>
                </a:moveTo>
                <a:cubicBezTo>
                  <a:pt x="144425" y="402288"/>
                  <a:pt x="288851" y="-3521"/>
                  <a:pt x="425302" y="23"/>
                </a:cubicBezTo>
                <a:cubicBezTo>
                  <a:pt x="561753" y="3567"/>
                  <a:pt x="692888" y="827591"/>
                  <a:pt x="818707" y="829363"/>
                </a:cubicBezTo>
                <a:cubicBezTo>
                  <a:pt x="944526" y="831135"/>
                  <a:pt x="1061484" y="12428"/>
                  <a:pt x="1180214" y="10656"/>
                </a:cubicBezTo>
                <a:cubicBezTo>
                  <a:pt x="1298944" y="8884"/>
                  <a:pt x="1419446" y="818730"/>
                  <a:pt x="1531088" y="818730"/>
                </a:cubicBezTo>
                <a:cubicBezTo>
                  <a:pt x="1642730" y="818730"/>
                  <a:pt x="1738423" y="8884"/>
                  <a:pt x="1850065" y="10656"/>
                </a:cubicBezTo>
                <a:cubicBezTo>
                  <a:pt x="1961707" y="12428"/>
                  <a:pt x="2085753" y="827591"/>
                  <a:pt x="2200939" y="829363"/>
                </a:cubicBezTo>
                <a:cubicBezTo>
                  <a:pt x="2316125" y="831135"/>
                  <a:pt x="2429539" y="21288"/>
                  <a:pt x="2541181" y="21288"/>
                </a:cubicBezTo>
                <a:cubicBezTo>
                  <a:pt x="2652823" y="21288"/>
                  <a:pt x="2760920" y="829363"/>
                  <a:pt x="2870790" y="829363"/>
                </a:cubicBezTo>
                <a:cubicBezTo>
                  <a:pt x="2980660" y="829363"/>
                  <a:pt x="3078126" y="23060"/>
                  <a:pt x="3200400" y="21288"/>
                </a:cubicBezTo>
                <a:cubicBezTo>
                  <a:pt x="3322674" y="19516"/>
                  <a:pt x="3499884" y="820502"/>
                  <a:pt x="3604437" y="818730"/>
                </a:cubicBezTo>
                <a:cubicBezTo>
                  <a:pt x="3708990" y="816958"/>
                  <a:pt x="3774558" y="10656"/>
                  <a:pt x="3827721" y="10656"/>
                </a:cubicBezTo>
                <a:cubicBezTo>
                  <a:pt x="3880884" y="10656"/>
                  <a:pt x="3923414" y="818730"/>
                  <a:pt x="3923414" y="818730"/>
                </a:cubicBezTo>
                <a:lnTo>
                  <a:pt x="3923414" y="818730"/>
                </a:lnTo>
              </a:path>
            </a:pathLst>
          </a:custGeom>
          <a:noFill/>
          <a:ln w="31750" cmpd="sng">
            <a:solidFill>
              <a:schemeClr val="accent3"/>
            </a:solid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rtlCol="0" anchor="ctr"/>
          <a:lstStyle/>
          <a:p>
            <a:pPr algn="ctr"/>
            <a:endParaRPr lang="en-US">
              <a:solidFill>
                <a:prstClr val="black">
                  <a:hueOff val="0"/>
                  <a:satOff val="0"/>
                  <a:lumOff val="0"/>
                  <a:alphaOff val="0"/>
                </a:prstClr>
              </a:solidFill>
            </a:endParaRPr>
          </a:p>
        </p:txBody>
      </p:sp>
      <p:sp>
        <p:nvSpPr>
          <p:cNvPr id="59" name="Rectangle 58">
            <a:extLst>
              <a:ext uri="{FF2B5EF4-FFF2-40B4-BE49-F238E27FC236}">
                <a16:creationId xmlns:a16="http://schemas.microsoft.com/office/drawing/2014/main" id="{A99188E7-898F-436B-B9BB-D0832D7807B4}"/>
              </a:ext>
            </a:extLst>
          </p:cNvPr>
          <p:cNvSpPr/>
          <p:nvPr/>
        </p:nvSpPr>
        <p:spPr>
          <a:xfrm>
            <a:off x="10256520" y="2607387"/>
            <a:ext cx="1837471" cy="22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A8407A-B259-D349-BCDE-C65FA9F9B2EF}"/>
              </a:ext>
            </a:extLst>
          </p:cNvPr>
          <p:cNvSpPr>
            <a:spLocks noGrp="1"/>
          </p:cNvSpPr>
          <p:nvPr>
            <p:ph type="title"/>
          </p:nvPr>
        </p:nvSpPr>
        <p:spPr/>
        <p:txBody>
          <a:bodyPr/>
          <a:lstStyle/>
          <a:p>
            <a:r>
              <a:rPr lang="en-US"/>
              <a:t>Hydration Terminology</a:t>
            </a:r>
          </a:p>
        </p:txBody>
      </p:sp>
      <p:cxnSp>
        <p:nvCxnSpPr>
          <p:cNvPr id="44" name="Straight Connector 43">
            <a:extLst>
              <a:ext uri="{FF2B5EF4-FFF2-40B4-BE49-F238E27FC236}">
                <a16:creationId xmlns:a16="http://schemas.microsoft.com/office/drawing/2014/main" id="{BFF9D028-AA20-408D-A117-A6B82303C36A}"/>
              </a:ext>
            </a:extLst>
          </p:cNvPr>
          <p:cNvCxnSpPr/>
          <p:nvPr/>
        </p:nvCxnSpPr>
        <p:spPr>
          <a:xfrm>
            <a:off x="3831274" y="2178067"/>
            <a:ext cx="5214916" cy="0"/>
          </a:xfrm>
          <a:prstGeom prst="line">
            <a:avLst/>
          </a:prstGeom>
          <a:ln w="25400" cmpd="sng">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B0D560C4-F1CD-4582-9AD4-C500AD923F7E}"/>
              </a:ext>
            </a:extLst>
          </p:cNvPr>
          <p:cNvCxnSpPr/>
          <p:nvPr/>
        </p:nvCxnSpPr>
        <p:spPr>
          <a:xfrm>
            <a:off x="3840871" y="5252261"/>
            <a:ext cx="5214916" cy="0"/>
          </a:xfrm>
          <a:prstGeom prst="line">
            <a:avLst/>
          </a:prstGeom>
          <a:ln w="25400" cmpd="sng">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B54E82B1-A442-463B-9A23-40A085401182}"/>
              </a:ext>
            </a:extLst>
          </p:cNvPr>
          <p:cNvCxnSpPr>
            <a:endCxn id="48" idx="3"/>
          </p:cNvCxnSpPr>
          <p:nvPr/>
        </p:nvCxnSpPr>
        <p:spPr>
          <a:xfrm flipV="1">
            <a:off x="9046190" y="3737320"/>
            <a:ext cx="1643310" cy="1510785"/>
          </a:xfrm>
          <a:prstGeom prst="straightConnector1">
            <a:avLst/>
          </a:prstGeom>
          <a:ln w="25400" cap="rnd" cmpd="sng">
            <a:solidFill>
              <a:srgbClr val="7F7F7F"/>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D7319061-FDAA-4D6F-9DB7-EB39C9108C6E}"/>
              </a:ext>
            </a:extLst>
          </p:cNvPr>
          <p:cNvCxnSpPr/>
          <p:nvPr/>
        </p:nvCxnSpPr>
        <p:spPr>
          <a:xfrm>
            <a:off x="9021139" y="2167243"/>
            <a:ext cx="1668362" cy="1442230"/>
          </a:xfrm>
          <a:prstGeom prst="straightConnector1">
            <a:avLst/>
          </a:prstGeom>
          <a:ln w="25400" cmpd="sng">
            <a:solidFill>
              <a:srgbClr val="7F7F7F"/>
            </a:solidFill>
            <a:tailEnd type="arrow"/>
          </a:ln>
          <a:effectLst/>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D85E46BD-6C74-4679-B493-35B57561F511}"/>
              </a:ext>
            </a:extLst>
          </p:cNvPr>
          <p:cNvSpPr/>
          <p:nvPr/>
        </p:nvSpPr>
        <p:spPr>
          <a:xfrm>
            <a:off x="10667015" y="3596062"/>
            <a:ext cx="153543" cy="165495"/>
          </a:xfrm>
          <a:prstGeom prst="ellipse">
            <a:avLst/>
          </a:prstGeom>
          <a:solidFill>
            <a:schemeClr val="bg1">
              <a:lumMod val="50000"/>
            </a:schemeClr>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55" tIns="0" rIns="8255" bIns="0" numCol="1" spcCol="1270" rtlCol="0" anchor="ctr" anchorCtr="0">
            <a:noAutofit/>
          </a:bodyPr>
          <a:lstStyle/>
          <a:p>
            <a:pPr algn="ctr" defTabSz="577850">
              <a:spcBef>
                <a:spcPct val="0"/>
              </a:spcBef>
              <a:spcAft>
                <a:spcPts val="400"/>
              </a:spcAft>
            </a:pPr>
            <a:endParaRPr lang="en-US" sz="1400">
              <a:solidFill>
                <a:srgbClr val="FF4C00"/>
              </a:solidFill>
              <a:latin typeface="Proxima Nova Extrabld"/>
              <a:cs typeface="Proxima Nova Extrabld"/>
            </a:endParaRPr>
          </a:p>
        </p:txBody>
      </p:sp>
      <p:sp>
        <p:nvSpPr>
          <p:cNvPr id="39" name="TextBox 38">
            <a:extLst>
              <a:ext uri="{FF2B5EF4-FFF2-40B4-BE49-F238E27FC236}">
                <a16:creationId xmlns:a16="http://schemas.microsoft.com/office/drawing/2014/main" id="{BE564B15-A878-46F4-8930-8CC926E2D688}"/>
              </a:ext>
            </a:extLst>
          </p:cNvPr>
          <p:cNvSpPr txBox="1"/>
          <p:nvPr/>
        </p:nvSpPr>
        <p:spPr>
          <a:xfrm>
            <a:off x="4277793" y="1761981"/>
            <a:ext cx="4525234" cy="338554"/>
          </a:xfrm>
          <a:prstGeom prst="rect">
            <a:avLst/>
          </a:prstGeom>
          <a:noFill/>
        </p:spPr>
        <p:txBody>
          <a:bodyPr wrap="square" rtlCol="0">
            <a:spAutoFit/>
          </a:bodyPr>
          <a:lstStyle/>
          <a:p>
            <a:r>
              <a:rPr lang="en-US" sz="1200">
                <a:solidFill>
                  <a:prstClr val="black"/>
                </a:solidFill>
              </a:rPr>
              <a:t>         </a:t>
            </a:r>
            <a:r>
              <a:rPr lang="en-US" sz="1600" b="1" err="1">
                <a:solidFill>
                  <a:prstClr val="black"/>
                </a:solidFill>
              </a:rPr>
              <a:t>Hyperhydration</a:t>
            </a:r>
            <a:r>
              <a:rPr lang="en-US" sz="1600" b="1">
                <a:solidFill>
                  <a:prstClr val="black"/>
                </a:solidFill>
              </a:rPr>
              <a:t> / </a:t>
            </a:r>
            <a:r>
              <a:rPr lang="en-US" sz="1600" b="1" err="1">
                <a:solidFill>
                  <a:prstClr val="black"/>
                </a:solidFill>
              </a:rPr>
              <a:t>Overhydration</a:t>
            </a:r>
            <a:endParaRPr lang="en-US" sz="1600" b="1">
              <a:solidFill>
                <a:prstClr val="black"/>
              </a:solidFill>
            </a:endParaRPr>
          </a:p>
        </p:txBody>
      </p:sp>
      <p:sp>
        <p:nvSpPr>
          <p:cNvPr id="40" name="TextBox 39">
            <a:extLst>
              <a:ext uri="{FF2B5EF4-FFF2-40B4-BE49-F238E27FC236}">
                <a16:creationId xmlns:a16="http://schemas.microsoft.com/office/drawing/2014/main" id="{F471A0D8-F118-4635-80A4-BB6F7CAE4E56}"/>
              </a:ext>
            </a:extLst>
          </p:cNvPr>
          <p:cNvSpPr txBox="1"/>
          <p:nvPr/>
        </p:nvSpPr>
        <p:spPr>
          <a:xfrm>
            <a:off x="4623931" y="5229903"/>
            <a:ext cx="3448244" cy="338554"/>
          </a:xfrm>
          <a:prstGeom prst="rect">
            <a:avLst/>
          </a:prstGeom>
          <a:noFill/>
        </p:spPr>
        <p:txBody>
          <a:bodyPr wrap="square" rtlCol="0">
            <a:spAutoFit/>
          </a:bodyPr>
          <a:lstStyle/>
          <a:p>
            <a:r>
              <a:rPr lang="en-US" sz="1200" b="1">
                <a:solidFill>
                  <a:prstClr val="black"/>
                </a:solidFill>
              </a:rPr>
              <a:t>                     </a:t>
            </a:r>
            <a:r>
              <a:rPr lang="en-US" sz="1600" b="1" err="1">
                <a:solidFill>
                  <a:prstClr val="black"/>
                </a:solidFill>
              </a:rPr>
              <a:t>Hypohydration</a:t>
            </a:r>
            <a:endParaRPr lang="en-US" sz="1600" b="1">
              <a:solidFill>
                <a:prstClr val="black"/>
              </a:solidFill>
            </a:endParaRPr>
          </a:p>
        </p:txBody>
      </p:sp>
      <p:sp>
        <p:nvSpPr>
          <p:cNvPr id="41" name="TextBox 40">
            <a:extLst>
              <a:ext uri="{FF2B5EF4-FFF2-40B4-BE49-F238E27FC236}">
                <a16:creationId xmlns:a16="http://schemas.microsoft.com/office/drawing/2014/main" id="{8C792BB3-D728-47D3-BB04-8A9F1D3C2459}"/>
              </a:ext>
            </a:extLst>
          </p:cNvPr>
          <p:cNvSpPr txBox="1"/>
          <p:nvPr/>
        </p:nvSpPr>
        <p:spPr>
          <a:xfrm rot="2441625">
            <a:off x="8569349" y="2857080"/>
            <a:ext cx="3448244" cy="338554"/>
          </a:xfrm>
          <a:prstGeom prst="rect">
            <a:avLst/>
          </a:prstGeom>
          <a:noFill/>
        </p:spPr>
        <p:txBody>
          <a:bodyPr wrap="square" rtlCol="0">
            <a:spAutoFit/>
          </a:bodyPr>
          <a:lstStyle/>
          <a:p>
            <a:r>
              <a:rPr lang="en-US" sz="1200">
                <a:solidFill>
                  <a:prstClr val="black"/>
                </a:solidFill>
              </a:rPr>
              <a:t>               </a:t>
            </a:r>
            <a:r>
              <a:rPr lang="en-US" sz="1600" b="1">
                <a:solidFill>
                  <a:prstClr val="black"/>
                </a:solidFill>
              </a:rPr>
              <a:t>Dehydration</a:t>
            </a:r>
          </a:p>
        </p:txBody>
      </p:sp>
      <p:sp>
        <p:nvSpPr>
          <p:cNvPr id="42" name="TextBox 41">
            <a:extLst>
              <a:ext uri="{FF2B5EF4-FFF2-40B4-BE49-F238E27FC236}">
                <a16:creationId xmlns:a16="http://schemas.microsoft.com/office/drawing/2014/main" id="{F6F4A2DC-6D06-48AB-9E94-B1BDC2AD704B}"/>
              </a:ext>
            </a:extLst>
          </p:cNvPr>
          <p:cNvSpPr txBox="1"/>
          <p:nvPr/>
        </p:nvSpPr>
        <p:spPr>
          <a:xfrm rot="18952479">
            <a:off x="8876060" y="4611336"/>
            <a:ext cx="1959280" cy="338554"/>
          </a:xfrm>
          <a:prstGeom prst="rect">
            <a:avLst/>
          </a:prstGeom>
          <a:noFill/>
        </p:spPr>
        <p:txBody>
          <a:bodyPr wrap="square" rtlCol="0">
            <a:spAutoFit/>
          </a:bodyPr>
          <a:lstStyle/>
          <a:p>
            <a:r>
              <a:rPr lang="en-US" sz="1200">
                <a:solidFill>
                  <a:prstClr val="black"/>
                </a:solidFill>
              </a:rPr>
              <a:t>      </a:t>
            </a:r>
            <a:r>
              <a:rPr lang="en-US" sz="1600" b="1">
                <a:solidFill>
                  <a:prstClr val="black"/>
                </a:solidFill>
              </a:rPr>
              <a:t>Rehydration</a:t>
            </a:r>
          </a:p>
        </p:txBody>
      </p:sp>
      <p:sp>
        <p:nvSpPr>
          <p:cNvPr id="37" name="TextBox 36">
            <a:extLst>
              <a:ext uri="{FF2B5EF4-FFF2-40B4-BE49-F238E27FC236}">
                <a16:creationId xmlns:a16="http://schemas.microsoft.com/office/drawing/2014/main" id="{74F35563-F554-42A3-BD0E-03D5D103A79D}"/>
              </a:ext>
            </a:extLst>
          </p:cNvPr>
          <p:cNvSpPr txBox="1"/>
          <p:nvPr/>
        </p:nvSpPr>
        <p:spPr>
          <a:xfrm>
            <a:off x="5480367" y="3462488"/>
            <a:ext cx="1820074" cy="369331"/>
          </a:xfrm>
          <a:prstGeom prst="rect">
            <a:avLst/>
          </a:prstGeom>
          <a:noFill/>
        </p:spPr>
        <p:txBody>
          <a:bodyPr wrap="square" rtlCol="0">
            <a:spAutoFit/>
          </a:bodyPr>
          <a:lstStyle/>
          <a:p>
            <a:r>
              <a:rPr lang="en-US" sz="1200">
                <a:solidFill>
                  <a:prstClr val="black"/>
                </a:solidFill>
              </a:rPr>
              <a:t>   </a:t>
            </a:r>
            <a:r>
              <a:rPr lang="en-US" b="1" err="1">
                <a:solidFill>
                  <a:prstClr val="black"/>
                </a:solidFill>
              </a:rPr>
              <a:t>Euhydration</a:t>
            </a:r>
            <a:endParaRPr lang="en-US" b="1">
              <a:solidFill>
                <a:prstClr val="black"/>
              </a:solidFill>
            </a:endParaRPr>
          </a:p>
        </p:txBody>
      </p:sp>
      <p:sp>
        <p:nvSpPr>
          <p:cNvPr id="60" name="Rectangle 59">
            <a:extLst>
              <a:ext uri="{FF2B5EF4-FFF2-40B4-BE49-F238E27FC236}">
                <a16:creationId xmlns:a16="http://schemas.microsoft.com/office/drawing/2014/main" id="{85D87709-B5AD-4864-B857-E7F80A68FBA0}"/>
              </a:ext>
            </a:extLst>
          </p:cNvPr>
          <p:cNvSpPr/>
          <p:nvPr/>
        </p:nvSpPr>
        <p:spPr>
          <a:xfrm>
            <a:off x="472406" y="2622288"/>
            <a:ext cx="2012661" cy="22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87B9F9B-7263-4389-8792-0D5BFB54BC8C}"/>
              </a:ext>
            </a:extLst>
          </p:cNvPr>
          <p:cNvSpPr txBox="1"/>
          <p:nvPr/>
        </p:nvSpPr>
        <p:spPr>
          <a:xfrm>
            <a:off x="776195" y="3316824"/>
            <a:ext cx="1533300" cy="584776"/>
          </a:xfrm>
          <a:prstGeom prst="rect">
            <a:avLst/>
          </a:prstGeom>
          <a:noFill/>
        </p:spPr>
        <p:txBody>
          <a:bodyPr wrap="square" rtlCol="0">
            <a:spAutoFit/>
          </a:bodyPr>
          <a:lstStyle/>
          <a:p>
            <a:r>
              <a:rPr lang="en-US" sz="1600" b="1">
                <a:solidFill>
                  <a:prstClr val="black"/>
                </a:solidFill>
              </a:rPr>
              <a:t>± 2% Total Body Water</a:t>
            </a:r>
          </a:p>
        </p:txBody>
      </p:sp>
      <p:cxnSp>
        <p:nvCxnSpPr>
          <p:cNvPr id="56" name="Straight Arrow Connector 55">
            <a:extLst>
              <a:ext uri="{FF2B5EF4-FFF2-40B4-BE49-F238E27FC236}">
                <a16:creationId xmlns:a16="http://schemas.microsoft.com/office/drawing/2014/main" id="{B2A117C6-DE1B-4341-8634-F6DA6108B378}"/>
              </a:ext>
            </a:extLst>
          </p:cNvPr>
          <p:cNvCxnSpPr/>
          <p:nvPr/>
        </p:nvCxnSpPr>
        <p:spPr>
          <a:xfrm flipV="1">
            <a:off x="1344627" y="3025432"/>
            <a:ext cx="0" cy="314599"/>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AA33A5FB-F5F0-4503-ADF7-882C9DBE035E}"/>
              </a:ext>
            </a:extLst>
          </p:cNvPr>
          <p:cNvCxnSpPr/>
          <p:nvPr/>
        </p:nvCxnSpPr>
        <p:spPr>
          <a:xfrm>
            <a:off x="1344627" y="3924792"/>
            <a:ext cx="0" cy="412194"/>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344D0FBF-DB85-47F4-9962-C5B3240648DB}"/>
              </a:ext>
            </a:extLst>
          </p:cNvPr>
          <p:cNvCxnSpPr/>
          <p:nvPr/>
        </p:nvCxnSpPr>
        <p:spPr>
          <a:xfrm>
            <a:off x="732764" y="3025432"/>
            <a:ext cx="10618384" cy="0"/>
          </a:xfrm>
          <a:prstGeom prst="line">
            <a:avLst/>
          </a:prstGeom>
          <a:ln w="12700" cmpd="sng">
            <a:solidFill>
              <a:srgbClr val="7F7F7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23157F8-C046-4318-9359-DF6052CC265C}"/>
              </a:ext>
            </a:extLst>
          </p:cNvPr>
          <p:cNvCxnSpPr/>
          <p:nvPr/>
        </p:nvCxnSpPr>
        <p:spPr>
          <a:xfrm>
            <a:off x="732764" y="4336986"/>
            <a:ext cx="10618384" cy="0"/>
          </a:xfrm>
          <a:prstGeom prst="line">
            <a:avLst/>
          </a:prstGeom>
          <a:ln w="12700" cmpd="sng">
            <a:solidFill>
              <a:srgbClr val="7F7F7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D8525A3-4228-4BDA-9313-7BD41F5B9C9D}"/>
              </a:ext>
            </a:extLst>
          </p:cNvPr>
          <p:cNvCxnSpPr/>
          <p:nvPr/>
        </p:nvCxnSpPr>
        <p:spPr>
          <a:xfrm flipV="1">
            <a:off x="2127819" y="2178067"/>
            <a:ext cx="1697596" cy="1483178"/>
          </a:xfrm>
          <a:prstGeom prst="straightConnector1">
            <a:avLst/>
          </a:prstGeom>
          <a:ln w="25400" cap="rnd" cmpd="sng">
            <a:solidFill>
              <a:srgbClr val="7F7F7F"/>
            </a:solidFill>
            <a:tailEnd type="arrow"/>
          </a:ln>
          <a:effectLst/>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F6E9B84D-A087-4252-A849-CF3989BB50FC}"/>
              </a:ext>
            </a:extLst>
          </p:cNvPr>
          <p:cNvSpPr txBox="1"/>
          <p:nvPr/>
        </p:nvSpPr>
        <p:spPr>
          <a:xfrm rot="2454000">
            <a:off x="1183881" y="4503562"/>
            <a:ext cx="3448244" cy="338554"/>
          </a:xfrm>
          <a:prstGeom prst="rect">
            <a:avLst/>
          </a:prstGeom>
          <a:noFill/>
        </p:spPr>
        <p:txBody>
          <a:bodyPr wrap="square" rtlCol="0">
            <a:spAutoFit/>
          </a:bodyPr>
          <a:lstStyle/>
          <a:p>
            <a:r>
              <a:rPr lang="en-US" sz="1600" b="1">
                <a:solidFill>
                  <a:prstClr val="black"/>
                </a:solidFill>
              </a:rPr>
              <a:t>                 Dehydration</a:t>
            </a:r>
          </a:p>
        </p:txBody>
      </p:sp>
      <p:cxnSp>
        <p:nvCxnSpPr>
          <p:cNvPr id="50" name="Straight Arrow Connector 49">
            <a:extLst>
              <a:ext uri="{FF2B5EF4-FFF2-40B4-BE49-F238E27FC236}">
                <a16:creationId xmlns:a16="http://schemas.microsoft.com/office/drawing/2014/main" id="{F15B34F4-5A27-4F82-A6B3-16EB4D206553}"/>
              </a:ext>
            </a:extLst>
          </p:cNvPr>
          <p:cNvCxnSpPr/>
          <p:nvPr/>
        </p:nvCxnSpPr>
        <p:spPr>
          <a:xfrm>
            <a:off x="2153679" y="3707689"/>
            <a:ext cx="1722648" cy="1559881"/>
          </a:xfrm>
          <a:prstGeom prst="straightConnector1">
            <a:avLst/>
          </a:prstGeom>
          <a:ln w="25400" cmpd="sng">
            <a:solidFill>
              <a:srgbClr val="7F7F7F"/>
            </a:solidFill>
            <a:tailEnd type="arrow"/>
          </a:ln>
          <a:effectLst/>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EED3D6E3-F923-4F40-91C9-396F4F5AAD83}"/>
              </a:ext>
            </a:extLst>
          </p:cNvPr>
          <p:cNvSpPr/>
          <p:nvPr/>
        </p:nvSpPr>
        <p:spPr>
          <a:xfrm>
            <a:off x="2051048" y="3599432"/>
            <a:ext cx="153543" cy="165495"/>
          </a:xfrm>
          <a:prstGeom prst="ellipse">
            <a:avLst/>
          </a:prstGeom>
          <a:solidFill>
            <a:schemeClr val="bg1">
              <a:lumMod val="50000"/>
            </a:schemeClr>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55" tIns="0" rIns="8255" bIns="0" numCol="1" spcCol="1270" rtlCol="0" anchor="ctr" anchorCtr="0">
            <a:noAutofit/>
          </a:bodyPr>
          <a:lstStyle/>
          <a:p>
            <a:pPr algn="ctr" defTabSz="577850">
              <a:spcBef>
                <a:spcPct val="0"/>
              </a:spcBef>
              <a:spcAft>
                <a:spcPts val="400"/>
              </a:spcAft>
            </a:pPr>
            <a:endParaRPr lang="en-US" sz="1400">
              <a:solidFill>
                <a:srgbClr val="FF4C00"/>
              </a:solidFill>
              <a:latin typeface="Proxima Nova Extrabld"/>
              <a:cs typeface="Proxima Nova Extrabld"/>
            </a:endParaRPr>
          </a:p>
        </p:txBody>
      </p:sp>
      <p:sp>
        <p:nvSpPr>
          <p:cNvPr id="61" name="TextBox 60">
            <a:extLst>
              <a:ext uri="{FF2B5EF4-FFF2-40B4-BE49-F238E27FC236}">
                <a16:creationId xmlns:a16="http://schemas.microsoft.com/office/drawing/2014/main" id="{44ED496F-19FD-48E5-8ED8-522F52D18759}"/>
              </a:ext>
            </a:extLst>
          </p:cNvPr>
          <p:cNvSpPr txBox="1"/>
          <p:nvPr/>
        </p:nvSpPr>
        <p:spPr>
          <a:xfrm>
            <a:off x="2828072" y="6564556"/>
            <a:ext cx="9265919" cy="261610"/>
          </a:xfrm>
          <a:prstGeom prst="rect">
            <a:avLst/>
          </a:prstGeom>
          <a:noFill/>
        </p:spPr>
        <p:txBody>
          <a:bodyPr wrap="square" rtlCol="0" anchor="t">
            <a:spAutoFit/>
          </a:bodyPr>
          <a:lstStyle/>
          <a:p>
            <a:pPr algn="r"/>
            <a:r>
              <a:rPr lang="en-US" sz="1050" dirty="0">
                <a:solidFill>
                  <a:schemeClr val="bg1"/>
                </a:solidFill>
              </a:rPr>
              <a:t>Greenleaf J. </a:t>
            </a:r>
            <a:r>
              <a:rPr lang="en-US" sz="1050" i="1" dirty="0">
                <a:solidFill>
                  <a:schemeClr val="bg1"/>
                </a:solidFill>
              </a:rPr>
              <a:t>Med Sci Sports </a:t>
            </a:r>
            <a:r>
              <a:rPr lang="en-US" sz="1050" i="1" dirty="0" err="1">
                <a:solidFill>
                  <a:schemeClr val="bg1"/>
                </a:solidFill>
              </a:rPr>
              <a:t>Exerc</a:t>
            </a:r>
            <a:r>
              <a:rPr lang="en-US" sz="1050" i="1" dirty="0">
                <a:solidFill>
                  <a:schemeClr val="bg1"/>
                </a:solidFill>
              </a:rPr>
              <a:t>.</a:t>
            </a:r>
            <a:r>
              <a:rPr lang="en-US" sz="1050" dirty="0">
                <a:solidFill>
                  <a:schemeClr val="bg1"/>
                </a:solidFill>
              </a:rPr>
              <a:t> 1992;24(6):645-656</a:t>
            </a:r>
          </a:p>
        </p:txBody>
      </p:sp>
      <p:cxnSp>
        <p:nvCxnSpPr>
          <p:cNvPr id="26" name="Straight Connector 25">
            <a:extLst>
              <a:ext uri="{FF2B5EF4-FFF2-40B4-BE49-F238E27FC236}">
                <a16:creationId xmlns:a16="http://schemas.microsoft.com/office/drawing/2014/main" id="{DA9E22D0-BD39-3544-B2D9-F3622BB85556}"/>
              </a:ext>
            </a:extLst>
          </p:cNvPr>
          <p:cNvCxnSpPr>
            <a:cxnSpLocks/>
          </p:cNvCxnSpPr>
          <p:nvPr/>
        </p:nvCxnSpPr>
        <p:spPr>
          <a:xfrm>
            <a:off x="930955" y="1093076"/>
            <a:ext cx="4849735"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3120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Terminology</a:t>
            </a:r>
          </a:p>
        </p:txBody>
      </p:sp>
      <p:sp>
        <p:nvSpPr>
          <p:cNvPr id="7" name="TextBox 6">
            <a:extLst>
              <a:ext uri="{FF2B5EF4-FFF2-40B4-BE49-F238E27FC236}">
                <a16:creationId xmlns:a16="http://schemas.microsoft.com/office/drawing/2014/main" id="{9DA42A62-83C4-4EEB-8C7E-15F36A9E77C5}"/>
              </a:ext>
            </a:extLst>
          </p:cNvPr>
          <p:cNvSpPr txBox="1"/>
          <p:nvPr/>
        </p:nvSpPr>
        <p:spPr>
          <a:xfrm>
            <a:off x="899158" y="1699849"/>
            <a:ext cx="11292841" cy="4154984"/>
          </a:xfrm>
          <a:prstGeom prst="rect">
            <a:avLst/>
          </a:prstGeom>
          <a:noFill/>
        </p:spPr>
        <p:txBody>
          <a:bodyPr wrap="square" rtlCol="0">
            <a:spAutoFit/>
          </a:bodyPr>
          <a:lstStyle/>
          <a:p>
            <a:r>
              <a:rPr lang="en-US" sz="2400" b="1" err="1"/>
              <a:t>Euhydration</a:t>
            </a:r>
            <a:r>
              <a:rPr lang="en-US" sz="2400"/>
              <a:t> – “normal” body water content within homeostatic range</a:t>
            </a:r>
          </a:p>
          <a:p>
            <a:endParaRPr lang="en-US" sz="2400"/>
          </a:p>
          <a:p>
            <a:r>
              <a:rPr lang="en-US" sz="2400" b="1"/>
              <a:t>Dehydration</a:t>
            </a:r>
            <a:r>
              <a:rPr lang="en-US" sz="2400"/>
              <a:t> – the process of dynamic loss of body water – e.g., the transition from </a:t>
            </a:r>
            <a:r>
              <a:rPr lang="en-US" sz="2400" err="1"/>
              <a:t>euhydration</a:t>
            </a:r>
            <a:r>
              <a:rPr lang="en-US" sz="2400"/>
              <a:t> to hypohydration</a:t>
            </a:r>
          </a:p>
          <a:p>
            <a:endParaRPr lang="en-US" sz="2400"/>
          </a:p>
          <a:p>
            <a:r>
              <a:rPr lang="en-US" sz="2400" b="1"/>
              <a:t>Rehydration </a:t>
            </a:r>
            <a:r>
              <a:rPr lang="en-US" sz="2400"/>
              <a:t>– the process of dynamic gain of body water (via fluid intake) – e.g., the transition from hypohydration to </a:t>
            </a:r>
            <a:r>
              <a:rPr lang="en-US" sz="2400" err="1"/>
              <a:t>euhydration</a:t>
            </a:r>
            <a:endParaRPr lang="en-US" sz="2400"/>
          </a:p>
          <a:p>
            <a:endParaRPr lang="en-US" sz="2400"/>
          </a:p>
          <a:p>
            <a:r>
              <a:rPr lang="en-US" sz="2400" b="1"/>
              <a:t>Hypohydration</a:t>
            </a:r>
            <a:r>
              <a:rPr lang="en-US" sz="2400"/>
              <a:t> – state of body water deficit</a:t>
            </a:r>
          </a:p>
          <a:p>
            <a:endParaRPr lang="en-US" sz="2400"/>
          </a:p>
          <a:p>
            <a:r>
              <a:rPr lang="en-US" sz="2400" b="1"/>
              <a:t>Over- or Hyperhydration </a:t>
            </a:r>
            <a:r>
              <a:rPr lang="en-US" sz="2400"/>
              <a:t>– state of body water excess</a:t>
            </a:r>
          </a:p>
        </p:txBody>
      </p:sp>
      <p:cxnSp>
        <p:nvCxnSpPr>
          <p:cNvPr id="4" name="Straight Connector 3">
            <a:extLst>
              <a:ext uri="{FF2B5EF4-FFF2-40B4-BE49-F238E27FC236}">
                <a16:creationId xmlns:a16="http://schemas.microsoft.com/office/drawing/2014/main" id="{DB6A346D-FDC5-2B47-AC8B-227B44AA4E6E}"/>
              </a:ext>
            </a:extLst>
          </p:cNvPr>
          <p:cNvCxnSpPr>
            <a:cxnSpLocks/>
          </p:cNvCxnSpPr>
          <p:nvPr/>
        </p:nvCxnSpPr>
        <p:spPr>
          <a:xfrm>
            <a:off x="899158" y="1103587"/>
            <a:ext cx="4934083"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5322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158A7-C091-0D4C-BB9A-33DA3C9B2475}"/>
              </a:ext>
            </a:extLst>
          </p:cNvPr>
          <p:cNvSpPr>
            <a:spLocks noGrp="1"/>
          </p:cNvSpPr>
          <p:nvPr>
            <p:ph type="title"/>
          </p:nvPr>
        </p:nvSpPr>
        <p:spPr>
          <a:xfrm>
            <a:off x="647112" y="296168"/>
            <a:ext cx="10491952" cy="849858"/>
          </a:xfrm>
        </p:spPr>
        <p:txBody>
          <a:bodyPr/>
          <a:lstStyle/>
          <a:p>
            <a:r>
              <a:rPr lang="en-US"/>
              <a:t>Fluid Compartments</a:t>
            </a:r>
          </a:p>
        </p:txBody>
      </p:sp>
      <p:sp>
        <p:nvSpPr>
          <p:cNvPr id="6" name="TextBox 5">
            <a:extLst>
              <a:ext uri="{FF2B5EF4-FFF2-40B4-BE49-F238E27FC236}">
                <a16:creationId xmlns:a16="http://schemas.microsoft.com/office/drawing/2014/main" id="{3146BCB5-ECC2-4D71-93BB-AE537457820D}"/>
              </a:ext>
            </a:extLst>
          </p:cNvPr>
          <p:cNvSpPr txBox="1"/>
          <p:nvPr/>
        </p:nvSpPr>
        <p:spPr>
          <a:xfrm>
            <a:off x="647112" y="3395612"/>
            <a:ext cx="4377781" cy="1938992"/>
          </a:xfrm>
          <a:prstGeom prst="rect">
            <a:avLst/>
          </a:prstGeom>
          <a:noFill/>
        </p:spPr>
        <p:txBody>
          <a:bodyPr wrap="square" rtlCol="0">
            <a:spAutoFit/>
          </a:bodyPr>
          <a:lstStyle/>
          <a:p>
            <a:pPr algn="ctr"/>
            <a:r>
              <a:rPr lang="en-US" sz="2800">
                <a:solidFill>
                  <a:prstClr val="black"/>
                </a:solidFill>
              </a:rPr>
              <a:t>~50-70% of body mass</a:t>
            </a:r>
          </a:p>
          <a:p>
            <a:pPr algn="ctr"/>
            <a:endParaRPr lang="en-US">
              <a:solidFill>
                <a:prstClr val="black"/>
              </a:solidFill>
            </a:endParaRPr>
          </a:p>
          <a:p>
            <a:pPr algn="ctr"/>
            <a:endParaRPr lang="en-US">
              <a:solidFill>
                <a:prstClr val="black"/>
              </a:solidFill>
            </a:endParaRPr>
          </a:p>
          <a:p>
            <a:pPr algn="ctr"/>
            <a:endParaRPr lang="en-US">
              <a:solidFill>
                <a:prstClr val="black"/>
              </a:solidFill>
            </a:endParaRPr>
          </a:p>
          <a:p>
            <a:pPr algn="ctr"/>
            <a:endParaRPr lang="en-US">
              <a:solidFill>
                <a:prstClr val="black"/>
              </a:solidFill>
            </a:endParaRPr>
          </a:p>
          <a:p>
            <a:pPr algn="ctr"/>
            <a:r>
              <a:rPr lang="en-US" sz="2000">
                <a:solidFill>
                  <a:prstClr val="black"/>
                </a:solidFill>
              </a:rPr>
              <a:t>TBW = ~0.73 x fat free mass</a:t>
            </a:r>
          </a:p>
        </p:txBody>
      </p:sp>
      <p:sp>
        <p:nvSpPr>
          <p:cNvPr id="7" name="Left Brace 6">
            <a:extLst>
              <a:ext uri="{FF2B5EF4-FFF2-40B4-BE49-F238E27FC236}">
                <a16:creationId xmlns:a16="http://schemas.microsoft.com/office/drawing/2014/main" id="{19830C37-0738-4D80-AB70-4693D3231B68}"/>
              </a:ext>
            </a:extLst>
          </p:cNvPr>
          <p:cNvSpPr/>
          <p:nvPr/>
        </p:nvSpPr>
        <p:spPr>
          <a:xfrm>
            <a:off x="4763528" y="2574389"/>
            <a:ext cx="247563" cy="3502854"/>
          </a:xfrm>
          <a:prstGeom prst="leftBrace">
            <a:avLst/>
          </a:prstGeom>
          <a:ln w="190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endParaRPr>
          </a:p>
        </p:txBody>
      </p:sp>
      <p:pic>
        <p:nvPicPr>
          <p:cNvPr id="8" name="Picture 7">
            <a:extLst>
              <a:ext uri="{FF2B5EF4-FFF2-40B4-BE49-F238E27FC236}">
                <a16:creationId xmlns:a16="http://schemas.microsoft.com/office/drawing/2014/main" id="{5508239F-A764-4A87-93E9-AE39AB432A2E}"/>
              </a:ext>
            </a:extLst>
          </p:cNvPr>
          <p:cNvPicPr>
            <a:picLocks noChangeAspect="1" noChangeArrowheads="1"/>
          </p:cNvPicPr>
          <p:nvPr/>
        </p:nvPicPr>
        <p:blipFill>
          <a:blip r:embed="rId2" cstate="email">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5493763" y="561031"/>
            <a:ext cx="1808622" cy="5669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A221F71A-871A-4E49-BBDD-ADFDF69B87D1}"/>
              </a:ext>
            </a:extLst>
          </p:cNvPr>
          <p:cNvGrpSpPr/>
          <p:nvPr/>
        </p:nvGrpSpPr>
        <p:grpSpPr>
          <a:xfrm>
            <a:off x="2419184" y="3951782"/>
            <a:ext cx="654833" cy="798967"/>
            <a:chOff x="5875338" y="1444626"/>
            <a:chExt cx="555625" cy="857250"/>
          </a:xfrm>
          <a:solidFill>
            <a:srgbClr val="3BBBF2"/>
          </a:solidFill>
        </p:grpSpPr>
        <p:sp>
          <p:nvSpPr>
            <p:cNvPr id="10" name="Freeform 19">
              <a:extLst>
                <a:ext uri="{FF2B5EF4-FFF2-40B4-BE49-F238E27FC236}">
                  <a16:creationId xmlns:a16="http://schemas.microsoft.com/office/drawing/2014/main" id="{ACD61ABA-1E17-4517-9AC2-5ED904E14B44}"/>
                </a:ext>
              </a:extLst>
            </p:cNvPr>
            <p:cNvSpPr>
              <a:spLocks noEditPoints="1"/>
            </p:cNvSpPr>
            <p:nvPr/>
          </p:nvSpPr>
          <p:spPr bwMode="auto">
            <a:xfrm>
              <a:off x="5875338" y="1444626"/>
              <a:ext cx="555625" cy="857250"/>
            </a:xfrm>
            <a:custGeom>
              <a:avLst/>
              <a:gdLst>
                <a:gd name="T0" fmla="*/ 35 w 350"/>
                <a:gd name="T1" fmla="*/ 470 h 540"/>
                <a:gd name="T2" fmla="*/ 56 w 350"/>
                <a:gd name="T3" fmla="*/ 495 h 540"/>
                <a:gd name="T4" fmla="*/ 81 w 350"/>
                <a:gd name="T5" fmla="*/ 514 h 540"/>
                <a:gd name="T6" fmla="*/ 109 w 350"/>
                <a:gd name="T7" fmla="*/ 528 h 540"/>
                <a:gd name="T8" fmla="*/ 141 w 350"/>
                <a:gd name="T9" fmla="*/ 537 h 540"/>
                <a:gd name="T10" fmla="*/ 175 w 350"/>
                <a:gd name="T11" fmla="*/ 540 h 540"/>
                <a:gd name="T12" fmla="*/ 198 w 350"/>
                <a:gd name="T13" fmla="*/ 538 h 540"/>
                <a:gd name="T14" fmla="*/ 231 w 350"/>
                <a:gd name="T15" fmla="*/ 532 h 540"/>
                <a:gd name="T16" fmla="*/ 261 w 350"/>
                <a:gd name="T17" fmla="*/ 519 h 540"/>
                <a:gd name="T18" fmla="*/ 286 w 350"/>
                <a:gd name="T19" fmla="*/ 502 h 540"/>
                <a:gd name="T20" fmla="*/ 309 w 350"/>
                <a:gd name="T21" fmla="*/ 478 h 540"/>
                <a:gd name="T22" fmla="*/ 321 w 350"/>
                <a:gd name="T23" fmla="*/ 461 h 540"/>
                <a:gd name="T24" fmla="*/ 339 w 350"/>
                <a:gd name="T25" fmla="*/ 424 h 540"/>
                <a:gd name="T26" fmla="*/ 348 w 350"/>
                <a:gd name="T27" fmla="*/ 384 h 540"/>
                <a:gd name="T28" fmla="*/ 350 w 350"/>
                <a:gd name="T29" fmla="*/ 342 h 540"/>
                <a:gd name="T30" fmla="*/ 345 w 350"/>
                <a:gd name="T31" fmla="*/ 301 h 540"/>
                <a:gd name="T32" fmla="*/ 332 w 350"/>
                <a:gd name="T33" fmla="*/ 261 h 540"/>
                <a:gd name="T34" fmla="*/ 302 w 350"/>
                <a:gd name="T35" fmla="*/ 204 h 540"/>
                <a:gd name="T36" fmla="*/ 202 w 350"/>
                <a:gd name="T37" fmla="*/ 29 h 540"/>
                <a:gd name="T38" fmla="*/ 186 w 350"/>
                <a:gd name="T39" fmla="*/ 5 h 540"/>
                <a:gd name="T40" fmla="*/ 175 w 350"/>
                <a:gd name="T41" fmla="*/ 0 h 540"/>
                <a:gd name="T42" fmla="*/ 167 w 350"/>
                <a:gd name="T43" fmla="*/ 2 h 540"/>
                <a:gd name="T44" fmla="*/ 162 w 350"/>
                <a:gd name="T45" fmla="*/ 8 h 540"/>
                <a:gd name="T46" fmla="*/ 71 w 350"/>
                <a:gd name="T47" fmla="*/ 162 h 540"/>
                <a:gd name="T48" fmla="*/ 24 w 350"/>
                <a:gd name="T49" fmla="*/ 248 h 540"/>
                <a:gd name="T50" fmla="*/ 9 w 350"/>
                <a:gd name="T51" fmla="*/ 287 h 540"/>
                <a:gd name="T52" fmla="*/ 1 w 350"/>
                <a:gd name="T53" fmla="*/ 329 h 540"/>
                <a:gd name="T54" fmla="*/ 1 w 350"/>
                <a:gd name="T55" fmla="*/ 371 h 540"/>
                <a:gd name="T56" fmla="*/ 8 w 350"/>
                <a:gd name="T57" fmla="*/ 411 h 540"/>
                <a:gd name="T58" fmla="*/ 22 w 350"/>
                <a:gd name="T59" fmla="*/ 449 h 540"/>
                <a:gd name="T60" fmla="*/ 54 w 350"/>
                <a:gd name="T61" fmla="*/ 264 h 540"/>
                <a:gd name="T62" fmla="*/ 122 w 350"/>
                <a:gd name="T63" fmla="*/ 139 h 540"/>
                <a:gd name="T64" fmla="*/ 175 w 350"/>
                <a:gd name="T65" fmla="*/ 48 h 540"/>
                <a:gd name="T66" fmla="*/ 262 w 350"/>
                <a:gd name="T67" fmla="*/ 200 h 540"/>
                <a:gd name="T68" fmla="*/ 302 w 350"/>
                <a:gd name="T69" fmla="*/ 274 h 540"/>
                <a:gd name="T70" fmla="*/ 312 w 350"/>
                <a:gd name="T71" fmla="*/ 309 h 540"/>
                <a:gd name="T72" fmla="*/ 317 w 350"/>
                <a:gd name="T73" fmla="*/ 343 h 540"/>
                <a:gd name="T74" fmla="*/ 315 w 350"/>
                <a:gd name="T75" fmla="*/ 379 h 540"/>
                <a:gd name="T76" fmla="*/ 308 w 350"/>
                <a:gd name="T77" fmla="*/ 413 h 540"/>
                <a:gd name="T78" fmla="*/ 294 w 350"/>
                <a:gd name="T79" fmla="*/ 444 h 540"/>
                <a:gd name="T80" fmla="*/ 277 w 350"/>
                <a:gd name="T81" fmla="*/ 466 h 540"/>
                <a:gd name="T82" fmla="*/ 245 w 350"/>
                <a:gd name="T83" fmla="*/ 491 h 540"/>
                <a:gd name="T84" fmla="*/ 219 w 350"/>
                <a:gd name="T85" fmla="*/ 501 h 540"/>
                <a:gd name="T86" fmla="*/ 187 w 350"/>
                <a:gd name="T87" fmla="*/ 506 h 540"/>
                <a:gd name="T88" fmla="*/ 163 w 350"/>
                <a:gd name="T89" fmla="*/ 506 h 540"/>
                <a:gd name="T90" fmla="*/ 131 w 350"/>
                <a:gd name="T91" fmla="*/ 501 h 540"/>
                <a:gd name="T92" fmla="*/ 105 w 350"/>
                <a:gd name="T93" fmla="*/ 491 h 540"/>
                <a:gd name="T94" fmla="*/ 73 w 350"/>
                <a:gd name="T95" fmla="*/ 466 h 540"/>
                <a:gd name="T96" fmla="*/ 57 w 350"/>
                <a:gd name="T97" fmla="*/ 444 h 540"/>
                <a:gd name="T98" fmla="*/ 43 w 350"/>
                <a:gd name="T99" fmla="*/ 413 h 540"/>
                <a:gd name="T100" fmla="*/ 35 w 350"/>
                <a:gd name="T101" fmla="*/ 379 h 540"/>
                <a:gd name="T102" fmla="*/ 34 w 350"/>
                <a:gd name="T103" fmla="*/ 343 h 540"/>
                <a:gd name="T104" fmla="*/ 38 w 350"/>
                <a:gd name="T105" fmla="*/ 309 h 540"/>
                <a:gd name="T106" fmla="*/ 49 w 350"/>
                <a:gd name="T107" fmla="*/ 274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0" h="540">
                  <a:moveTo>
                    <a:pt x="28" y="461"/>
                  </a:moveTo>
                  <a:lnTo>
                    <a:pt x="28" y="461"/>
                  </a:lnTo>
                  <a:lnTo>
                    <a:pt x="35" y="470"/>
                  </a:lnTo>
                  <a:lnTo>
                    <a:pt x="42" y="478"/>
                  </a:lnTo>
                  <a:lnTo>
                    <a:pt x="48" y="487"/>
                  </a:lnTo>
                  <a:lnTo>
                    <a:pt x="56" y="495"/>
                  </a:lnTo>
                  <a:lnTo>
                    <a:pt x="63" y="502"/>
                  </a:lnTo>
                  <a:lnTo>
                    <a:pt x="71" y="508"/>
                  </a:lnTo>
                  <a:lnTo>
                    <a:pt x="81" y="514"/>
                  </a:lnTo>
                  <a:lnTo>
                    <a:pt x="90" y="519"/>
                  </a:lnTo>
                  <a:lnTo>
                    <a:pt x="99" y="523"/>
                  </a:lnTo>
                  <a:lnTo>
                    <a:pt x="109" y="528"/>
                  </a:lnTo>
                  <a:lnTo>
                    <a:pt x="120" y="532"/>
                  </a:lnTo>
                  <a:lnTo>
                    <a:pt x="130" y="535"/>
                  </a:lnTo>
                  <a:lnTo>
                    <a:pt x="141" y="537"/>
                  </a:lnTo>
                  <a:lnTo>
                    <a:pt x="152" y="538"/>
                  </a:lnTo>
                  <a:lnTo>
                    <a:pt x="164" y="539"/>
                  </a:lnTo>
                  <a:lnTo>
                    <a:pt x="175" y="540"/>
                  </a:lnTo>
                  <a:lnTo>
                    <a:pt x="175" y="540"/>
                  </a:lnTo>
                  <a:lnTo>
                    <a:pt x="187" y="539"/>
                  </a:lnTo>
                  <a:lnTo>
                    <a:pt x="198" y="538"/>
                  </a:lnTo>
                  <a:lnTo>
                    <a:pt x="210" y="537"/>
                  </a:lnTo>
                  <a:lnTo>
                    <a:pt x="221" y="535"/>
                  </a:lnTo>
                  <a:lnTo>
                    <a:pt x="231" y="532"/>
                  </a:lnTo>
                  <a:lnTo>
                    <a:pt x="241" y="528"/>
                  </a:lnTo>
                  <a:lnTo>
                    <a:pt x="251" y="523"/>
                  </a:lnTo>
                  <a:lnTo>
                    <a:pt x="261" y="519"/>
                  </a:lnTo>
                  <a:lnTo>
                    <a:pt x="270" y="514"/>
                  </a:lnTo>
                  <a:lnTo>
                    <a:pt x="278" y="508"/>
                  </a:lnTo>
                  <a:lnTo>
                    <a:pt x="286" y="502"/>
                  </a:lnTo>
                  <a:lnTo>
                    <a:pt x="295" y="495"/>
                  </a:lnTo>
                  <a:lnTo>
                    <a:pt x="302" y="487"/>
                  </a:lnTo>
                  <a:lnTo>
                    <a:pt x="309" y="478"/>
                  </a:lnTo>
                  <a:lnTo>
                    <a:pt x="315" y="470"/>
                  </a:lnTo>
                  <a:lnTo>
                    <a:pt x="321" y="461"/>
                  </a:lnTo>
                  <a:lnTo>
                    <a:pt x="321" y="461"/>
                  </a:lnTo>
                  <a:lnTo>
                    <a:pt x="327" y="449"/>
                  </a:lnTo>
                  <a:lnTo>
                    <a:pt x="334" y="436"/>
                  </a:lnTo>
                  <a:lnTo>
                    <a:pt x="339" y="424"/>
                  </a:lnTo>
                  <a:lnTo>
                    <a:pt x="343" y="411"/>
                  </a:lnTo>
                  <a:lnTo>
                    <a:pt x="346" y="398"/>
                  </a:lnTo>
                  <a:lnTo>
                    <a:pt x="348" y="384"/>
                  </a:lnTo>
                  <a:lnTo>
                    <a:pt x="350" y="371"/>
                  </a:lnTo>
                  <a:lnTo>
                    <a:pt x="350" y="357"/>
                  </a:lnTo>
                  <a:lnTo>
                    <a:pt x="350" y="342"/>
                  </a:lnTo>
                  <a:lnTo>
                    <a:pt x="349" y="329"/>
                  </a:lnTo>
                  <a:lnTo>
                    <a:pt x="347" y="315"/>
                  </a:lnTo>
                  <a:lnTo>
                    <a:pt x="345" y="301"/>
                  </a:lnTo>
                  <a:lnTo>
                    <a:pt x="341" y="287"/>
                  </a:lnTo>
                  <a:lnTo>
                    <a:pt x="337" y="274"/>
                  </a:lnTo>
                  <a:lnTo>
                    <a:pt x="332" y="261"/>
                  </a:lnTo>
                  <a:lnTo>
                    <a:pt x="325" y="248"/>
                  </a:lnTo>
                  <a:lnTo>
                    <a:pt x="325" y="248"/>
                  </a:lnTo>
                  <a:lnTo>
                    <a:pt x="302" y="204"/>
                  </a:lnTo>
                  <a:lnTo>
                    <a:pt x="278" y="162"/>
                  </a:lnTo>
                  <a:lnTo>
                    <a:pt x="234" y="84"/>
                  </a:lnTo>
                  <a:lnTo>
                    <a:pt x="202" y="29"/>
                  </a:lnTo>
                  <a:lnTo>
                    <a:pt x="189" y="8"/>
                  </a:lnTo>
                  <a:lnTo>
                    <a:pt x="189" y="8"/>
                  </a:lnTo>
                  <a:lnTo>
                    <a:pt x="186" y="5"/>
                  </a:lnTo>
                  <a:lnTo>
                    <a:pt x="183" y="2"/>
                  </a:lnTo>
                  <a:lnTo>
                    <a:pt x="179" y="1"/>
                  </a:lnTo>
                  <a:lnTo>
                    <a:pt x="175" y="0"/>
                  </a:lnTo>
                  <a:lnTo>
                    <a:pt x="175" y="0"/>
                  </a:lnTo>
                  <a:lnTo>
                    <a:pt x="171" y="1"/>
                  </a:lnTo>
                  <a:lnTo>
                    <a:pt x="167" y="2"/>
                  </a:lnTo>
                  <a:lnTo>
                    <a:pt x="164" y="5"/>
                  </a:lnTo>
                  <a:lnTo>
                    <a:pt x="162" y="8"/>
                  </a:lnTo>
                  <a:lnTo>
                    <a:pt x="162" y="8"/>
                  </a:lnTo>
                  <a:lnTo>
                    <a:pt x="148" y="29"/>
                  </a:lnTo>
                  <a:lnTo>
                    <a:pt x="115" y="84"/>
                  </a:lnTo>
                  <a:lnTo>
                    <a:pt x="71" y="162"/>
                  </a:lnTo>
                  <a:lnTo>
                    <a:pt x="48" y="204"/>
                  </a:lnTo>
                  <a:lnTo>
                    <a:pt x="24" y="248"/>
                  </a:lnTo>
                  <a:lnTo>
                    <a:pt x="24" y="248"/>
                  </a:lnTo>
                  <a:lnTo>
                    <a:pt x="18" y="261"/>
                  </a:lnTo>
                  <a:lnTo>
                    <a:pt x="13" y="274"/>
                  </a:lnTo>
                  <a:lnTo>
                    <a:pt x="9" y="287"/>
                  </a:lnTo>
                  <a:lnTo>
                    <a:pt x="6" y="301"/>
                  </a:lnTo>
                  <a:lnTo>
                    <a:pt x="3" y="315"/>
                  </a:lnTo>
                  <a:lnTo>
                    <a:pt x="1" y="329"/>
                  </a:lnTo>
                  <a:lnTo>
                    <a:pt x="0" y="342"/>
                  </a:lnTo>
                  <a:lnTo>
                    <a:pt x="0" y="357"/>
                  </a:lnTo>
                  <a:lnTo>
                    <a:pt x="1" y="371"/>
                  </a:lnTo>
                  <a:lnTo>
                    <a:pt x="2" y="384"/>
                  </a:lnTo>
                  <a:lnTo>
                    <a:pt x="5" y="398"/>
                  </a:lnTo>
                  <a:lnTo>
                    <a:pt x="8" y="411"/>
                  </a:lnTo>
                  <a:lnTo>
                    <a:pt x="12" y="424"/>
                  </a:lnTo>
                  <a:lnTo>
                    <a:pt x="16" y="436"/>
                  </a:lnTo>
                  <a:lnTo>
                    <a:pt x="22" y="449"/>
                  </a:lnTo>
                  <a:lnTo>
                    <a:pt x="28" y="461"/>
                  </a:lnTo>
                  <a:lnTo>
                    <a:pt x="28" y="461"/>
                  </a:lnTo>
                  <a:close/>
                  <a:moveTo>
                    <a:pt x="54" y="264"/>
                  </a:moveTo>
                  <a:lnTo>
                    <a:pt x="54" y="264"/>
                  </a:lnTo>
                  <a:lnTo>
                    <a:pt x="88" y="200"/>
                  </a:lnTo>
                  <a:lnTo>
                    <a:pt x="122" y="139"/>
                  </a:lnTo>
                  <a:lnTo>
                    <a:pt x="152" y="86"/>
                  </a:lnTo>
                  <a:lnTo>
                    <a:pt x="175" y="48"/>
                  </a:lnTo>
                  <a:lnTo>
                    <a:pt x="175" y="48"/>
                  </a:lnTo>
                  <a:lnTo>
                    <a:pt x="198" y="86"/>
                  </a:lnTo>
                  <a:lnTo>
                    <a:pt x="228" y="139"/>
                  </a:lnTo>
                  <a:lnTo>
                    <a:pt x="262" y="200"/>
                  </a:lnTo>
                  <a:lnTo>
                    <a:pt x="297" y="264"/>
                  </a:lnTo>
                  <a:lnTo>
                    <a:pt x="297" y="264"/>
                  </a:lnTo>
                  <a:lnTo>
                    <a:pt x="302" y="274"/>
                  </a:lnTo>
                  <a:lnTo>
                    <a:pt x="306" y="285"/>
                  </a:lnTo>
                  <a:lnTo>
                    <a:pt x="310" y="296"/>
                  </a:lnTo>
                  <a:lnTo>
                    <a:pt x="312" y="309"/>
                  </a:lnTo>
                  <a:lnTo>
                    <a:pt x="315" y="320"/>
                  </a:lnTo>
                  <a:lnTo>
                    <a:pt x="316" y="332"/>
                  </a:lnTo>
                  <a:lnTo>
                    <a:pt x="317" y="343"/>
                  </a:lnTo>
                  <a:lnTo>
                    <a:pt x="317" y="356"/>
                  </a:lnTo>
                  <a:lnTo>
                    <a:pt x="317" y="367"/>
                  </a:lnTo>
                  <a:lnTo>
                    <a:pt x="315" y="379"/>
                  </a:lnTo>
                  <a:lnTo>
                    <a:pt x="313" y="390"/>
                  </a:lnTo>
                  <a:lnTo>
                    <a:pt x="311" y="402"/>
                  </a:lnTo>
                  <a:lnTo>
                    <a:pt x="308" y="413"/>
                  </a:lnTo>
                  <a:lnTo>
                    <a:pt x="304" y="424"/>
                  </a:lnTo>
                  <a:lnTo>
                    <a:pt x="299" y="434"/>
                  </a:lnTo>
                  <a:lnTo>
                    <a:pt x="294" y="444"/>
                  </a:lnTo>
                  <a:lnTo>
                    <a:pt x="294" y="444"/>
                  </a:lnTo>
                  <a:lnTo>
                    <a:pt x="286" y="455"/>
                  </a:lnTo>
                  <a:lnTo>
                    <a:pt x="277" y="466"/>
                  </a:lnTo>
                  <a:lnTo>
                    <a:pt x="266" y="476"/>
                  </a:lnTo>
                  <a:lnTo>
                    <a:pt x="253" y="486"/>
                  </a:lnTo>
                  <a:lnTo>
                    <a:pt x="245" y="491"/>
                  </a:lnTo>
                  <a:lnTo>
                    <a:pt x="237" y="495"/>
                  </a:lnTo>
                  <a:lnTo>
                    <a:pt x="228" y="498"/>
                  </a:lnTo>
                  <a:lnTo>
                    <a:pt x="219" y="501"/>
                  </a:lnTo>
                  <a:lnTo>
                    <a:pt x="209" y="503"/>
                  </a:lnTo>
                  <a:lnTo>
                    <a:pt x="198" y="505"/>
                  </a:lnTo>
                  <a:lnTo>
                    <a:pt x="187" y="506"/>
                  </a:lnTo>
                  <a:lnTo>
                    <a:pt x="175" y="507"/>
                  </a:lnTo>
                  <a:lnTo>
                    <a:pt x="175" y="507"/>
                  </a:lnTo>
                  <a:lnTo>
                    <a:pt x="163" y="506"/>
                  </a:lnTo>
                  <a:lnTo>
                    <a:pt x="151" y="505"/>
                  </a:lnTo>
                  <a:lnTo>
                    <a:pt x="141" y="503"/>
                  </a:lnTo>
                  <a:lnTo>
                    <a:pt x="131" y="501"/>
                  </a:lnTo>
                  <a:lnTo>
                    <a:pt x="122" y="498"/>
                  </a:lnTo>
                  <a:lnTo>
                    <a:pt x="113" y="495"/>
                  </a:lnTo>
                  <a:lnTo>
                    <a:pt x="105" y="491"/>
                  </a:lnTo>
                  <a:lnTo>
                    <a:pt x="98" y="486"/>
                  </a:lnTo>
                  <a:lnTo>
                    <a:pt x="85" y="476"/>
                  </a:lnTo>
                  <a:lnTo>
                    <a:pt x="73" y="466"/>
                  </a:lnTo>
                  <a:lnTo>
                    <a:pt x="64" y="455"/>
                  </a:lnTo>
                  <a:lnTo>
                    <a:pt x="57" y="444"/>
                  </a:lnTo>
                  <a:lnTo>
                    <a:pt x="57" y="444"/>
                  </a:lnTo>
                  <a:lnTo>
                    <a:pt x="51" y="434"/>
                  </a:lnTo>
                  <a:lnTo>
                    <a:pt x="47" y="424"/>
                  </a:lnTo>
                  <a:lnTo>
                    <a:pt x="43" y="413"/>
                  </a:lnTo>
                  <a:lnTo>
                    <a:pt x="40" y="402"/>
                  </a:lnTo>
                  <a:lnTo>
                    <a:pt x="37" y="390"/>
                  </a:lnTo>
                  <a:lnTo>
                    <a:pt x="35" y="379"/>
                  </a:lnTo>
                  <a:lnTo>
                    <a:pt x="34" y="367"/>
                  </a:lnTo>
                  <a:lnTo>
                    <a:pt x="33" y="356"/>
                  </a:lnTo>
                  <a:lnTo>
                    <a:pt x="34" y="343"/>
                  </a:lnTo>
                  <a:lnTo>
                    <a:pt x="34" y="332"/>
                  </a:lnTo>
                  <a:lnTo>
                    <a:pt x="36" y="320"/>
                  </a:lnTo>
                  <a:lnTo>
                    <a:pt x="38" y="309"/>
                  </a:lnTo>
                  <a:lnTo>
                    <a:pt x="41" y="296"/>
                  </a:lnTo>
                  <a:lnTo>
                    <a:pt x="45" y="285"/>
                  </a:lnTo>
                  <a:lnTo>
                    <a:pt x="49" y="274"/>
                  </a:lnTo>
                  <a:lnTo>
                    <a:pt x="54" y="264"/>
                  </a:lnTo>
                  <a:lnTo>
                    <a:pt x="5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sp>
          <p:nvSpPr>
            <p:cNvPr id="11" name="Freeform 20">
              <a:extLst>
                <a:ext uri="{FF2B5EF4-FFF2-40B4-BE49-F238E27FC236}">
                  <a16:creationId xmlns:a16="http://schemas.microsoft.com/office/drawing/2014/main" id="{40AD310F-9757-42FB-940E-ECF31F5150CB}"/>
                </a:ext>
              </a:extLst>
            </p:cNvPr>
            <p:cNvSpPr>
              <a:spLocks/>
            </p:cNvSpPr>
            <p:nvPr/>
          </p:nvSpPr>
          <p:spPr bwMode="auto">
            <a:xfrm>
              <a:off x="5988051" y="1955801"/>
              <a:ext cx="138113" cy="212725"/>
            </a:xfrm>
            <a:custGeom>
              <a:avLst/>
              <a:gdLst>
                <a:gd name="T0" fmla="*/ 67 w 87"/>
                <a:gd name="T1" fmla="*/ 133 h 134"/>
                <a:gd name="T2" fmla="*/ 67 w 87"/>
                <a:gd name="T3" fmla="*/ 133 h 134"/>
                <a:gd name="T4" fmla="*/ 71 w 87"/>
                <a:gd name="T5" fmla="*/ 134 h 134"/>
                <a:gd name="T6" fmla="*/ 71 w 87"/>
                <a:gd name="T7" fmla="*/ 134 h 134"/>
                <a:gd name="T8" fmla="*/ 76 w 87"/>
                <a:gd name="T9" fmla="*/ 133 h 134"/>
                <a:gd name="T10" fmla="*/ 81 w 87"/>
                <a:gd name="T11" fmla="*/ 131 h 134"/>
                <a:gd name="T12" fmla="*/ 84 w 87"/>
                <a:gd name="T13" fmla="*/ 127 h 134"/>
                <a:gd name="T14" fmla="*/ 87 w 87"/>
                <a:gd name="T15" fmla="*/ 122 h 134"/>
                <a:gd name="T16" fmla="*/ 87 w 87"/>
                <a:gd name="T17" fmla="*/ 122 h 134"/>
                <a:gd name="T18" fmla="*/ 87 w 87"/>
                <a:gd name="T19" fmla="*/ 119 h 134"/>
                <a:gd name="T20" fmla="*/ 87 w 87"/>
                <a:gd name="T21" fmla="*/ 115 h 134"/>
                <a:gd name="T22" fmla="*/ 85 w 87"/>
                <a:gd name="T23" fmla="*/ 109 h 134"/>
                <a:gd name="T24" fmla="*/ 81 w 87"/>
                <a:gd name="T25" fmla="*/ 104 h 134"/>
                <a:gd name="T26" fmla="*/ 78 w 87"/>
                <a:gd name="T27" fmla="*/ 103 h 134"/>
                <a:gd name="T28" fmla="*/ 75 w 87"/>
                <a:gd name="T29" fmla="*/ 101 h 134"/>
                <a:gd name="T30" fmla="*/ 75 w 87"/>
                <a:gd name="T31" fmla="*/ 101 h 134"/>
                <a:gd name="T32" fmla="*/ 66 w 87"/>
                <a:gd name="T33" fmla="*/ 98 h 134"/>
                <a:gd name="T34" fmla="*/ 58 w 87"/>
                <a:gd name="T35" fmla="*/ 94 h 134"/>
                <a:gd name="T36" fmla="*/ 51 w 87"/>
                <a:gd name="T37" fmla="*/ 90 h 134"/>
                <a:gd name="T38" fmla="*/ 45 w 87"/>
                <a:gd name="T39" fmla="*/ 84 h 134"/>
                <a:gd name="T40" fmla="*/ 41 w 87"/>
                <a:gd name="T41" fmla="*/ 78 h 134"/>
                <a:gd name="T42" fmla="*/ 38 w 87"/>
                <a:gd name="T43" fmla="*/ 71 h 134"/>
                <a:gd name="T44" fmla="*/ 35 w 87"/>
                <a:gd name="T45" fmla="*/ 65 h 134"/>
                <a:gd name="T46" fmla="*/ 34 w 87"/>
                <a:gd name="T47" fmla="*/ 58 h 134"/>
                <a:gd name="T48" fmla="*/ 33 w 87"/>
                <a:gd name="T49" fmla="*/ 45 h 134"/>
                <a:gd name="T50" fmla="*/ 33 w 87"/>
                <a:gd name="T51" fmla="*/ 34 h 134"/>
                <a:gd name="T52" fmla="*/ 34 w 87"/>
                <a:gd name="T53" fmla="*/ 25 h 134"/>
                <a:gd name="T54" fmla="*/ 35 w 87"/>
                <a:gd name="T55" fmla="*/ 20 h 134"/>
                <a:gd name="T56" fmla="*/ 35 w 87"/>
                <a:gd name="T57" fmla="*/ 20 h 134"/>
                <a:gd name="T58" fmla="*/ 36 w 87"/>
                <a:gd name="T59" fmla="*/ 17 h 134"/>
                <a:gd name="T60" fmla="*/ 36 w 87"/>
                <a:gd name="T61" fmla="*/ 14 h 134"/>
                <a:gd name="T62" fmla="*/ 34 w 87"/>
                <a:gd name="T63" fmla="*/ 8 h 134"/>
                <a:gd name="T64" fmla="*/ 30 w 87"/>
                <a:gd name="T65" fmla="*/ 3 h 134"/>
                <a:gd name="T66" fmla="*/ 27 w 87"/>
                <a:gd name="T67" fmla="*/ 2 h 134"/>
                <a:gd name="T68" fmla="*/ 24 w 87"/>
                <a:gd name="T69" fmla="*/ 1 h 134"/>
                <a:gd name="T70" fmla="*/ 24 w 87"/>
                <a:gd name="T71" fmla="*/ 1 h 134"/>
                <a:gd name="T72" fmla="*/ 21 w 87"/>
                <a:gd name="T73" fmla="*/ 0 h 134"/>
                <a:gd name="T74" fmla="*/ 18 w 87"/>
                <a:gd name="T75" fmla="*/ 0 h 134"/>
                <a:gd name="T76" fmla="*/ 12 w 87"/>
                <a:gd name="T77" fmla="*/ 2 h 134"/>
                <a:gd name="T78" fmla="*/ 7 w 87"/>
                <a:gd name="T79" fmla="*/ 6 h 134"/>
                <a:gd name="T80" fmla="*/ 6 w 87"/>
                <a:gd name="T81" fmla="*/ 9 h 134"/>
                <a:gd name="T82" fmla="*/ 3 w 87"/>
                <a:gd name="T83" fmla="*/ 12 h 134"/>
                <a:gd name="T84" fmla="*/ 3 w 87"/>
                <a:gd name="T85" fmla="*/ 12 h 134"/>
                <a:gd name="T86" fmla="*/ 2 w 87"/>
                <a:gd name="T87" fmla="*/ 21 h 134"/>
                <a:gd name="T88" fmla="*/ 1 w 87"/>
                <a:gd name="T89" fmla="*/ 30 h 134"/>
                <a:gd name="T90" fmla="*/ 0 w 87"/>
                <a:gd name="T91" fmla="*/ 41 h 134"/>
                <a:gd name="T92" fmla="*/ 0 w 87"/>
                <a:gd name="T93" fmla="*/ 53 h 134"/>
                <a:gd name="T94" fmla="*/ 2 w 87"/>
                <a:gd name="T95" fmla="*/ 67 h 134"/>
                <a:gd name="T96" fmla="*/ 7 w 87"/>
                <a:gd name="T97" fmla="*/ 82 h 134"/>
                <a:gd name="T98" fmla="*/ 10 w 87"/>
                <a:gd name="T99" fmla="*/ 88 h 134"/>
                <a:gd name="T100" fmla="*/ 14 w 87"/>
                <a:gd name="T101" fmla="*/ 95 h 134"/>
                <a:gd name="T102" fmla="*/ 14 w 87"/>
                <a:gd name="T103" fmla="*/ 95 h 134"/>
                <a:gd name="T104" fmla="*/ 18 w 87"/>
                <a:gd name="T105" fmla="*/ 102 h 134"/>
                <a:gd name="T106" fmla="*/ 23 w 87"/>
                <a:gd name="T107" fmla="*/ 108 h 134"/>
                <a:gd name="T108" fmla="*/ 29 w 87"/>
                <a:gd name="T109" fmla="*/ 114 h 134"/>
                <a:gd name="T110" fmla="*/ 35 w 87"/>
                <a:gd name="T111" fmla="*/ 120 h 134"/>
                <a:gd name="T112" fmla="*/ 42 w 87"/>
                <a:gd name="T113" fmla="*/ 124 h 134"/>
                <a:gd name="T114" fmla="*/ 50 w 87"/>
                <a:gd name="T115" fmla="*/ 128 h 134"/>
                <a:gd name="T116" fmla="*/ 58 w 87"/>
                <a:gd name="T117" fmla="*/ 131 h 134"/>
                <a:gd name="T118" fmla="*/ 67 w 87"/>
                <a:gd name="T119" fmla="*/ 133 h 134"/>
                <a:gd name="T120" fmla="*/ 67 w 87"/>
                <a:gd name="T121" fmla="*/ 1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7" h="134">
                  <a:moveTo>
                    <a:pt x="67" y="133"/>
                  </a:moveTo>
                  <a:lnTo>
                    <a:pt x="67" y="133"/>
                  </a:lnTo>
                  <a:lnTo>
                    <a:pt x="71" y="134"/>
                  </a:lnTo>
                  <a:lnTo>
                    <a:pt x="71" y="134"/>
                  </a:lnTo>
                  <a:lnTo>
                    <a:pt x="76" y="133"/>
                  </a:lnTo>
                  <a:lnTo>
                    <a:pt x="81" y="131"/>
                  </a:lnTo>
                  <a:lnTo>
                    <a:pt x="84" y="127"/>
                  </a:lnTo>
                  <a:lnTo>
                    <a:pt x="87" y="122"/>
                  </a:lnTo>
                  <a:lnTo>
                    <a:pt x="87" y="122"/>
                  </a:lnTo>
                  <a:lnTo>
                    <a:pt x="87" y="119"/>
                  </a:lnTo>
                  <a:lnTo>
                    <a:pt x="87" y="115"/>
                  </a:lnTo>
                  <a:lnTo>
                    <a:pt x="85" y="109"/>
                  </a:lnTo>
                  <a:lnTo>
                    <a:pt x="81" y="104"/>
                  </a:lnTo>
                  <a:lnTo>
                    <a:pt x="78" y="103"/>
                  </a:lnTo>
                  <a:lnTo>
                    <a:pt x="75" y="101"/>
                  </a:lnTo>
                  <a:lnTo>
                    <a:pt x="75" y="101"/>
                  </a:lnTo>
                  <a:lnTo>
                    <a:pt x="66" y="98"/>
                  </a:lnTo>
                  <a:lnTo>
                    <a:pt x="58" y="94"/>
                  </a:lnTo>
                  <a:lnTo>
                    <a:pt x="51" y="90"/>
                  </a:lnTo>
                  <a:lnTo>
                    <a:pt x="45" y="84"/>
                  </a:lnTo>
                  <a:lnTo>
                    <a:pt x="41" y="78"/>
                  </a:lnTo>
                  <a:lnTo>
                    <a:pt x="38" y="71"/>
                  </a:lnTo>
                  <a:lnTo>
                    <a:pt x="35" y="65"/>
                  </a:lnTo>
                  <a:lnTo>
                    <a:pt x="34" y="58"/>
                  </a:lnTo>
                  <a:lnTo>
                    <a:pt x="33" y="45"/>
                  </a:lnTo>
                  <a:lnTo>
                    <a:pt x="33" y="34"/>
                  </a:lnTo>
                  <a:lnTo>
                    <a:pt x="34" y="25"/>
                  </a:lnTo>
                  <a:lnTo>
                    <a:pt x="35" y="20"/>
                  </a:lnTo>
                  <a:lnTo>
                    <a:pt x="35" y="20"/>
                  </a:lnTo>
                  <a:lnTo>
                    <a:pt x="36" y="17"/>
                  </a:lnTo>
                  <a:lnTo>
                    <a:pt x="36" y="14"/>
                  </a:lnTo>
                  <a:lnTo>
                    <a:pt x="34" y="8"/>
                  </a:lnTo>
                  <a:lnTo>
                    <a:pt x="30" y="3"/>
                  </a:lnTo>
                  <a:lnTo>
                    <a:pt x="27" y="2"/>
                  </a:lnTo>
                  <a:lnTo>
                    <a:pt x="24" y="1"/>
                  </a:lnTo>
                  <a:lnTo>
                    <a:pt x="24" y="1"/>
                  </a:lnTo>
                  <a:lnTo>
                    <a:pt x="21" y="0"/>
                  </a:lnTo>
                  <a:lnTo>
                    <a:pt x="18" y="0"/>
                  </a:lnTo>
                  <a:lnTo>
                    <a:pt x="12" y="2"/>
                  </a:lnTo>
                  <a:lnTo>
                    <a:pt x="7" y="6"/>
                  </a:lnTo>
                  <a:lnTo>
                    <a:pt x="6" y="9"/>
                  </a:lnTo>
                  <a:lnTo>
                    <a:pt x="3" y="12"/>
                  </a:lnTo>
                  <a:lnTo>
                    <a:pt x="3" y="12"/>
                  </a:lnTo>
                  <a:lnTo>
                    <a:pt x="2" y="21"/>
                  </a:lnTo>
                  <a:lnTo>
                    <a:pt x="1" y="30"/>
                  </a:lnTo>
                  <a:lnTo>
                    <a:pt x="0" y="41"/>
                  </a:lnTo>
                  <a:lnTo>
                    <a:pt x="0" y="53"/>
                  </a:lnTo>
                  <a:lnTo>
                    <a:pt x="2" y="67"/>
                  </a:lnTo>
                  <a:lnTo>
                    <a:pt x="7" y="82"/>
                  </a:lnTo>
                  <a:lnTo>
                    <a:pt x="10" y="88"/>
                  </a:lnTo>
                  <a:lnTo>
                    <a:pt x="14" y="95"/>
                  </a:lnTo>
                  <a:lnTo>
                    <a:pt x="14" y="95"/>
                  </a:lnTo>
                  <a:lnTo>
                    <a:pt x="18" y="102"/>
                  </a:lnTo>
                  <a:lnTo>
                    <a:pt x="23" y="108"/>
                  </a:lnTo>
                  <a:lnTo>
                    <a:pt x="29" y="114"/>
                  </a:lnTo>
                  <a:lnTo>
                    <a:pt x="35" y="120"/>
                  </a:lnTo>
                  <a:lnTo>
                    <a:pt x="42" y="124"/>
                  </a:lnTo>
                  <a:lnTo>
                    <a:pt x="50" y="128"/>
                  </a:lnTo>
                  <a:lnTo>
                    <a:pt x="58" y="131"/>
                  </a:lnTo>
                  <a:lnTo>
                    <a:pt x="67" y="133"/>
                  </a:lnTo>
                  <a:lnTo>
                    <a:pt x="67"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grpSp>
      <p:cxnSp>
        <p:nvCxnSpPr>
          <p:cNvPr id="14" name="Straight Connector 13">
            <a:extLst>
              <a:ext uri="{FF2B5EF4-FFF2-40B4-BE49-F238E27FC236}">
                <a16:creationId xmlns:a16="http://schemas.microsoft.com/office/drawing/2014/main" id="{D42160CD-1238-4A17-A94F-04A02B35B65D}"/>
              </a:ext>
            </a:extLst>
          </p:cNvPr>
          <p:cNvCxnSpPr/>
          <p:nvPr/>
        </p:nvCxnSpPr>
        <p:spPr>
          <a:xfrm>
            <a:off x="5704459" y="6077243"/>
            <a:ext cx="1332000" cy="0"/>
          </a:xfrm>
          <a:prstGeom prst="line">
            <a:avLst/>
          </a:prstGeom>
          <a:ln w="28575">
            <a:solidFill>
              <a:schemeClr val="tx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E0A1CF-B6BF-4081-BB52-414F89328DD9}"/>
              </a:ext>
            </a:extLst>
          </p:cNvPr>
          <p:cNvCxnSpPr/>
          <p:nvPr/>
        </p:nvCxnSpPr>
        <p:spPr>
          <a:xfrm>
            <a:off x="5704459" y="3764458"/>
            <a:ext cx="1332000" cy="0"/>
          </a:xfrm>
          <a:prstGeom prst="line">
            <a:avLst/>
          </a:prstGeom>
          <a:ln w="28575">
            <a:solidFill>
              <a:schemeClr val="tx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16" name="Left Brace 15">
            <a:extLst>
              <a:ext uri="{FF2B5EF4-FFF2-40B4-BE49-F238E27FC236}">
                <a16:creationId xmlns:a16="http://schemas.microsoft.com/office/drawing/2014/main" id="{D9DC88A1-E2CA-4F99-8D11-8CD55A07C63F}"/>
              </a:ext>
            </a:extLst>
          </p:cNvPr>
          <p:cNvSpPr/>
          <p:nvPr/>
        </p:nvSpPr>
        <p:spPr>
          <a:xfrm rot="10800000">
            <a:off x="7586739" y="2555365"/>
            <a:ext cx="285112" cy="1228843"/>
          </a:xfrm>
          <a:prstGeom prst="leftBrace">
            <a:avLst/>
          </a:prstGeom>
          <a:ln w="190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endParaRPr>
          </a:p>
        </p:txBody>
      </p:sp>
      <p:sp>
        <p:nvSpPr>
          <p:cNvPr id="17" name="TextBox 16">
            <a:extLst>
              <a:ext uri="{FF2B5EF4-FFF2-40B4-BE49-F238E27FC236}">
                <a16:creationId xmlns:a16="http://schemas.microsoft.com/office/drawing/2014/main" id="{4760D925-74B3-418E-8F3D-3B19D1FFBC44}"/>
              </a:ext>
            </a:extLst>
          </p:cNvPr>
          <p:cNvSpPr txBox="1"/>
          <p:nvPr/>
        </p:nvSpPr>
        <p:spPr>
          <a:xfrm>
            <a:off x="7885524" y="3025180"/>
            <a:ext cx="3298291" cy="646331"/>
          </a:xfrm>
          <a:prstGeom prst="rect">
            <a:avLst/>
          </a:prstGeom>
          <a:noFill/>
        </p:spPr>
        <p:txBody>
          <a:bodyPr wrap="square" rtlCol="0">
            <a:spAutoFit/>
          </a:bodyPr>
          <a:lstStyle/>
          <a:p>
            <a:r>
              <a:rPr lang="en-US"/>
              <a:t>Extracellular Fluid (ECF)</a:t>
            </a:r>
          </a:p>
          <a:p>
            <a:r>
              <a:rPr lang="en-US"/>
              <a:t>35-45% of TBW </a:t>
            </a:r>
          </a:p>
        </p:txBody>
      </p:sp>
      <p:sp>
        <p:nvSpPr>
          <p:cNvPr id="18" name="TextBox 17">
            <a:extLst>
              <a:ext uri="{FF2B5EF4-FFF2-40B4-BE49-F238E27FC236}">
                <a16:creationId xmlns:a16="http://schemas.microsoft.com/office/drawing/2014/main" id="{25EBDD98-5F6A-46BD-8017-4B071244DF78}"/>
              </a:ext>
            </a:extLst>
          </p:cNvPr>
          <p:cNvSpPr txBox="1"/>
          <p:nvPr/>
        </p:nvSpPr>
        <p:spPr>
          <a:xfrm>
            <a:off x="7902316" y="4750749"/>
            <a:ext cx="2986078" cy="646331"/>
          </a:xfrm>
          <a:prstGeom prst="rect">
            <a:avLst/>
          </a:prstGeom>
          <a:noFill/>
        </p:spPr>
        <p:txBody>
          <a:bodyPr wrap="square" rtlCol="0">
            <a:spAutoFit/>
          </a:bodyPr>
          <a:lstStyle/>
          <a:p>
            <a:r>
              <a:rPr lang="en-US"/>
              <a:t>Intracellular Fluid (ICF)</a:t>
            </a:r>
          </a:p>
          <a:p>
            <a:r>
              <a:rPr lang="en-US"/>
              <a:t>55-65% of TBW </a:t>
            </a:r>
          </a:p>
        </p:txBody>
      </p:sp>
      <p:cxnSp>
        <p:nvCxnSpPr>
          <p:cNvPr id="19" name="Straight Connector 18">
            <a:extLst>
              <a:ext uri="{FF2B5EF4-FFF2-40B4-BE49-F238E27FC236}">
                <a16:creationId xmlns:a16="http://schemas.microsoft.com/office/drawing/2014/main" id="{D5BE902F-BA9F-47B3-8CCC-0E807FCF4C9C}"/>
              </a:ext>
            </a:extLst>
          </p:cNvPr>
          <p:cNvCxnSpPr/>
          <p:nvPr/>
        </p:nvCxnSpPr>
        <p:spPr>
          <a:xfrm>
            <a:off x="5704459" y="2902437"/>
            <a:ext cx="1332000" cy="0"/>
          </a:xfrm>
          <a:prstGeom prst="line">
            <a:avLst/>
          </a:prstGeom>
          <a:ln w="28575">
            <a:solidFill>
              <a:schemeClr val="tx1"/>
            </a:solidFill>
            <a:prstDash val="sysDash"/>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0A6902D-2CA5-4E31-A777-BAFA770434D1}"/>
              </a:ext>
            </a:extLst>
          </p:cNvPr>
          <p:cNvSpPr txBox="1"/>
          <p:nvPr/>
        </p:nvSpPr>
        <p:spPr>
          <a:xfrm>
            <a:off x="5580283" y="2615480"/>
            <a:ext cx="1581150" cy="276999"/>
          </a:xfrm>
          <a:prstGeom prst="rect">
            <a:avLst/>
          </a:prstGeom>
          <a:noFill/>
        </p:spPr>
        <p:txBody>
          <a:bodyPr wrap="square" rtlCol="0">
            <a:spAutoFit/>
          </a:bodyPr>
          <a:lstStyle/>
          <a:p>
            <a:r>
              <a:rPr lang="en-US" sz="1200">
                <a:solidFill>
                  <a:prstClr val="white"/>
                </a:solidFill>
              </a:rPr>
              <a:t>         </a:t>
            </a:r>
            <a:r>
              <a:rPr lang="en-US" sz="1200"/>
              <a:t>PLASMA</a:t>
            </a:r>
          </a:p>
        </p:txBody>
      </p:sp>
      <p:sp>
        <p:nvSpPr>
          <p:cNvPr id="21" name="TextBox 20">
            <a:extLst>
              <a:ext uri="{FF2B5EF4-FFF2-40B4-BE49-F238E27FC236}">
                <a16:creationId xmlns:a16="http://schemas.microsoft.com/office/drawing/2014/main" id="{98157207-D8B1-41F0-B4B2-4B2DA09C653C}"/>
              </a:ext>
            </a:extLst>
          </p:cNvPr>
          <p:cNvSpPr txBox="1"/>
          <p:nvPr/>
        </p:nvSpPr>
        <p:spPr>
          <a:xfrm>
            <a:off x="5763439" y="3097302"/>
            <a:ext cx="1581150" cy="276999"/>
          </a:xfrm>
          <a:prstGeom prst="rect">
            <a:avLst/>
          </a:prstGeom>
          <a:noFill/>
        </p:spPr>
        <p:txBody>
          <a:bodyPr wrap="square" rtlCol="0">
            <a:spAutoFit/>
          </a:bodyPr>
          <a:lstStyle/>
          <a:p>
            <a:r>
              <a:rPr lang="en-US" sz="1200">
                <a:solidFill>
                  <a:prstClr val="white"/>
                </a:solidFill>
              </a:rPr>
              <a:t>  </a:t>
            </a:r>
            <a:r>
              <a:rPr lang="en-US" sz="1200"/>
              <a:t>INTERSTITIAL </a:t>
            </a:r>
          </a:p>
        </p:txBody>
      </p:sp>
      <p:sp>
        <p:nvSpPr>
          <p:cNvPr id="23" name="Left Brace 22">
            <a:extLst>
              <a:ext uri="{FF2B5EF4-FFF2-40B4-BE49-F238E27FC236}">
                <a16:creationId xmlns:a16="http://schemas.microsoft.com/office/drawing/2014/main" id="{E5F053BB-C9FF-4EA4-A005-E4225FEFA3AB}"/>
              </a:ext>
            </a:extLst>
          </p:cNvPr>
          <p:cNvSpPr/>
          <p:nvPr/>
        </p:nvSpPr>
        <p:spPr>
          <a:xfrm rot="10800000">
            <a:off x="7572670" y="3798277"/>
            <a:ext cx="329645" cy="2278965"/>
          </a:xfrm>
          <a:prstGeom prst="leftBrace">
            <a:avLst/>
          </a:prstGeom>
          <a:ln w="190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black"/>
              </a:solidFill>
            </a:endParaRPr>
          </a:p>
        </p:txBody>
      </p:sp>
      <p:cxnSp>
        <p:nvCxnSpPr>
          <p:cNvPr id="24" name="Straight Connector 23">
            <a:extLst>
              <a:ext uri="{FF2B5EF4-FFF2-40B4-BE49-F238E27FC236}">
                <a16:creationId xmlns:a16="http://schemas.microsoft.com/office/drawing/2014/main" id="{A84AC62B-6B0D-4869-94FA-3C5FC76A6479}"/>
              </a:ext>
            </a:extLst>
          </p:cNvPr>
          <p:cNvCxnSpPr/>
          <p:nvPr/>
        </p:nvCxnSpPr>
        <p:spPr>
          <a:xfrm>
            <a:off x="5704459" y="2602525"/>
            <a:ext cx="1332000" cy="0"/>
          </a:xfrm>
          <a:prstGeom prst="line">
            <a:avLst/>
          </a:prstGeom>
          <a:ln w="28575">
            <a:solidFill>
              <a:schemeClr val="tx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B64D47B-BD7A-3947-8851-A2A8864C9BC3}"/>
              </a:ext>
            </a:extLst>
          </p:cNvPr>
          <p:cNvCxnSpPr>
            <a:cxnSpLocks/>
          </p:cNvCxnSpPr>
          <p:nvPr/>
        </p:nvCxnSpPr>
        <p:spPr>
          <a:xfrm>
            <a:off x="754558" y="872192"/>
            <a:ext cx="4433023"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846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158A7-C091-0D4C-BB9A-33DA3C9B2475}"/>
              </a:ext>
            </a:extLst>
          </p:cNvPr>
          <p:cNvSpPr>
            <a:spLocks noGrp="1"/>
          </p:cNvSpPr>
          <p:nvPr>
            <p:ph type="title"/>
          </p:nvPr>
        </p:nvSpPr>
        <p:spPr>
          <a:xfrm>
            <a:off x="645164" y="264562"/>
            <a:ext cx="10491952" cy="849858"/>
          </a:xfrm>
        </p:spPr>
        <p:txBody>
          <a:bodyPr/>
          <a:lstStyle/>
          <a:p>
            <a:r>
              <a:rPr lang="en-US"/>
              <a:t>Role of Sodium in Fluid Balance</a:t>
            </a:r>
          </a:p>
        </p:txBody>
      </p:sp>
      <p:sp>
        <p:nvSpPr>
          <p:cNvPr id="22" name="TextBox 21">
            <a:extLst>
              <a:ext uri="{FF2B5EF4-FFF2-40B4-BE49-F238E27FC236}">
                <a16:creationId xmlns:a16="http://schemas.microsoft.com/office/drawing/2014/main" id="{28F33265-D43B-4C87-A384-40C910F90274}"/>
              </a:ext>
            </a:extLst>
          </p:cNvPr>
          <p:cNvSpPr txBox="1"/>
          <p:nvPr/>
        </p:nvSpPr>
        <p:spPr>
          <a:xfrm>
            <a:off x="6356172" y="4359830"/>
            <a:ext cx="1117365" cy="584775"/>
          </a:xfrm>
          <a:prstGeom prst="rect">
            <a:avLst/>
          </a:prstGeom>
          <a:noFill/>
        </p:spPr>
        <p:txBody>
          <a:bodyPr wrap="square" rtlCol="0">
            <a:spAutoFit/>
          </a:bodyPr>
          <a:lstStyle/>
          <a:p>
            <a:r>
              <a:rPr lang="en-US" sz="3200">
                <a:solidFill>
                  <a:prstClr val="black"/>
                </a:solidFill>
              </a:rPr>
              <a:t>ICF</a:t>
            </a:r>
          </a:p>
        </p:txBody>
      </p:sp>
      <p:sp>
        <p:nvSpPr>
          <p:cNvPr id="25" name="TextBox 24">
            <a:extLst>
              <a:ext uri="{FF2B5EF4-FFF2-40B4-BE49-F238E27FC236}">
                <a16:creationId xmlns:a16="http://schemas.microsoft.com/office/drawing/2014/main" id="{2C6D077F-939F-4744-ACD1-DCE552AF3837}"/>
              </a:ext>
            </a:extLst>
          </p:cNvPr>
          <p:cNvSpPr txBox="1"/>
          <p:nvPr/>
        </p:nvSpPr>
        <p:spPr>
          <a:xfrm>
            <a:off x="6341663" y="2328524"/>
            <a:ext cx="1293577" cy="584775"/>
          </a:xfrm>
          <a:prstGeom prst="rect">
            <a:avLst/>
          </a:prstGeom>
          <a:noFill/>
        </p:spPr>
        <p:txBody>
          <a:bodyPr wrap="square" rtlCol="0">
            <a:spAutoFit/>
          </a:bodyPr>
          <a:lstStyle/>
          <a:p>
            <a:r>
              <a:rPr lang="en-US" sz="3200">
                <a:solidFill>
                  <a:prstClr val="black"/>
                </a:solidFill>
              </a:rPr>
              <a:t>ECF</a:t>
            </a:r>
          </a:p>
        </p:txBody>
      </p:sp>
      <p:sp>
        <p:nvSpPr>
          <p:cNvPr id="26" name="Right Brace 25">
            <a:extLst>
              <a:ext uri="{FF2B5EF4-FFF2-40B4-BE49-F238E27FC236}">
                <a16:creationId xmlns:a16="http://schemas.microsoft.com/office/drawing/2014/main" id="{75E63E8E-00D9-4274-9C74-B89390970A16}"/>
              </a:ext>
            </a:extLst>
          </p:cNvPr>
          <p:cNvSpPr/>
          <p:nvPr/>
        </p:nvSpPr>
        <p:spPr>
          <a:xfrm>
            <a:off x="6050928" y="3500133"/>
            <a:ext cx="296597" cy="2381935"/>
          </a:xfrm>
          <a:prstGeom prst="rightBrace">
            <a:avLst/>
          </a:prstGeom>
          <a:ln w="19050" cmpd="sng">
            <a:solidFill>
              <a:srgbClr val="7F7F7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7" name="Right Brace 26">
            <a:extLst>
              <a:ext uri="{FF2B5EF4-FFF2-40B4-BE49-F238E27FC236}">
                <a16:creationId xmlns:a16="http://schemas.microsoft.com/office/drawing/2014/main" id="{627B2143-6471-4595-BCF0-3C1CE097D37A}"/>
              </a:ext>
            </a:extLst>
          </p:cNvPr>
          <p:cNvSpPr/>
          <p:nvPr/>
        </p:nvSpPr>
        <p:spPr>
          <a:xfrm rot="10800000">
            <a:off x="3105851" y="2316270"/>
            <a:ext cx="296597" cy="1183861"/>
          </a:xfrm>
          <a:prstGeom prst="rightBrace">
            <a:avLst/>
          </a:prstGeom>
          <a:ln w="19050" cmpd="sng">
            <a:solidFill>
              <a:srgbClr val="7F7F7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8" name="Right Brace 27">
            <a:extLst>
              <a:ext uri="{FF2B5EF4-FFF2-40B4-BE49-F238E27FC236}">
                <a16:creationId xmlns:a16="http://schemas.microsoft.com/office/drawing/2014/main" id="{427F6711-5F61-4269-ADB2-E29537C1DF5D}"/>
              </a:ext>
            </a:extLst>
          </p:cNvPr>
          <p:cNvSpPr/>
          <p:nvPr/>
        </p:nvSpPr>
        <p:spPr>
          <a:xfrm rot="10800000">
            <a:off x="3106614" y="1830771"/>
            <a:ext cx="287917" cy="438420"/>
          </a:xfrm>
          <a:prstGeom prst="rightBrace">
            <a:avLst/>
          </a:prstGeom>
          <a:ln w="19050" cmpd="sng">
            <a:solidFill>
              <a:srgbClr val="7F7F7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29" name="Right Brace 28">
            <a:extLst>
              <a:ext uri="{FF2B5EF4-FFF2-40B4-BE49-F238E27FC236}">
                <a16:creationId xmlns:a16="http://schemas.microsoft.com/office/drawing/2014/main" id="{9CADAE40-07C4-4D68-B644-7016ED5A87CA}"/>
              </a:ext>
            </a:extLst>
          </p:cNvPr>
          <p:cNvSpPr/>
          <p:nvPr/>
        </p:nvSpPr>
        <p:spPr>
          <a:xfrm>
            <a:off x="6050928" y="1833653"/>
            <a:ext cx="296597" cy="1634595"/>
          </a:xfrm>
          <a:prstGeom prst="rightBrace">
            <a:avLst/>
          </a:prstGeom>
          <a:ln w="19050" cmpd="sng">
            <a:solidFill>
              <a:srgbClr val="7F7F7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30" name="TextBox 29">
            <a:extLst>
              <a:ext uri="{FF2B5EF4-FFF2-40B4-BE49-F238E27FC236}">
                <a16:creationId xmlns:a16="http://schemas.microsoft.com/office/drawing/2014/main" id="{6D7A6B5E-95AD-4945-8091-2E7DF87345A4}"/>
              </a:ext>
            </a:extLst>
          </p:cNvPr>
          <p:cNvSpPr txBox="1"/>
          <p:nvPr/>
        </p:nvSpPr>
        <p:spPr>
          <a:xfrm>
            <a:off x="1404754" y="1720961"/>
            <a:ext cx="1701861" cy="584775"/>
          </a:xfrm>
          <a:prstGeom prst="rect">
            <a:avLst/>
          </a:prstGeom>
          <a:noFill/>
        </p:spPr>
        <p:txBody>
          <a:bodyPr wrap="square" rtlCol="0">
            <a:spAutoFit/>
          </a:bodyPr>
          <a:lstStyle/>
          <a:p>
            <a:r>
              <a:rPr lang="en-US" sz="3200">
                <a:solidFill>
                  <a:prstClr val="black"/>
                </a:solidFill>
              </a:rPr>
              <a:t>Plasma</a:t>
            </a:r>
          </a:p>
        </p:txBody>
      </p:sp>
      <p:sp>
        <p:nvSpPr>
          <p:cNvPr id="31" name="TextBox 30">
            <a:extLst>
              <a:ext uri="{FF2B5EF4-FFF2-40B4-BE49-F238E27FC236}">
                <a16:creationId xmlns:a16="http://schemas.microsoft.com/office/drawing/2014/main" id="{CDF306A4-51C7-4BC1-8D66-C6C8CB8D91C6}"/>
              </a:ext>
            </a:extLst>
          </p:cNvPr>
          <p:cNvSpPr txBox="1"/>
          <p:nvPr/>
        </p:nvSpPr>
        <p:spPr>
          <a:xfrm>
            <a:off x="2141589" y="2548951"/>
            <a:ext cx="1710009" cy="584775"/>
          </a:xfrm>
          <a:prstGeom prst="rect">
            <a:avLst/>
          </a:prstGeom>
          <a:noFill/>
        </p:spPr>
        <p:txBody>
          <a:bodyPr wrap="square" rtlCol="0">
            <a:spAutoFit/>
          </a:bodyPr>
          <a:lstStyle/>
          <a:p>
            <a:r>
              <a:rPr lang="en-US" sz="3200">
                <a:solidFill>
                  <a:prstClr val="black"/>
                </a:solidFill>
              </a:rPr>
              <a:t>ISF</a:t>
            </a:r>
          </a:p>
        </p:txBody>
      </p:sp>
      <p:sp>
        <p:nvSpPr>
          <p:cNvPr id="32" name="Rectangle 31">
            <a:extLst>
              <a:ext uri="{FF2B5EF4-FFF2-40B4-BE49-F238E27FC236}">
                <a16:creationId xmlns:a16="http://schemas.microsoft.com/office/drawing/2014/main" id="{27FF578F-03EB-4900-88FB-D846D2006AD0}"/>
              </a:ext>
            </a:extLst>
          </p:cNvPr>
          <p:cNvSpPr/>
          <p:nvPr/>
        </p:nvSpPr>
        <p:spPr>
          <a:xfrm>
            <a:off x="3455499" y="1830773"/>
            <a:ext cx="2451100" cy="4051295"/>
          </a:xfrm>
          <a:prstGeom prst="rect">
            <a:avLst/>
          </a:prstGeom>
          <a:noFill/>
          <a:ln w="19050" cmpd="sng">
            <a:solidFill>
              <a:schemeClr val="tx1"/>
            </a:solid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33" name="TextBox 32">
            <a:extLst>
              <a:ext uri="{FF2B5EF4-FFF2-40B4-BE49-F238E27FC236}">
                <a16:creationId xmlns:a16="http://schemas.microsoft.com/office/drawing/2014/main" id="{8659E530-2D80-405C-A624-81299FF38E51}"/>
              </a:ext>
            </a:extLst>
          </p:cNvPr>
          <p:cNvSpPr txBox="1"/>
          <p:nvPr/>
        </p:nvSpPr>
        <p:spPr>
          <a:xfrm>
            <a:off x="7883120" y="1766561"/>
            <a:ext cx="3821200" cy="4524315"/>
          </a:xfrm>
          <a:prstGeom prst="rect">
            <a:avLst/>
          </a:prstGeom>
          <a:noFill/>
        </p:spPr>
        <p:txBody>
          <a:bodyPr wrap="square" rtlCol="0">
            <a:spAutoFit/>
          </a:bodyPr>
          <a:lstStyle/>
          <a:p>
            <a:r>
              <a:rPr lang="en-US" sz="2400"/>
              <a:t>Sodium (Na</a:t>
            </a:r>
            <a:r>
              <a:rPr lang="en-US" sz="2400" baseline="30000"/>
              <a:t>+</a:t>
            </a:r>
            <a:r>
              <a:rPr lang="en-US" sz="2400"/>
              <a:t>) is the most abundant electrolyte in the extracellular space</a:t>
            </a:r>
          </a:p>
          <a:p>
            <a:endParaRPr lang="en-US" sz="2400"/>
          </a:p>
          <a:p>
            <a:r>
              <a:rPr lang="en-US" sz="2400"/>
              <a:t>Sodium controls water movement between fluid compartments  </a:t>
            </a:r>
          </a:p>
          <a:p>
            <a:endParaRPr lang="en-US" sz="2400"/>
          </a:p>
          <a:p>
            <a:r>
              <a:rPr lang="en-US" sz="2400"/>
              <a:t>Water follows solute to maintain osmotic equilibrium</a:t>
            </a:r>
          </a:p>
          <a:p>
            <a:endParaRPr lang="en-US" sz="2400"/>
          </a:p>
        </p:txBody>
      </p:sp>
      <p:grpSp>
        <p:nvGrpSpPr>
          <p:cNvPr id="34" name="Group 33">
            <a:extLst>
              <a:ext uri="{FF2B5EF4-FFF2-40B4-BE49-F238E27FC236}">
                <a16:creationId xmlns:a16="http://schemas.microsoft.com/office/drawing/2014/main" id="{764E7DE1-3C48-493B-B7E1-E06F2EF3D43C}"/>
              </a:ext>
            </a:extLst>
          </p:cNvPr>
          <p:cNvGrpSpPr/>
          <p:nvPr/>
        </p:nvGrpSpPr>
        <p:grpSpPr>
          <a:xfrm>
            <a:off x="3469596" y="2271355"/>
            <a:ext cx="2887901" cy="3407331"/>
            <a:chOff x="2602197" y="1703516"/>
            <a:chExt cx="2165926" cy="2555499"/>
          </a:xfrm>
        </p:grpSpPr>
        <p:sp>
          <p:nvSpPr>
            <p:cNvPr id="35" name="TextBox 34">
              <a:extLst>
                <a:ext uri="{FF2B5EF4-FFF2-40B4-BE49-F238E27FC236}">
                  <a16:creationId xmlns:a16="http://schemas.microsoft.com/office/drawing/2014/main" id="{2148F27E-202C-42E9-8EEE-EA862FFBC8B6}"/>
                </a:ext>
              </a:extLst>
            </p:cNvPr>
            <p:cNvSpPr txBox="1"/>
            <p:nvPr/>
          </p:nvSpPr>
          <p:spPr>
            <a:xfrm>
              <a:off x="2672993" y="1928374"/>
              <a:ext cx="431046"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36" name="TextBox 35">
              <a:extLst>
                <a:ext uri="{FF2B5EF4-FFF2-40B4-BE49-F238E27FC236}">
                  <a16:creationId xmlns:a16="http://schemas.microsoft.com/office/drawing/2014/main" id="{2B31C887-0589-457B-8424-9ADF9594604B}"/>
                </a:ext>
              </a:extLst>
            </p:cNvPr>
            <p:cNvSpPr txBox="1"/>
            <p:nvPr/>
          </p:nvSpPr>
          <p:spPr>
            <a:xfrm>
              <a:off x="3897339" y="1836436"/>
              <a:ext cx="672998"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37" name="TextBox 36">
              <a:extLst>
                <a:ext uri="{FF2B5EF4-FFF2-40B4-BE49-F238E27FC236}">
                  <a16:creationId xmlns:a16="http://schemas.microsoft.com/office/drawing/2014/main" id="{3555AC83-DF17-42C5-9926-B6FB4B1F799C}"/>
                </a:ext>
              </a:extLst>
            </p:cNvPr>
            <p:cNvSpPr txBox="1"/>
            <p:nvPr/>
          </p:nvSpPr>
          <p:spPr>
            <a:xfrm>
              <a:off x="3565637" y="2150931"/>
              <a:ext cx="672998"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38" name="TextBox 37">
              <a:extLst>
                <a:ext uri="{FF2B5EF4-FFF2-40B4-BE49-F238E27FC236}">
                  <a16:creationId xmlns:a16="http://schemas.microsoft.com/office/drawing/2014/main" id="{63499B97-5FE8-4479-B69D-DB518664F785}"/>
                </a:ext>
              </a:extLst>
            </p:cNvPr>
            <p:cNvSpPr txBox="1"/>
            <p:nvPr/>
          </p:nvSpPr>
          <p:spPr>
            <a:xfrm>
              <a:off x="3229199" y="1863792"/>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39" name="TextBox 38">
              <a:extLst>
                <a:ext uri="{FF2B5EF4-FFF2-40B4-BE49-F238E27FC236}">
                  <a16:creationId xmlns:a16="http://schemas.microsoft.com/office/drawing/2014/main" id="{C2FE9E61-3B7E-40BD-A1C0-D259A460AAB7}"/>
                </a:ext>
              </a:extLst>
            </p:cNvPr>
            <p:cNvSpPr txBox="1"/>
            <p:nvPr/>
          </p:nvSpPr>
          <p:spPr>
            <a:xfrm>
              <a:off x="4095125" y="2256724"/>
              <a:ext cx="672998"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40" name="TextBox 39">
              <a:extLst>
                <a:ext uri="{FF2B5EF4-FFF2-40B4-BE49-F238E27FC236}">
                  <a16:creationId xmlns:a16="http://schemas.microsoft.com/office/drawing/2014/main" id="{2FBAC49F-9214-4FF6-9359-5A3D7A0AF3FD}"/>
                </a:ext>
              </a:extLst>
            </p:cNvPr>
            <p:cNvSpPr txBox="1"/>
            <p:nvPr/>
          </p:nvSpPr>
          <p:spPr>
            <a:xfrm>
              <a:off x="2981484" y="2938468"/>
              <a:ext cx="672998"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41" name="TextBox 40">
              <a:extLst>
                <a:ext uri="{FF2B5EF4-FFF2-40B4-BE49-F238E27FC236}">
                  <a16:creationId xmlns:a16="http://schemas.microsoft.com/office/drawing/2014/main" id="{E66915F7-9084-49E8-9ABD-C447FB1A582C}"/>
                </a:ext>
              </a:extLst>
            </p:cNvPr>
            <p:cNvSpPr txBox="1"/>
            <p:nvPr/>
          </p:nvSpPr>
          <p:spPr>
            <a:xfrm>
              <a:off x="3166587" y="3814733"/>
              <a:ext cx="672998"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42" name="TextBox 41">
              <a:extLst>
                <a:ext uri="{FF2B5EF4-FFF2-40B4-BE49-F238E27FC236}">
                  <a16:creationId xmlns:a16="http://schemas.microsoft.com/office/drawing/2014/main" id="{9BC8F8F5-B33B-49BD-94AA-046BB6DE0361}"/>
                </a:ext>
              </a:extLst>
            </p:cNvPr>
            <p:cNvSpPr txBox="1"/>
            <p:nvPr/>
          </p:nvSpPr>
          <p:spPr>
            <a:xfrm>
              <a:off x="3724396" y="4051266"/>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3" name="TextBox 42">
              <a:extLst>
                <a:ext uri="{FF2B5EF4-FFF2-40B4-BE49-F238E27FC236}">
                  <a16:creationId xmlns:a16="http://schemas.microsoft.com/office/drawing/2014/main" id="{F685B3B0-654C-4961-A778-41B415B0CC28}"/>
                </a:ext>
              </a:extLst>
            </p:cNvPr>
            <p:cNvSpPr txBox="1"/>
            <p:nvPr/>
          </p:nvSpPr>
          <p:spPr>
            <a:xfrm>
              <a:off x="4039043" y="3180871"/>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4" name="TextBox 43">
              <a:extLst>
                <a:ext uri="{FF2B5EF4-FFF2-40B4-BE49-F238E27FC236}">
                  <a16:creationId xmlns:a16="http://schemas.microsoft.com/office/drawing/2014/main" id="{758891E7-1E18-4DD7-97FC-86DFFA2E1901}"/>
                </a:ext>
              </a:extLst>
            </p:cNvPr>
            <p:cNvSpPr txBox="1"/>
            <p:nvPr/>
          </p:nvSpPr>
          <p:spPr>
            <a:xfrm>
              <a:off x="4114825" y="3844608"/>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5" name="TextBox 44">
              <a:extLst>
                <a:ext uri="{FF2B5EF4-FFF2-40B4-BE49-F238E27FC236}">
                  <a16:creationId xmlns:a16="http://schemas.microsoft.com/office/drawing/2014/main" id="{16620C02-5C05-4AFA-9614-D3E9A313AABA}"/>
                </a:ext>
              </a:extLst>
            </p:cNvPr>
            <p:cNvSpPr txBox="1"/>
            <p:nvPr/>
          </p:nvSpPr>
          <p:spPr>
            <a:xfrm>
              <a:off x="2789765" y="2330170"/>
              <a:ext cx="431046" cy="20774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46" name="TextBox 45">
              <a:extLst>
                <a:ext uri="{FF2B5EF4-FFF2-40B4-BE49-F238E27FC236}">
                  <a16:creationId xmlns:a16="http://schemas.microsoft.com/office/drawing/2014/main" id="{777C3565-7D59-4B7B-9238-9358F485A20E}"/>
                </a:ext>
              </a:extLst>
            </p:cNvPr>
            <p:cNvSpPr txBox="1"/>
            <p:nvPr/>
          </p:nvSpPr>
          <p:spPr>
            <a:xfrm>
              <a:off x="2740023" y="3965173"/>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7" name="TextBox 46">
              <a:extLst>
                <a:ext uri="{FF2B5EF4-FFF2-40B4-BE49-F238E27FC236}">
                  <a16:creationId xmlns:a16="http://schemas.microsoft.com/office/drawing/2014/main" id="{0DF56210-C9F5-4AB6-ACEF-0C46C204587C}"/>
                </a:ext>
              </a:extLst>
            </p:cNvPr>
            <p:cNvSpPr txBox="1"/>
            <p:nvPr/>
          </p:nvSpPr>
          <p:spPr>
            <a:xfrm>
              <a:off x="2745261" y="3382440"/>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8" name="TextBox 47">
              <a:extLst>
                <a:ext uri="{FF2B5EF4-FFF2-40B4-BE49-F238E27FC236}">
                  <a16:creationId xmlns:a16="http://schemas.microsoft.com/office/drawing/2014/main" id="{DD4DFA07-75EF-49D8-ADBA-3AA48AD3ADF3}"/>
                </a:ext>
              </a:extLst>
            </p:cNvPr>
            <p:cNvSpPr txBox="1"/>
            <p:nvPr/>
          </p:nvSpPr>
          <p:spPr>
            <a:xfrm>
              <a:off x="3767645" y="3580129"/>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49" name="TextBox 48">
              <a:extLst>
                <a:ext uri="{FF2B5EF4-FFF2-40B4-BE49-F238E27FC236}">
                  <a16:creationId xmlns:a16="http://schemas.microsoft.com/office/drawing/2014/main" id="{FC115389-1069-43D0-829D-473311350C39}"/>
                </a:ext>
              </a:extLst>
            </p:cNvPr>
            <p:cNvSpPr txBox="1"/>
            <p:nvPr/>
          </p:nvSpPr>
          <p:spPr>
            <a:xfrm>
              <a:off x="3598750" y="3138776"/>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50" name="TextBox 49">
              <a:extLst>
                <a:ext uri="{FF2B5EF4-FFF2-40B4-BE49-F238E27FC236}">
                  <a16:creationId xmlns:a16="http://schemas.microsoft.com/office/drawing/2014/main" id="{4CAA0436-475A-40DB-B80F-29E9E9774A83}"/>
                </a:ext>
              </a:extLst>
            </p:cNvPr>
            <p:cNvSpPr txBox="1"/>
            <p:nvPr/>
          </p:nvSpPr>
          <p:spPr>
            <a:xfrm>
              <a:off x="3237837" y="3413976"/>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51" name="TextBox 50">
              <a:extLst>
                <a:ext uri="{FF2B5EF4-FFF2-40B4-BE49-F238E27FC236}">
                  <a16:creationId xmlns:a16="http://schemas.microsoft.com/office/drawing/2014/main" id="{E764DBC4-1EFF-4E4F-B58B-F6959DD1FCE7}"/>
                </a:ext>
              </a:extLst>
            </p:cNvPr>
            <p:cNvSpPr txBox="1"/>
            <p:nvPr/>
          </p:nvSpPr>
          <p:spPr>
            <a:xfrm>
              <a:off x="3789000" y="2805650"/>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52" name="TextBox 51">
              <a:extLst>
                <a:ext uri="{FF2B5EF4-FFF2-40B4-BE49-F238E27FC236}">
                  <a16:creationId xmlns:a16="http://schemas.microsoft.com/office/drawing/2014/main" id="{3AB286EF-29E1-452D-922C-6A723305569C}"/>
                </a:ext>
              </a:extLst>
            </p:cNvPr>
            <p:cNvSpPr txBox="1"/>
            <p:nvPr/>
          </p:nvSpPr>
          <p:spPr>
            <a:xfrm>
              <a:off x="2623506" y="2715097"/>
              <a:ext cx="319482" cy="20774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cxnSp>
          <p:nvCxnSpPr>
            <p:cNvPr id="53" name="Straight Connector 52">
              <a:extLst>
                <a:ext uri="{FF2B5EF4-FFF2-40B4-BE49-F238E27FC236}">
                  <a16:creationId xmlns:a16="http://schemas.microsoft.com/office/drawing/2014/main" id="{6A382037-E0DB-4952-B9EA-7A49260E2803}"/>
                </a:ext>
              </a:extLst>
            </p:cNvPr>
            <p:cNvCxnSpPr/>
            <p:nvPr/>
          </p:nvCxnSpPr>
          <p:spPr>
            <a:xfrm>
              <a:off x="2602197" y="1703516"/>
              <a:ext cx="1828800" cy="0"/>
            </a:xfrm>
            <a:prstGeom prst="line">
              <a:avLst/>
            </a:prstGeom>
            <a:ln w="19050" cmpd="sng">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sp>
        <p:nvSpPr>
          <p:cNvPr id="54" name="TextBox 53">
            <a:extLst>
              <a:ext uri="{FF2B5EF4-FFF2-40B4-BE49-F238E27FC236}">
                <a16:creationId xmlns:a16="http://schemas.microsoft.com/office/drawing/2014/main" id="{DE7329C0-8B51-4DAD-8871-10909B546A63}"/>
              </a:ext>
            </a:extLst>
          </p:cNvPr>
          <p:cNvSpPr txBox="1"/>
          <p:nvPr/>
        </p:nvSpPr>
        <p:spPr>
          <a:xfrm>
            <a:off x="3455395" y="1919482"/>
            <a:ext cx="897331"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55" name="TextBox 54">
            <a:extLst>
              <a:ext uri="{FF2B5EF4-FFF2-40B4-BE49-F238E27FC236}">
                <a16:creationId xmlns:a16="http://schemas.microsoft.com/office/drawing/2014/main" id="{AF5C4DBE-0EBE-4F0B-9CFB-B116CD8D6D8E}"/>
              </a:ext>
            </a:extLst>
          </p:cNvPr>
          <p:cNvSpPr txBox="1"/>
          <p:nvPr/>
        </p:nvSpPr>
        <p:spPr>
          <a:xfrm>
            <a:off x="4949271" y="1904377"/>
            <a:ext cx="425976" cy="27699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56" name="TextBox 55">
            <a:extLst>
              <a:ext uri="{FF2B5EF4-FFF2-40B4-BE49-F238E27FC236}">
                <a16:creationId xmlns:a16="http://schemas.microsoft.com/office/drawing/2014/main" id="{10AE6FAE-67B5-4CF3-A169-A797639FA038}"/>
              </a:ext>
            </a:extLst>
          </p:cNvPr>
          <p:cNvSpPr txBox="1"/>
          <p:nvPr/>
        </p:nvSpPr>
        <p:spPr>
          <a:xfrm>
            <a:off x="5440153" y="1890918"/>
            <a:ext cx="897331"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57" name="TextBox 56">
            <a:extLst>
              <a:ext uri="{FF2B5EF4-FFF2-40B4-BE49-F238E27FC236}">
                <a16:creationId xmlns:a16="http://schemas.microsoft.com/office/drawing/2014/main" id="{272D2026-8E68-4662-AFDD-0896A9AE1892}"/>
              </a:ext>
            </a:extLst>
          </p:cNvPr>
          <p:cNvSpPr txBox="1"/>
          <p:nvPr/>
        </p:nvSpPr>
        <p:spPr>
          <a:xfrm>
            <a:off x="4358291" y="1872708"/>
            <a:ext cx="567359"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58" name="TextBox 57">
            <a:extLst>
              <a:ext uri="{FF2B5EF4-FFF2-40B4-BE49-F238E27FC236}">
                <a16:creationId xmlns:a16="http://schemas.microsoft.com/office/drawing/2014/main" id="{A0F136BA-8086-43D0-8073-F192DB6E6855}"/>
              </a:ext>
            </a:extLst>
          </p:cNvPr>
          <p:cNvSpPr txBox="1"/>
          <p:nvPr/>
        </p:nvSpPr>
        <p:spPr>
          <a:xfrm>
            <a:off x="4746541" y="2395063"/>
            <a:ext cx="574728"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cxnSp>
        <p:nvCxnSpPr>
          <p:cNvPr id="59" name="Straight Connector 58">
            <a:extLst>
              <a:ext uri="{FF2B5EF4-FFF2-40B4-BE49-F238E27FC236}">
                <a16:creationId xmlns:a16="http://schemas.microsoft.com/office/drawing/2014/main" id="{DF9D0B4F-8C76-44E7-837E-67E3B17913A3}"/>
              </a:ext>
            </a:extLst>
          </p:cNvPr>
          <p:cNvCxnSpPr/>
          <p:nvPr/>
        </p:nvCxnSpPr>
        <p:spPr>
          <a:xfrm>
            <a:off x="3487166" y="3498865"/>
            <a:ext cx="2438401" cy="0"/>
          </a:xfrm>
          <a:prstGeom prst="line">
            <a:avLst/>
          </a:prstGeom>
          <a:ln w="19050" cmpd="sng">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9C6C7847-0787-4966-A32A-30199FA3C7BC}"/>
              </a:ext>
            </a:extLst>
          </p:cNvPr>
          <p:cNvSpPr/>
          <p:nvPr/>
        </p:nvSpPr>
        <p:spPr>
          <a:xfrm>
            <a:off x="3471333" y="1858759"/>
            <a:ext cx="2419807" cy="383783"/>
          </a:xfrm>
          <a:prstGeom prst="rect">
            <a:avLst/>
          </a:prstGeom>
          <a:solidFill>
            <a:srgbClr val="FF9999"/>
          </a:solidFill>
          <a:ln w="6350" cmpd="sng">
            <a:solidFill>
              <a:srgbClr val="FF9999"/>
            </a:solid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61" name="TextBox 60">
            <a:extLst>
              <a:ext uri="{FF2B5EF4-FFF2-40B4-BE49-F238E27FC236}">
                <a16:creationId xmlns:a16="http://schemas.microsoft.com/office/drawing/2014/main" id="{F4F34B37-560B-4868-A75A-CD0146E05980}"/>
              </a:ext>
            </a:extLst>
          </p:cNvPr>
          <p:cNvSpPr txBox="1"/>
          <p:nvPr/>
        </p:nvSpPr>
        <p:spPr>
          <a:xfrm>
            <a:off x="3856619" y="1972163"/>
            <a:ext cx="567359"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62" name="TextBox 61">
            <a:extLst>
              <a:ext uri="{FF2B5EF4-FFF2-40B4-BE49-F238E27FC236}">
                <a16:creationId xmlns:a16="http://schemas.microsoft.com/office/drawing/2014/main" id="{8A5633F4-34DF-4F89-8B64-06CF5CC56BF6}"/>
              </a:ext>
            </a:extLst>
          </p:cNvPr>
          <p:cNvSpPr txBox="1"/>
          <p:nvPr/>
        </p:nvSpPr>
        <p:spPr>
          <a:xfrm>
            <a:off x="3938489" y="2343827"/>
            <a:ext cx="574728"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63" name="TextBox 62">
            <a:extLst>
              <a:ext uri="{FF2B5EF4-FFF2-40B4-BE49-F238E27FC236}">
                <a16:creationId xmlns:a16="http://schemas.microsoft.com/office/drawing/2014/main" id="{DF727D1E-28B3-4AFD-B788-E4E101CF04F3}"/>
              </a:ext>
            </a:extLst>
          </p:cNvPr>
          <p:cNvSpPr txBox="1"/>
          <p:nvPr/>
        </p:nvSpPr>
        <p:spPr>
          <a:xfrm>
            <a:off x="4131637" y="2892259"/>
            <a:ext cx="574728"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64" name="TextBox 63">
            <a:extLst>
              <a:ext uri="{FF2B5EF4-FFF2-40B4-BE49-F238E27FC236}">
                <a16:creationId xmlns:a16="http://schemas.microsoft.com/office/drawing/2014/main" id="{99ABF1D4-F3CD-48CD-914F-EC26C25A6501}"/>
              </a:ext>
            </a:extLst>
          </p:cNvPr>
          <p:cNvSpPr txBox="1"/>
          <p:nvPr/>
        </p:nvSpPr>
        <p:spPr>
          <a:xfrm>
            <a:off x="3502895" y="1982815"/>
            <a:ext cx="897331"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65" name="TextBox 64">
            <a:extLst>
              <a:ext uri="{FF2B5EF4-FFF2-40B4-BE49-F238E27FC236}">
                <a16:creationId xmlns:a16="http://schemas.microsoft.com/office/drawing/2014/main" id="{0206707A-8905-4680-9B8A-2D4FC677D50C}"/>
              </a:ext>
            </a:extLst>
          </p:cNvPr>
          <p:cNvSpPr txBox="1"/>
          <p:nvPr/>
        </p:nvSpPr>
        <p:spPr>
          <a:xfrm>
            <a:off x="4901648" y="1938184"/>
            <a:ext cx="425976" cy="276999"/>
          </a:xfrm>
          <a:prstGeom prst="rect">
            <a:avLst/>
          </a:prstGeom>
          <a:noFill/>
        </p:spPr>
        <p:txBody>
          <a:bodyPr wrap="square" rtlCol="0">
            <a:spAutoFit/>
          </a:bodyPr>
          <a:lstStyle/>
          <a:p>
            <a:r>
              <a:rPr lang="en-US" sz="1200">
                <a:solidFill>
                  <a:prstClr val="black"/>
                </a:solidFill>
              </a:rPr>
              <a:t>K</a:t>
            </a:r>
            <a:r>
              <a:rPr lang="en-US" sz="1200" baseline="30000">
                <a:solidFill>
                  <a:prstClr val="black"/>
                </a:solidFill>
              </a:rPr>
              <a:t>+</a:t>
            </a:r>
          </a:p>
        </p:txBody>
      </p:sp>
      <p:sp>
        <p:nvSpPr>
          <p:cNvPr id="66" name="TextBox 65">
            <a:extLst>
              <a:ext uri="{FF2B5EF4-FFF2-40B4-BE49-F238E27FC236}">
                <a16:creationId xmlns:a16="http://schemas.microsoft.com/office/drawing/2014/main" id="{8F9DB3E8-8F6E-45BA-BE90-55231BAEE47E}"/>
              </a:ext>
            </a:extLst>
          </p:cNvPr>
          <p:cNvSpPr txBox="1"/>
          <p:nvPr/>
        </p:nvSpPr>
        <p:spPr>
          <a:xfrm>
            <a:off x="5487653" y="1954251"/>
            <a:ext cx="897331"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sp>
        <p:nvSpPr>
          <p:cNvPr id="67" name="TextBox 66">
            <a:extLst>
              <a:ext uri="{FF2B5EF4-FFF2-40B4-BE49-F238E27FC236}">
                <a16:creationId xmlns:a16="http://schemas.microsoft.com/office/drawing/2014/main" id="{C5EBB06F-5BFE-4C7C-BFAE-CF0F5A987832}"/>
              </a:ext>
            </a:extLst>
          </p:cNvPr>
          <p:cNvSpPr txBox="1"/>
          <p:nvPr/>
        </p:nvSpPr>
        <p:spPr>
          <a:xfrm>
            <a:off x="4230975" y="1904377"/>
            <a:ext cx="567359" cy="276999"/>
          </a:xfrm>
          <a:prstGeom prst="rect">
            <a:avLst/>
          </a:prstGeom>
          <a:noFill/>
        </p:spPr>
        <p:txBody>
          <a:bodyPr wrap="square" rtlCol="0">
            <a:spAutoFit/>
          </a:bodyPr>
          <a:lstStyle/>
          <a:p>
            <a:r>
              <a:rPr lang="en-US" sz="1200">
                <a:solidFill>
                  <a:prstClr val="black"/>
                </a:solidFill>
              </a:rPr>
              <a:t>Na</a:t>
            </a:r>
            <a:r>
              <a:rPr lang="en-US" sz="1200" baseline="30000">
                <a:solidFill>
                  <a:prstClr val="black"/>
                </a:solidFill>
              </a:rPr>
              <a:t>+</a:t>
            </a:r>
          </a:p>
        </p:txBody>
      </p:sp>
      <p:cxnSp>
        <p:nvCxnSpPr>
          <p:cNvPr id="68" name="Straight Connector 67">
            <a:extLst>
              <a:ext uri="{FF2B5EF4-FFF2-40B4-BE49-F238E27FC236}">
                <a16:creationId xmlns:a16="http://schemas.microsoft.com/office/drawing/2014/main" id="{4BCCA0BF-4F56-3742-B6B3-F29C682D8E59}"/>
              </a:ext>
            </a:extLst>
          </p:cNvPr>
          <p:cNvCxnSpPr>
            <a:cxnSpLocks/>
          </p:cNvCxnSpPr>
          <p:nvPr/>
        </p:nvCxnSpPr>
        <p:spPr>
          <a:xfrm>
            <a:off x="695447" y="851096"/>
            <a:ext cx="6855014"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130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a:xfrm>
            <a:off x="850024" y="482710"/>
            <a:ext cx="10491952" cy="849858"/>
          </a:xfrm>
        </p:spPr>
        <p:txBody>
          <a:bodyPr/>
          <a:lstStyle/>
          <a:p>
            <a:r>
              <a:rPr lang="en-US"/>
              <a:t>Role of Sodium in Fluid Balance</a:t>
            </a:r>
          </a:p>
        </p:txBody>
      </p:sp>
      <p:sp>
        <p:nvSpPr>
          <p:cNvPr id="13" name="TextBox 12">
            <a:extLst>
              <a:ext uri="{FF2B5EF4-FFF2-40B4-BE49-F238E27FC236}">
                <a16:creationId xmlns:a16="http://schemas.microsoft.com/office/drawing/2014/main" id="{F7E0185B-E43C-4194-A1EE-A4E34ACACA8D}"/>
              </a:ext>
            </a:extLst>
          </p:cNvPr>
          <p:cNvSpPr txBox="1"/>
          <p:nvPr/>
        </p:nvSpPr>
        <p:spPr>
          <a:xfrm>
            <a:off x="2106378" y="1657038"/>
            <a:ext cx="8261511" cy="830997"/>
          </a:xfrm>
          <a:prstGeom prst="rect">
            <a:avLst/>
          </a:prstGeom>
          <a:noFill/>
        </p:spPr>
        <p:txBody>
          <a:bodyPr wrap="square" rtlCol="0">
            <a:spAutoFit/>
          </a:bodyPr>
          <a:lstStyle/>
          <a:p>
            <a:r>
              <a:rPr lang="en-US" sz="2400"/>
              <a:t>Stimulates thirst – leading to increased fluid intake and better maintenance or restoration of </a:t>
            </a:r>
            <a:r>
              <a:rPr lang="en-US" sz="2400" err="1"/>
              <a:t>euhydration</a:t>
            </a:r>
            <a:r>
              <a:rPr lang="en-US" sz="2400"/>
              <a:t>  </a:t>
            </a:r>
          </a:p>
        </p:txBody>
      </p:sp>
      <p:sp>
        <p:nvSpPr>
          <p:cNvPr id="14" name="TextBox 13">
            <a:extLst>
              <a:ext uri="{FF2B5EF4-FFF2-40B4-BE49-F238E27FC236}">
                <a16:creationId xmlns:a16="http://schemas.microsoft.com/office/drawing/2014/main" id="{DC7D51C7-3705-46CC-96BE-23C0B0454CF4}"/>
              </a:ext>
            </a:extLst>
          </p:cNvPr>
          <p:cNvSpPr txBox="1"/>
          <p:nvPr/>
        </p:nvSpPr>
        <p:spPr>
          <a:xfrm>
            <a:off x="2094701" y="2876052"/>
            <a:ext cx="9454876" cy="830997"/>
          </a:xfrm>
          <a:prstGeom prst="rect">
            <a:avLst/>
          </a:prstGeom>
          <a:noFill/>
        </p:spPr>
        <p:txBody>
          <a:bodyPr wrap="square" rtlCol="0">
            <a:spAutoFit/>
          </a:bodyPr>
          <a:lstStyle/>
          <a:p>
            <a:r>
              <a:rPr lang="en-US" sz="2400"/>
              <a:t>Helps maintain proper fluid and electrolyte balance among fluid compartments</a:t>
            </a:r>
          </a:p>
        </p:txBody>
      </p:sp>
      <p:sp>
        <p:nvSpPr>
          <p:cNvPr id="15" name="TextBox 14">
            <a:extLst>
              <a:ext uri="{FF2B5EF4-FFF2-40B4-BE49-F238E27FC236}">
                <a16:creationId xmlns:a16="http://schemas.microsoft.com/office/drawing/2014/main" id="{5FEA1C8A-CDE4-4C04-9C2B-E733E4C7271A}"/>
              </a:ext>
            </a:extLst>
          </p:cNvPr>
          <p:cNvSpPr txBox="1"/>
          <p:nvPr/>
        </p:nvSpPr>
        <p:spPr>
          <a:xfrm>
            <a:off x="2148358" y="5373073"/>
            <a:ext cx="7544282" cy="830997"/>
          </a:xfrm>
          <a:prstGeom prst="rect">
            <a:avLst/>
          </a:prstGeom>
          <a:noFill/>
        </p:spPr>
        <p:txBody>
          <a:bodyPr wrap="square" rtlCol="0">
            <a:spAutoFit/>
          </a:bodyPr>
          <a:lstStyle/>
          <a:p>
            <a:r>
              <a:rPr lang="en-US" sz="2400"/>
              <a:t>Promotes whole body rehydration by stimulating renal fluid retention (decreased urine loss)</a:t>
            </a:r>
          </a:p>
        </p:txBody>
      </p:sp>
      <p:pic>
        <p:nvPicPr>
          <p:cNvPr id="16" name="Picture 15">
            <a:extLst>
              <a:ext uri="{FF2B5EF4-FFF2-40B4-BE49-F238E27FC236}">
                <a16:creationId xmlns:a16="http://schemas.microsoft.com/office/drawing/2014/main" id="{93C64465-B1C9-451D-906F-4DA4C55630CB}"/>
              </a:ext>
            </a:extLst>
          </p:cNvPr>
          <p:cNvPicPr>
            <a:picLocks noChangeAspect="1"/>
          </p:cNvPicPr>
          <p:nvPr/>
        </p:nvPicPr>
        <p:blipFill rotWithShape="1">
          <a:blip r:embed="rId2" cstate="email">
            <a:duotone>
              <a:prstClr val="black"/>
              <a:schemeClr val="accent5">
                <a:tint val="45000"/>
                <a:satMod val="400000"/>
              </a:schemeClr>
            </a:duotone>
            <a:extLst>
              <a:ext uri="{BEBA8EAE-BF5A-486C-A8C5-ECC9F3942E4B}">
                <a14:imgProps xmlns:a14="http://schemas.microsoft.com/office/drawing/2010/main">
                  <a14:imgLayer r:embed="rId3">
                    <a14:imgEffect>
                      <a14:artisticGlowEdges/>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a:ext>
            </a:extLst>
          </a:blip>
          <a:srcRect/>
          <a:stretch/>
        </p:blipFill>
        <p:spPr>
          <a:xfrm>
            <a:off x="1053995" y="1751871"/>
            <a:ext cx="689116" cy="621226"/>
          </a:xfrm>
          <a:prstGeom prst="rect">
            <a:avLst/>
          </a:prstGeom>
        </p:spPr>
      </p:pic>
      <p:sp>
        <p:nvSpPr>
          <p:cNvPr id="18" name="TextBox 17">
            <a:extLst>
              <a:ext uri="{FF2B5EF4-FFF2-40B4-BE49-F238E27FC236}">
                <a16:creationId xmlns:a16="http://schemas.microsoft.com/office/drawing/2014/main" id="{F1993F02-E32A-41AB-A6F7-3CCE536839E0}"/>
              </a:ext>
            </a:extLst>
          </p:cNvPr>
          <p:cNvSpPr txBox="1"/>
          <p:nvPr/>
        </p:nvSpPr>
        <p:spPr>
          <a:xfrm>
            <a:off x="2134289" y="4134503"/>
            <a:ext cx="8796307" cy="830997"/>
          </a:xfrm>
          <a:prstGeom prst="rect">
            <a:avLst/>
          </a:prstGeom>
          <a:noFill/>
        </p:spPr>
        <p:txBody>
          <a:bodyPr wrap="square" rtlCol="0">
            <a:spAutoFit/>
          </a:bodyPr>
          <a:lstStyle/>
          <a:p>
            <a:r>
              <a:rPr lang="en-US" sz="2400"/>
              <a:t>Supports cardiovascular function during exercise via better maintenance of plasma volume</a:t>
            </a:r>
          </a:p>
        </p:txBody>
      </p:sp>
      <p:pic>
        <p:nvPicPr>
          <p:cNvPr id="19" name="Picture 18">
            <a:extLst>
              <a:ext uri="{FF2B5EF4-FFF2-40B4-BE49-F238E27FC236}">
                <a16:creationId xmlns:a16="http://schemas.microsoft.com/office/drawing/2014/main" id="{398BBD80-D60A-4086-AFAF-CA9177855E6F}"/>
              </a:ext>
            </a:extLst>
          </p:cNvPr>
          <p:cNvPicPr>
            <a:picLocks noChangeAspect="1"/>
          </p:cNvPicPr>
          <p:nvPr/>
        </p:nvPicPr>
        <p:blipFill rotWithShape="1">
          <a:blip r:embed="rId4" cstate="email">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a:ext>
            </a:extLst>
          </a:blip>
          <a:srcRect/>
          <a:stretch/>
        </p:blipFill>
        <p:spPr>
          <a:xfrm>
            <a:off x="984792" y="2644728"/>
            <a:ext cx="882209" cy="1031123"/>
          </a:xfrm>
          <a:prstGeom prst="rect">
            <a:avLst/>
          </a:prstGeom>
        </p:spPr>
      </p:pic>
      <p:pic>
        <p:nvPicPr>
          <p:cNvPr id="20" name="Picture 2">
            <a:extLst>
              <a:ext uri="{FF2B5EF4-FFF2-40B4-BE49-F238E27FC236}">
                <a16:creationId xmlns:a16="http://schemas.microsoft.com/office/drawing/2014/main" id="{FE9C540C-E27A-44D1-9482-76D06058BE17}"/>
              </a:ext>
            </a:extLst>
          </p:cNvPr>
          <p:cNvPicPr>
            <a:picLocks noChangeAspect="1" noChangeArrowheads="1"/>
          </p:cNvPicPr>
          <p:nvPr/>
        </p:nvPicPr>
        <p:blipFill>
          <a:blip r:embed="rId6" cstate="email">
            <a:extLst>
              <a:ext uri="{BEBA8EAE-BF5A-486C-A8C5-ECC9F3942E4B}">
                <a14:imgProps xmlns:a14="http://schemas.microsoft.com/office/drawing/2010/main">
                  <a14:imgLayer r:embed="rId7">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1019393" y="4112448"/>
            <a:ext cx="796325" cy="830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a:extLst>
              <a:ext uri="{FF2B5EF4-FFF2-40B4-BE49-F238E27FC236}">
                <a16:creationId xmlns:a16="http://schemas.microsoft.com/office/drawing/2014/main" id="{AEE227D2-4AE8-4BD2-8EAC-252B77986A7A}"/>
              </a:ext>
            </a:extLst>
          </p:cNvPr>
          <p:cNvPicPr>
            <a:picLocks noChangeAspect="1" noChangeArrowheads="1"/>
          </p:cNvPicPr>
          <p:nvPr/>
        </p:nvPicPr>
        <p:blipFill>
          <a:blip r:embed="rId8" cstate="email">
            <a:extLst>
              <a:ext uri="{BEBA8EAE-BF5A-486C-A8C5-ECC9F3942E4B}">
                <a14:imgProps xmlns:a14="http://schemas.microsoft.com/office/drawing/2010/main">
                  <a14:imgLayer r:embed="rId9">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flipH="1">
            <a:off x="944075" y="5394370"/>
            <a:ext cx="871643" cy="6987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3">
            <a:extLst>
              <a:ext uri="{FF2B5EF4-FFF2-40B4-BE49-F238E27FC236}">
                <a16:creationId xmlns:a16="http://schemas.microsoft.com/office/drawing/2014/main" id="{F53D13FA-3D59-4E4A-B913-5AB860B4920E}"/>
              </a:ext>
            </a:extLst>
          </p:cNvPr>
          <p:cNvPicPr>
            <a:picLocks noChangeAspect="1" noChangeArrowheads="1"/>
          </p:cNvPicPr>
          <p:nvPr/>
        </p:nvPicPr>
        <p:blipFill>
          <a:blip r:embed="rId10" cstate="email">
            <a:extLst>
              <a:ext uri="{BEBA8EAE-BF5A-486C-A8C5-ECC9F3942E4B}">
                <a14:imgProps xmlns:a14="http://schemas.microsoft.com/office/drawing/2010/main">
                  <a14:imgLayer r:embed="rId11">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984792" y="5364315"/>
            <a:ext cx="969229" cy="758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Group 11">
            <a:extLst>
              <a:ext uri="{FF2B5EF4-FFF2-40B4-BE49-F238E27FC236}">
                <a16:creationId xmlns:a16="http://schemas.microsoft.com/office/drawing/2014/main" id="{38FFAEFF-A285-49EF-ADEF-06145BAAAAA0}"/>
              </a:ext>
            </a:extLst>
          </p:cNvPr>
          <p:cNvGrpSpPr/>
          <p:nvPr/>
        </p:nvGrpSpPr>
        <p:grpSpPr>
          <a:xfrm>
            <a:off x="8246698" y="169580"/>
            <a:ext cx="3523596" cy="1098311"/>
            <a:chOff x="7864175" y="1233079"/>
            <a:chExt cx="3523596" cy="1098311"/>
          </a:xfrm>
        </p:grpSpPr>
        <p:grpSp>
          <p:nvGrpSpPr>
            <p:cNvPr id="17" name="Group 16">
              <a:extLst>
                <a:ext uri="{FF2B5EF4-FFF2-40B4-BE49-F238E27FC236}">
                  <a16:creationId xmlns:a16="http://schemas.microsoft.com/office/drawing/2014/main" id="{1CA70C5F-9C86-4CA3-8EFC-1E2200071E2F}"/>
                </a:ext>
              </a:extLst>
            </p:cNvPr>
            <p:cNvGrpSpPr/>
            <p:nvPr/>
          </p:nvGrpSpPr>
          <p:grpSpPr>
            <a:xfrm>
              <a:off x="8077320" y="1233079"/>
              <a:ext cx="3310451" cy="1098311"/>
              <a:chOff x="1431695" y="5268090"/>
              <a:chExt cx="3310451" cy="1098311"/>
            </a:xfrm>
          </p:grpSpPr>
          <p:sp>
            <p:nvSpPr>
              <p:cNvPr id="24" name="Rectangle 23">
                <a:extLst>
                  <a:ext uri="{FF2B5EF4-FFF2-40B4-BE49-F238E27FC236}">
                    <a16:creationId xmlns:a16="http://schemas.microsoft.com/office/drawing/2014/main" id="{10CC7C1E-6FB1-4BBB-95BA-70516951B9CB}"/>
                  </a:ext>
                </a:extLst>
              </p:cNvPr>
              <p:cNvSpPr/>
              <p:nvPr/>
            </p:nvSpPr>
            <p:spPr>
              <a:xfrm>
                <a:off x="1431695" y="547368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7E9DF19-D8B4-4B2D-A735-B58645E6FC58}"/>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sp>
          <p:nvSpPr>
            <p:cNvPr id="23" name="TextBox 22">
              <a:extLst>
                <a:ext uri="{FF2B5EF4-FFF2-40B4-BE49-F238E27FC236}">
                  <a16:creationId xmlns:a16="http://schemas.microsoft.com/office/drawing/2014/main" id="{047F071A-0CA6-4F16-A41E-75258CEA9949}"/>
                </a:ext>
              </a:extLst>
            </p:cNvPr>
            <p:cNvSpPr txBox="1"/>
            <p:nvPr/>
          </p:nvSpPr>
          <p:spPr>
            <a:xfrm>
              <a:off x="7864175" y="1552770"/>
              <a:ext cx="1861924" cy="461665"/>
            </a:xfrm>
            <a:prstGeom prst="rect">
              <a:avLst/>
            </a:prstGeom>
            <a:noFill/>
            <a:ln>
              <a:noFill/>
            </a:ln>
          </p:spPr>
          <p:txBody>
            <a:bodyPr wrap="square" rtlCol="0">
              <a:spAutoFit/>
            </a:bodyPr>
            <a:lstStyle/>
            <a:p>
              <a:pPr algn="ctr"/>
              <a:r>
                <a:rPr lang="en-US" sz="2400" b="1"/>
                <a:t>SSE #111</a:t>
              </a:r>
            </a:p>
          </p:txBody>
        </p:sp>
      </p:grpSp>
      <p:sp>
        <p:nvSpPr>
          <p:cNvPr id="26" name="Rectangle 25">
            <a:extLst>
              <a:ext uri="{FF2B5EF4-FFF2-40B4-BE49-F238E27FC236}">
                <a16:creationId xmlns:a16="http://schemas.microsoft.com/office/drawing/2014/main" id="{70C7023E-DF25-45CD-8866-6A2BB755973B}"/>
              </a:ext>
            </a:extLst>
          </p:cNvPr>
          <p:cNvSpPr/>
          <p:nvPr/>
        </p:nvSpPr>
        <p:spPr>
          <a:xfrm>
            <a:off x="6548531" y="6593217"/>
            <a:ext cx="5643469" cy="253916"/>
          </a:xfrm>
          <a:prstGeom prst="rect">
            <a:avLst/>
          </a:prstGeom>
        </p:spPr>
        <p:txBody>
          <a:bodyPr wrap="square">
            <a:spAutoFit/>
          </a:bodyPr>
          <a:lstStyle/>
          <a:p>
            <a:pPr algn="r"/>
            <a:r>
              <a:rPr lang="en-US" sz="1050" dirty="0" err="1">
                <a:solidFill>
                  <a:schemeClr val="bg1"/>
                </a:solidFill>
              </a:rPr>
              <a:t>Stachenfeld</a:t>
            </a:r>
            <a:r>
              <a:rPr lang="en-US" sz="1050" dirty="0">
                <a:solidFill>
                  <a:schemeClr val="bg1"/>
                </a:solidFill>
              </a:rPr>
              <a:t> NS. </a:t>
            </a:r>
            <a:r>
              <a:rPr lang="en-US" sz="1050" i="1" dirty="0">
                <a:solidFill>
                  <a:schemeClr val="bg1"/>
                </a:solidFill>
              </a:rPr>
              <a:t>Sports Science Exchange. </a:t>
            </a:r>
            <a:r>
              <a:rPr lang="en-US" sz="1050" dirty="0">
                <a:solidFill>
                  <a:schemeClr val="bg1"/>
                </a:solidFill>
              </a:rPr>
              <a:t>2013;26(111)</a:t>
            </a:r>
          </a:p>
        </p:txBody>
      </p:sp>
      <p:cxnSp>
        <p:nvCxnSpPr>
          <p:cNvPr id="27" name="Straight Connector 26">
            <a:extLst>
              <a:ext uri="{FF2B5EF4-FFF2-40B4-BE49-F238E27FC236}">
                <a16:creationId xmlns:a16="http://schemas.microsoft.com/office/drawing/2014/main" id="{7B5DCB03-7F8E-1F4C-B136-844CE011871F}"/>
              </a:ext>
            </a:extLst>
          </p:cNvPr>
          <p:cNvCxnSpPr>
            <a:cxnSpLocks/>
          </p:cNvCxnSpPr>
          <p:nvPr/>
        </p:nvCxnSpPr>
        <p:spPr>
          <a:xfrm>
            <a:off x="850024" y="1022046"/>
            <a:ext cx="6968359"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093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Physiology - Hypohydration</a:t>
            </a:r>
          </a:p>
        </p:txBody>
      </p:sp>
      <p:sp>
        <p:nvSpPr>
          <p:cNvPr id="4" name="TextBox 3">
            <a:extLst>
              <a:ext uri="{FF2B5EF4-FFF2-40B4-BE49-F238E27FC236}">
                <a16:creationId xmlns:a16="http://schemas.microsoft.com/office/drawing/2014/main" id="{C3245FBD-ED7F-4A9D-97A0-7120AD1FA9FB}"/>
              </a:ext>
            </a:extLst>
          </p:cNvPr>
          <p:cNvSpPr txBox="1"/>
          <p:nvPr/>
        </p:nvSpPr>
        <p:spPr>
          <a:xfrm>
            <a:off x="892126" y="1442242"/>
            <a:ext cx="10924736" cy="3108543"/>
          </a:xfrm>
          <a:prstGeom prst="rect">
            <a:avLst/>
          </a:prstGeom>
          <a:noFill/>
        </p:spPr>
        <p:txBody>
          <a:bodyPr wrap="square" rtlCol="0">
            <a:spAutoFit/>
          </a:bodyPr>
          <a:lstStyle/>
          <a:p>
            <a:r>
              <a:rPr lang="en-US" sz="2400" b="1">
                <a:solidFill>
                  <a:prstClr val="black"/>
                </a:solidFill>
              </a:rPr>
              <a:t>Hypohydration </a:t>
            </a:r>
            <a:r>
              <a:rPr lang="en-US" sz="2400">
                <a:solidFill>
                  <a:prstClr val="black"/>
                </a:solidFill>
              </a:rPr>
              <a:t>– body water deficit </a:t>
            </a:r>
          </a:p>
          <a:p>
            <a:endParaRPr lang="en-US" sz="2400" b="1">
              <a:solidFill>
                <a:prstClr val="black"/>
              </a:solidFill>
            </a:endParaRPr>
          </a:p>
          <a:p>
            <a:endParaRPr lang="en-US" sz="2400" b="1">
              <a:solidFill>
                <a:prstClr val="black"/>
              </a:solidFill>
            </a:endParaRPr>
          </a:p>
          <a:p>
            <a:endParaRPr lang="en-US" sz="800" b="1">
              <a:solidFill>
                <a:prstClr val="black"/>
              </a:solidFill>
            </a:endParaRPr>
          </a:p>
          <a:p>
            <a:r>
              <a:rPr lang="en-US" sz="2400" b="1">
                <a:solidFill>
                  <a:prstClr val="black"/>
                </a:solidFill>
              </a:rPr>
              <a:t>Hypovolemia </a:t>
            </a:r>
            <a:r>
              <a:rPr lang="en-US" sz="2400">
                <a:solidFill>
                  <a:prstClr val="black"/>
                </a:solidFill>
              </a:rPr>
              <a:t>– decreased plasma volume</a:t>
            </a:r>
          </a:p>
          <a:p>
            <a:r>
              <a:rPr lang="en-US" sz="2400" b="1">
                <a:solidFill>
                  <a:prstClr val="black"/>
                </a:solidFill>
              </a:rPr>
              <a:t>Hyperosmolality </a:t>
            </a:r>
            <a:r>
              <a:rPr lang="en-US" sz="2400">
                <a:solidFill>
                  <a:prstClr val="black"/>
                </a:solidFill>
              </a:rPr>
              <a:t>– increased plasma osmolality (concentration of dissolved solutes, mostly sodium, in the blood)</a:t>
            </a:r>
          </a:p>
          <a:p>
            <a:endParaRPr lang="en-US">
              <a:solidFill>
                <a:prstClr val="black"/>
              </a:solidFill>
            </a:endParaRPr>
          </a:p>
          <a:p>
            <a:endParaRPr lang="en-US">
              <a:solidFill>
                <a:prstClr val="black"/>
              </a:solidFill>
            </a:endParaRPr>
          </a:p>
          <a:p>
            <a:pPr algn="ctr"/>
            <a:endParaRPr lang="en-US" sz="800">
              <a:solidFill>
                <a:prstClr val="black"/>
              </a:solidFill>
            </a:endParaRPr>
          </a:p>
        </p:txBody>
      </p:sp>
      <p:sp>
        <p:nvSpPr>
          <p:cNvPr id="5" name="TextBox 4">
            <a:extLst>
              <a:ext uri="{FF2B5EF4-FFF2-40B4-BE49-F238E27FC236}">
                <a16:creationId xmlns:a16="http://schemas.microsoft.com/office/drawing/2014/main" id="{74FAE087-08BF-4E0E-BB93-164474E3022B}"/>
              </a:ext>
            </a:extLst>
          </p:cNvPr>
          <p:cNvSpPr txBox="1"/>
          <p:nvPr/>
        </p:nvSpPr>
        <p:spPr>
          <a:xfrm>
            <a:off x="892126" y="4469043"/>
            <a:ext cx="10177975" cy="1822358"/>
          </a:xfrm>
          <a:prstGeom prst="rect">
            <a:avLst/>
          </a:prstGeom>
          <a:noFill/>
        </p:spPr>
        <p:txBody>
          <a:bodyPr wrap="square" rtlCol="0">
            <a:spAutoFit/>
          </a:bodyPr>
          <a:lstStyle/>
          <a:p>
            <a:pPr>
              <a:lnSpc>
                <a:spcPct val="120000"/>
              </a:lnSpc>
            </a:pPr>
            <a:r>
              <a:rPr lang="en-US" sz="2400" b="1">
                <a:solidFill>
                  <a:prstClr val="black"/>
                </a:solidFill>
              </a:rPr>
              <a:t>↑ Cardiovascular strain </a:t>
            </a:r>
            <a:r>
              <a:rPr lang="en-US" sz="2400">
                <a:solidFill>
                  <a:prstClr val="black"/>
                </a:solidFill>
              </a:rPr>
              <a:t>–</a:t>
            </a:r>
            <a:r>
              <a:rPr lang="en-US" sz="2400" b="1">
                <a:solidFill>
                  <a:prstClr val="black"/>
                </a:solidFill>
              </a:rPr>
              <a:t> </a:t>
            </a:r>
            <a:r>
              <a:rPr lang="en-US" sz="2400">
                <a:solidFill>
                  <a:prstClr val="black"/>
                </a:solidFill>
              </a:rPr>
              <a:t>lower stroke volume and higher heart rate</a:t>
            </a:r>
          </a:p>
          <a:p>
            <a:pPr>
              <a:lnSpc>
                <a:spcPct val="120000"/>
              </a:lnSpc>
            </a:pPr>
            <a:r>
              <a:rPr lang="en-US" sz="2400" b="1">
                <a:solidFill>
                  <a:prstClr val="black"/>
                </a:solidFill>
              </a:rPr>
              <a:t>↑ Body core temperature </a:t>
            </a:r>
            <a:r>
              <a:rPr lang="en-US" sz="2400">
                <a:solidFill>
                  <a:prstClr val="black"/>
                </a:solidFill>
              </a:rPr>
              <a:t>– decreased ability to dissipate body heat through sweating and skin blood flow</a:t>
            </a:r>
          </a:p>
          <a:p>
            <a:pPr>
              <a:lnSpc>
                <a:spcPct val="120000"/>
              </a:lnSpc>
            </a:pPr>
            <a:r>
              <a:rPr lang="en-US" sz="2400" b="1">
                <a:solidFill>
                  <a:prstClr val="black"/>
                </a:solidFill>
              </a:rPr>
              <a:t>↑ Fatigue</a:t>
            </a:r>
            <a:r>
              <a:rPr lang="en-US" sz="2400">
                <a:solidFill>
                  <a:prstClr val="black"/>
                </a:solidFill>
              </a:rPr>
              <a:t> - early onset of fatigue leading to reduced performance</a:t>
            </a:r>
          </a:p>
        </p:txBody>
      </p:sp>
      <p:sp>
        <p:nvSpPr>
          <p:cNvPr id="3" name="Arrow: Down 2">
            <a:extLst>
              <a:ext uri="{FF2B5EF4-FFF2-40B4-BE49-F238E27FC236}">
                <a16:creationId xmlns:a16="http://schemas.microsoft.com/office/drawing/2014/main" id="{7756E648-A609-4F48-B5D5-120EB05470A5}"/>
              </a:ext>
            </a:extLst>
          </p:cNvPr>
          <p:cNvSpPr/>
          <p:nvPr/>
        </p:nvSpPr>
        <p:spPr>
          <a:xfrm>
            <a:off x="1698672" y="2016368"/>
            <a:ext cx="534574" cy="646919"/>
          </a:xfrm>
          <a:prstGeom prst="downArrow">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A590F8F7-FAFA-4EEE-A157-035222F8DB86}"/>
              </a:ext>
            </a:extLst>
          </p:cNvPr>
          <p:cNvSpPr/>
          <p:nvPr/>
        </p:nvSpPr>
        <p:spPr>
          <a:xfrm>
            <a:off x="1698672" y="3871258"/>
            <a:ext cx="534574" cy="646919"/>
          </a:xfrm>
          <a:prstGeom prst="downArrow">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63F5EFF-F2F3-3D4B-9DC0-6E179462C2B9}"/>
              </a:ext>
            </a:extLst>
          </p:cNvPr>
          <p:cNvCxnSpPr>
            <a:cxnSpLocks/>
          </p:cNvCxnSpPr>
          <p:nvPr/>
        </p:nvCxnSpPr>
        <p:spPr>
          <a:xfrm>
            <a:off x="892126" y="1135118"/>
            <a:ext cx="8451571"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22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Physiology - Overhydration</a:t>
            </a:r>
          </a:p>
        </p:txBody>
      </p:sp>
      <p:sp>
        <p:nvSpPr>
          <p:cNvPr id="4" name="TextBox 3">
            <a:extLst>
              <a:ext uri="{FF2B5EF4-FFF2-40B4-BE49-F238E27FC236}">
                <a16:creationId xmlns:a16="http://schemas.microsoft.com/office/drawing/2014/main" id="{C3245FBD-ED7F-4A9D-97A0-7120AD1FA9FB}"/>
              </a:ext>
            </a:extLst>
          </p:cNvPr>
          <p:cNvSpPr txBox="1"/>
          <p:nvPr/>
        </p:nvSpPr>
        <p:spPr>
          <a:xfrm>
            <a:off x="892125" y="1427245"/>
            <a:ext cx="10924737" cy="4770537"/>
          </a:xfrm>
          <a:prstGeom prst="rect">
            <a:avLst/>
          </a:prstGeom>
          <a:noFill/>
        </p:spPr>
        <p:txBody>
          <a:bodyPr wrap="square" rtlCol="0">
            <a:spAutoFit/>
          </a:bodyPr>
          <a:lstStyle/>
          <a:p>
            <a:r>
              <a:rPr lang="en-US" sz="2400" b="1">
                <a:solidFill>
                  <a:prstClr val="black"/>
                </a:solidFill>
              </a:rPr>
              <a:t>Overdrinking low or no sodium fluids </a:t>
            </a:r>
            <a:endParaRPr lang="en-US" sz="2400">
              <a:solidFill>
                <a:prstClr val="black"/>
              </a:solidFill>
            </a:endParaRPr>
          </a:p>
          <a:p>
            <a:endParaRPr lang="en-US" sz="2400" b="1">
              <a:solidFill>
                <a:prstClr val="black"/>
              </a:solidFill>
            </a:endParaRPr>
          </a:p>
          <a:p>
            <a:endParaRPr lang="en-US" sz="2400" b="1">
              <a:solidFill>
                <a:prstClr val="black"/>
              </a:solidFill>
            </a:endParaRPr>
          </a:p>
          <a:p>
            <a:r>
              <a:rPr lang="en-US" sz="2400" b="1">
                <a:solidFill>
                  <a:prstClr val="black"/>
                </a:solidFill>
              </a:rPr>
              <a:t>Overhydration </a:t>
            </a:r>
            <a:r>
              <a:rPr lang="en-US" sz="2400">
                <a:solidFill>
                  <a:prstClr val="black"/>
                </a:solidFill>
              </a:rPr>
              <a:t>– body mass gain because of a fluid surplus</a:t>
            </a:r>
          </a:p>
          <a:p>
            <a:endParaRPr lang="en-US" sz="2400" b="1">
              <a:solidFill>
                <a:prstClr val="black"/>
              </a:solidFill>
            </a:endParaRPr>
          </a:p>
          <a:p>
            <a:endParaRPr lang="en-US" sz="2400" b="1">
              <a:solidFill>
                <a:prstClr val="black"/>
              </a:solidFill>
            </a:endParaRPr>
          </a:p>
          <a:p>
            <a:endParaRPr lang="en-US" sz="800" b="1">
              <a:solidFill>
                <a:prstClr val="black"/>
              </a:solidFill>
            </a:endParaRPr>
          </a:p>
          <a:p>
            <a:r>
              <a:rPr lang="en-US" sz="2400" b="1">
                <a:solidFill>
                  <a:prstClr val="black"/>
                </a:solidFill>
              </a:rPr>
              <a:t>Exercise Associated Hyponatremia </a:t>
            </a:r>
            <a:r>
              <a:rPr lang="en-US" sz="2400">
                <a:solidFill>
                  <a:prstClr val="black"/>
                </a:solidFill>
              </a:rPr>
              <a:t>– dilution of plasma sodium concentration to &lt; 135 mmol/L </a:t>
            </a:r>
          </a:p>
          <a:p>
            <a:endParaRPr lang="en-US" sz="2400">
              <a:solidFill>
                <a:prstClr val="black"/>
              </a:solidFill>
            </a:endParaRPr>
          </a:p>
          <a:p>
            <a:endParaRPr lang="en-US" sz="2400">
              <a:solidFill>
                <a:prstClr val="black"/>
              </a:solidFill>
            </a:endParaRPr>
          </a:p>
          <a:p>
            <a:r>
              <a:rPr lang="en-US" sz="2400" b="1">
                <a:solidFill>
                  <a:prstClr val="black"/>
                </a:solidFill>
              </a:rPr>
              <a:t>Water flux into the ICF </a:t>
            </a:r>
            <a:r>
              <a:rPr lang="en-US" sz="2400">
                <a:solidFill>
                  <a:prstClr val="black"/>
                </a:solidFill>
              </a:rPr>
              <a:t>–severity of symptoms related to cell swelling depends on how much and how fast plasma sodium [Na</a:t>
            </a:r>
            <a:r>
              <a:rPr lang="en-US" sz="2400" baseline="30000">
                <a:solidFill>
                  <a:prstClr val="black"/>
                </a:solidFill>
              </a:rPr>
              <a:t>+</a:t>
            </a:r>
            <a:r>
              <a:rPr lang="en-US" sz="2400">
                <a:solidFill>
                  <a:prstClr val="black"/>
                </a:solidFill>
              </a:rPr>
              <a:t>] decreases</a:t>
            </a:r>
          </a:p>
          <a:p>
            <a:pPr algn="ctr"/>
            <a:endParaRPr lang="en-US" sz="800">
              <a:solidFill>
                <a:prstClr val="black"/>
              </a:solidFill>
            </a:endParaRPr>
          </a:p>
        </p:txBody>
      </p:sp>
      <p:sp>
        <p:nvSpPr>
          <p:cNvPr id="3" name="Arrow: Down 2">
            <a:extLst>
              <a:ext uri="{FF2B5EF4-FFF2-40B4-BE49-F238E27FC236}">
                <a16:creationId xmlns:a16="http://schemas.microsoft.com/office/drawing/2014/main" id="{7756E648-A609-4F48-B5D5-120EB05470A5}"/>
              </a:ext>
            </a:extLst>
          </p:cNvPr>
          <p:cNvSpPr/>
          <p:nvPr/>
        </p:nvSpPr>
        <p:spPr>
          <a:xfrm>
            <a:off x="1670536" y="3123084"/>
            <a:ext cx="534574" cy="638608"/>
          </a:xfrm>
          <a:prstGeom prst="downArrow">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A590F8F7-FAFA-4EEE-A157-035222F8DB86}"/>
              </a:ext>
            </a:extLst>
          </p:cNvPr>
          <p:cNvSpPr/>
          <p:nvPr/>
        </p:nvSpPr>
        <p:spPr>
          <a:xfrm>
            <a:off x="1670536" y="1940616"/>
            <a:ext cx="534574" cy="658162"/>
          </a:xfrm>
          <a:prstGeom prst="downArrow">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4247CC4-2A85-4149-B7CB-A265226F63AD}"/>
              </a:ext>
            </a:extLst>
          </p:cNvPr>
          <p:cNvSpPr txBox="1"/>
          <p:nvPr/>
        </p:nvSpPr>
        <p:spPr>
          <a:xfrm>
            <a:off x="2429606" y="2918831"/>
            <a:ext cx="6264228" cy="923330"/>
          </a:xfrm>
          <a:prstGeom prst="rect">
            <a:avLst/>
          </a:prstGeom>
          <a:noFill/>
        </p:spPr>
        <p:txBody>
          <a:bodyPr wrap="square" rtlCol="0">
            <a:spAutoFit/>
          </a:bodyPr>
          <a:lstStyle/>
          <a:p>
            <a:r>
              <a:rPr lang="en-US"/>
              <a:t>+ prolonged exercise (&gt;4 hours)</a:t>
            </a:r>
          </a:p>
          <a:p>
            <a:r>
              <a:rPr lang="en-US"/>
              <a:t>+ smaller individual (low baseline total body water)</a:t>
            </a:r>
          </a:p>
          <a:p>
            <a:r>
              <a:rPr lang="en-US"/>
              <a:t>+ excessive sodium loss</a:t>
            </a:r>
          </a:p>
        </p:txBody>
      </p:sp>
      <p:sp>
        <p:nvSpPr>
          <p:cNvPr id="8" name="Rectangle 7">
            <a:extLst>
              <a:ext uri="{FF2B5EF4-FFF2-40B4-BE49-F238E27FC236}">
                <a16:creationId xmlns:a16="http://schemas.microsoft.com/office/drawing/2014/main" id="{8C065332-DDB6-48CE-8E3D-2610727AFD66}"/>
              </a:ext>
            </a:extLst>
          </p:cNvPr>
          <p:cNvSpPr/>
          <p:nvPr/>
        </p:nvSpPr>
        <p:spPr>
          <a:xfrm>
            <a:off x="4304713" y="6462342"/>
            <a:ext cx="7891976" cy="415498"/>
          </a:xfrm>
          <a:prstGeom prst="rect">
            <a:avLst/>
          </a:prstGeom>
        </p:spPr>
        <p:txBody>
          <a:bodyPr wrap="square" anchor="t">
            <a:spAutoFit/>
          </a:bodyPr>
          <a:lstStyle/>
          <a:p>
            <a:pPr algn="r"/>
            <a:r>
              <a:rPr lang="en-US" sz="1050" dirty="0">
                <a:solidFill>
                  <a:schemeClr val="bg1"/>
                </a:solidFill>
              </a:rPr>
              <a:t>Noakes TD, Goodwin N, Rayner BL, et. al. </a:t>
            </a:r>
            <a:r>
              <a:rPr lang="en-US" sz="1050" i="1" dirty="0">
                <a:solidFill>
                  <a:schemeClr val="bg1"/>
                </a:solidFill>
              </a:rPr>
              <a:t>Med Sci Sports </a:t>
            </a:r>
            <a:r>
              <a:rPr lang="en-US" sz="1050" i="1" dirty="0" err="1">
                <a:solidFill>
                  <a:schemeClr val="bg1"/>
                </a:solidFill>
              </a:rPr>
              <a:t>Exerc</a:t>
            </a:r>
            <a:r>
              <a:rPr lang="en-US" sz="1050" i="1" dirty="0">
                <a:solidFill>
                  <a:schemeClr val="bg1"/>
                </a:solidFill>
              </a:rPr>
              <a:t>. </a:t>
            </a:r>
            <a:r>
              <a:rPr lang="en-US" sz="1050" dirty="0">
                <a:solidFill>
                  <a:schemeClr val="bg1"/>
                </a:solidFill>
              </a:rPr>
              <a:t>1985;17(3):370-375</a:t>
            </a:r>
          </a:p>
          <a:p>
            <a:pPr algn="r"/>
            <a:r>
              <a:rPr lang="en-US" sz="1050" dirty="0">
                <a:solidFill>
                  <a:schemeClr val="bg1"/>
                </a:solidFill>
              </a:rPr>
              <a:t>Hew-Butler TD, Godek SF, Rosner M, et. al. </a:t>
            </a:r>
            <a:r>
              <a:rPr lang="en-US" sz="1050" i="1" dirty="0">
                <a:solidFill>
                  <a:schemeClr val="bg1"/>
                </a:solidFill>
              </a:rPr>
              <a:t>Br J Sports Med.</a:t>
            </a:r>
            <a:r>
              <a:rPr lang="en-US" sz="1050" dirty="0">
                <a:solidFill>
                  <a:schemeClr val="bg1"/>
                </a:solidFill>
              </a:rPr>
              <a:t> 2015;25:303-320</a:t>
            </a:r>
          </a:p>
        </p:txBody>
      </p:sp>
      <p:sp>
        <p:nvSpPr>
          <p:cNvPr id="10" name="Arrow: Down 9">
            <a:extLst>
              <a:ext uri="{FF2B5EF4-FFF2-40B4-BE49-F238E27FC236}">
                <a16:creationId xmlns:a16="http://schemas.microsoft.com/office/drawing/2014/main" id="{95F2A585-BCC6-46AB-B6C4-B996C248B488}"/>
              </a:ext>
            </a:extLst>
          </p:cNvPr>
          <p:cNvSpPr/>
          <p:nvPr/>
        </p:nvSpPr>
        <p:spPr>
          <a:xfrm>
            <a:off x="1670536" y="4609263"/>
            <a:ext cx="534574" cy="638608"/>
          </a:xfrm>
          <a:prstGeom prst="downArrow">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Brace 4">
            <a:extLst>
              <a:ext uri="{FF2B5EF4-FFF2-40B4-BE49-F238E27FC236}">
                <a16:creationId xmlns:a16="http://schemas.microsoft.com/office/drawing/2014/main" id="{4D9F7350-B9B3-482A-9E26-775C683F4074}"/>
              </a:ext>
            </a:extLst>
          </p:cNvPr>
          <p:cNvSpPr/>
          <p:nvPr/>
        </p:nvSpPr>
        <p:spPr>
          <a:xfrm>
            <a:off x="8201465" y="3077364"/>
            <a:ext cx="98473" cy="60411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C001792F-1E80-4940-AD1A-572621A4D05A}"/>
              </a:ext>
            </a:extLst>
          </p:cNvPr>
          <p:cNvSpPr txBox="1"/>
          <p:nvPr/>
        </p:nvSpPr>
        <p:spPr>
          <a:xfrm>
            <a:off x="8524434" y="3031644"/>
            <a:ext cx="1997030" cy="646331"/>
          </a:xfrm>
          <a:prstGeom prst="rect">
            <a:avLst/>
          </a:prstGeom>
          <a:noFill/>
        </p:spPr>
        <p:txBody>
          <a:bodyPr wrap="square" rtlCol="0">
            <a:spAutoFit/>
          </a:bodyPr>
          <a:lstStyle/>
          <a:p>
            <a:r>
              <a:rPr lang="en-US"/>
              <a:t>Additional risk factors</a:t>
            </a:r>
          </a:p>
        </p:txBody>
      </p:sp>
      <p:grpSp>
        <p:nvGrpSpPr>
          <p:cNvPr id="11" name="Group 10">
            <a:extLst>
              <a:ext uri="{FF2B5EF4-FFF2-40B4-BE49-F238E27FC236}">
                <a16:creationId xmlns:a16="http://schemas.microsoft.com/office/drawing/2014/main" id="{7F69D1AD-2EE0-41B1-B175-865328643D27}"/>
              </a:ext>
            </a:extLst>
          </p:cNvPr>
          <p:cNvGrpSpPr/>
          <p:nvPr/>
        </p:nvGrpSpPr>
        <p:grpSpPr>
          <a:xfrm>
            <a:off x="7830204" y="1192857"/>
            <a:ext cx="3523596" cy="1098311"/>
            <a:chOff x="7864175" y="1233079"/>
            <a:chExt cx="3523596" cy="1098311"/>
          </a:xfrm>
        </p:grpSpPr>
        <p:grpSp>
          <p:nvGrpSpPr>
            <p:cNvPr id="12" name="Group 11">
              <a:extLst>
                <a:ext uri="{FF2B5EF4-FFF2-40B4-BE49-F238E27FC236}">
                  <a16:creationId xmlns:a16="http://schemas.microsoft.com/office/drawing/2014/main" id="{86367239-4FBC-4762-8A1B-48867E8FA801}"/>
                </a:ext>
              </a:extLst>
            </p:cNvPr>
            <p:cNvGrpSpPr/>
            <p:nvPr/>
          </p:nvGrpSpPr>
          <p:grpSpPr>
            <a:xfrm>
              <a:off x="8077320" y="1233079"/>
              <a:ext cx="3310451" cy="1098311"/>
              <a:chOff x="1431695" y="5268090"/>
              <a:chExt cx="3310451" cy="1098311"/>
            </a:xfrm>
          </p:grpSpPr>
          <p:sp>
            <p:nvSpPr>
              <p:cNvPr id="14" name="Rectangle 13">
                <a:extLst>
                  <a:ext uri="{FF2B5EF4-FFF2-40B4-BE49-F238E27FC236}">
                    <a16:creationId xmlns:a16="http://schemas.microsoft.com/office/drawing/2014/main" id="{13C99AD8-81C5-448F-AC83-10CA4AAB0C2D}"/>
                  </a:ext>
                </a:extLst>
              </p:cNvPr>
              <p:cNvSpPr/>
              <p:nvPr/>
            </p:nvSpPr>
            <p:spPr>
              <a:xfrm>
                <a:off x="1431695" y="547368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E0BDF7A-7511-4945-A2C0-E9EB8D36CC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sp>
          <p:nvSpPr>
            <p:cNvPr id="13" name="TextBox 12">
              <a:extLst>
                <a:ext uri="{FF2B5EF4-FFF2-40B4-BE49-F238E27FC236}">
                  <a16:creationId xmlns:a16="http://schemas.microsoft.com/office/drawing/2014/main" id="{863CA8A2-764A-4A44-97A9-CBBF4040AA1D}"/>
                </a:ext>
              </a:extLst>
            </p:cNvPr>
            <p:cNvSpPr txBox="1"/>
            <p:nvPr/>
          </p:nvSpPr>
          <p:spPr>
            <a:xfrm>
              <a:off x="7864175" y="1552770"/>
              <a:ext cx="1861924" cy="461665"/>
            </a:xfrm>
            <a:prstGeom prst="rect">
              <a:avLst/>
            </a:prstGeom>
            <a:noFill/>
            <a:ln>
              <a:noFill/>
            </a:ln>
          </p:spPr>
          <p:txBody>
            <a:bodyPr wrap="square" rtlCol="0">
              <a:spAutoFit/>
            </a:bodyPr>
            <a:lstStyle/>
            <a:p>
              <a:pPr algn="ctr"/>
              <a:r>
                <a:rPr lang="en-US" sz="2400" b="1"/>
                <a:t>SSE #111</a:t>
              </a:r>
            </a:p>
          </p:txBody>
        </p:sp>
      </p:grpSp>
      <p:cxnSp>
        <p:nvCxnSpPr>
          <p:cNvPr id="16" name="Straight Connector 15">
            <a:extLst>
              <a:ext uri="{FF2B5EF4-FFF2-40B4-BE49-F238E27FC236}">
                <a16:creationId xmlns:a16="http://schemas.microsoft.com/office/drawing/2014/main" id="{6B651DFE-02E2-B940-AB78-77CEDBB239D0}"/>
              </a:ext>
            </a:extLst>
          </p:cNvPr>
          <p:cNvCxnSpPr>
            <a:cxnSpLocks/>
          </p:cNvCxnSpPr>
          <p:nvPr/>
        </p:nvCxnSpPr>
        <p:spPr>
          <a:xfrm>
            <a:off x="892125" y="1061545"/>
            <a:ext cx="8241365"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946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a:xfrm>
            <a:off x="864693" y="347215"/>
            <a:ext cx="10491952" cy="849858"/>
          </a:xfrm>
        </p:spPr>
        <p:txBody>
          <a:bodyPr/>
          <a:lstStyle/>
          <a:p>
            <a:r>
              <a:rPr lang="en-US"/>
              <a:t>Hydration and Performance</a:t>
            </a:r>
          </a:p>
        </p:txBody>
      </p:sp>
      <p:pic>
        <p:nvPicPr>
          <p:cNvPr id="7" name="Picture 6">
            <a:extLst>
              <a:ext uri="{FF2B5EF4-FFF2-40B4-BE49-F238E27FC236}">
                <a16:creationId xmlns:a16="http://schemas.microsoft.com/office/drawing/2014/main" id="{988ADDF0-9B52-41FE-B83B-B9BF99FEDAEA}"/>
              </a:ext>
            </a:extLst>
          </p:cNvPr>
          <p:cNvPicPr>
            <a:picLocks noChangeAspect="1"/>
          </p:cNvPicPr>
          <p:nvPr/>
        </p:nvPicPr>
        <p:blipFill>
          <a:blip r:embed="rId2" cstate="email">
            <a:duotone>
              <a:prstClr val="black"/>
              <a:schemeClr val="accent6">
                <a:lumMod val="75000"/>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351840" y="1452197"/>
            <a:ext cx="2304577" cy="2207187"/>
          </a:xfrm>
          <a:prstGeom prst="rect">
            <a:avLst/>
          </a:prstGeom>
        </p:spPr>
      </p:pic>
      <p:pic>
        <p:nvPicPr>
          <p:cNvPr id="8" name="Picture 7">
            <a:extLst>
              <a:ext uri="{FF2B5EF4-FFF2-40B4-BE49-F238E27FC236}">
                <a16:creationId xmlns:a16="http://schemas.microsoft.com/office/drawing/2014/main" id="{D3A3208A-353F-4503-B2E1-4F68611A5798}"/>
              </a:ext>
            </a:extLst>
          </p:cNvPr>
          <p:cNvPicPr>
            <a:picLocks noChangeAspect="1"/>
          </p:cNvPicPr>
          <p:nvPr/>
        </p:nvPicPr>
        <p:blipFill>
          <a:blip r:embed="rId2" cstate="email">
            <a:duotone>
              <a:prstClr val="black"/>
              <a:schemeClr val="accent6">
                <a:lumMod val="75000"/>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3618552" y="1453848"/>
            <a:ext cx="2304577" cy="2207187"/>
          </a:xfrm>
          <a:prstGeom prst="rect">
            <a:avLst/>
          </a:prstGeom>
        </p:spPr>
      </p:pic>
      <p:pic>
        <p:nvPicPr>
          <p:cNvPr id="10" name="Picture 9">
            <a:extLst>
              <a:ext uri="{FF2B5EF4-FFF2-40B4-BE49-F238E27FC236}">
                <a16:creationId xmlns:a16="http://schemas.microsoft.com/office/drawing/2014/main" id="{A47211E1-FE45-401A-8D09-FB28A3797E46}"/>
              </a:ext>
            </a:extLst>
          </p:cNvPr>
          <p:cNvPicPr>
            <a:picLocks noChangeAspect="1"/>
          </p:cNvPicPr>
          <p:nvPr/>
        </p:nvPicPr>
        <p:blipFill rotWithShape="1">
          <a:blip r:embed="rId5" cstate="email">
            <a:duotone>
              <a:prstClr val="black"/>
              <a:schemeClr val="tx1">
                <a:tint val="45000"/>
                <a:satMod val="400000"/>
              </a:schemeClr>
            </a:duotone>
            <a:lum bright="-40000" contrast="-40000"/>
            <a:extLst>
              <a:ext uri="{28A0092B-C50C-407E-A947-70E740481C1C}">
                <a14:useLocalDpi xmlns:a14="http://schemas.microsoft.com/office/drawing/2010/main"/>
              </a:ext>
            </a:extLst>
          </a:blip>
          <a:srcRect l="-2201" t="1" r="85104" b="-12207"/>
          <a:stretch/>
        </p:blipFill>
        <p:spPr>
          <a:xfrm>
            <a:off x="3761542" y="1992763"/>
            <a:ext cx="637015" cy="503080"/>
          </a:xfrm>
          <a:prstGeom prst="rect">
            <a:avLst/>
          </a:prstGeom>
        </p:spPr>
      </p:pic>
      <p:sp>
        <p:nvSpPr>
          <p:cNvPr id="11" name="TextBox 10">
            <a:extLst>
              <a:ext uri="{FF2B5EF4-FFF2-40B4-BE49-F238E27FC236}">
                <a16:creationId xmlns:a16="http://schemas.microsoft.com/office/drawing/2014/main" id="{898A935A-DC39-4442-B576-960B0EC9AFBE}"/>
              </a:ext>
            </a:extLst>
          </p:cNvPr>
          <p:cNvSpPr txBox="1"/>
          <p:nvPr/>
        </p:nvSpPr>
        <p:spPr>
          <a:xfrm>
            <a:off x="1286114" y="3580347"/>
            <a:ext cx="1701421" cy="461665"/>
          </a:xfrm>
          <a:prstGeom prst="rect">
            <a:avLst/>
          </a:prstGeom>
          <a:noFill/>
        </p:spPr>
        <p:txBody>
          <a:bodyPr wrap="square" rtlCol="0">
            <a:spAutoFit/>
          </a:bodyPr>
          <a:lstStyle/>
          <a:p>
            <a:r>
              <a:rPr lang="en-US" sz="2400"/>
              <a:t>Cognition</a:t>
            </a:r>
          </a:p>
        </p:txBody>
      </p:sp>
      <p:sp>
        <p:nvSpPr>
          <p:cNvPr id="12" name="TextBox 11">
            <a:extLst>
              <a:ext uri="{FF2B5EF4-FFF2-40B4-BE49-F238E27FC236}">
                <a16:creationId xmlns:a16="http://schemas.microsoft.com/office/drawing/2014/main" id="{77A00A51-15B8-4C03-8EA7-A6FE101DDB46}"/>
              </a:ext>
            </a:extLst>
          </p:cNvPr>
          <p:cNvSpPr txBox="1"/>
          <p:nvPr/>
        </p:nvSpPr>
        <p:spPr>
          <a:xfrm>
            <a:off x="3830471" y="3573054"/>
            <a:ext cx="2602173" cy="461665"/>
          </a:xfrm>
          <a:prstGeom prst="rect">
            <a:avLst/>
          </a:prstGeom>
          <a:noFill/>
        </p:spPr>
        <p:txBody>
          <a:bodyPr wrap="square" rtlCol="0">
            <a:spAutoFit/>
          </a:bodyPr>
          <a:lstStyle/>
          <a:p>
            <a:r>
              <a:rPr lang="en-US" sz="2400"/>
              <a:t>Team Sports</a:t>
            </a:r>
          </a:p>
        </p:txBody>
      </p:sp>
      <p:sp>
        <p:nvSpPr>
          <p:cNvPr id="13" name="TextBox 12">
            <a:extLst>
              <a:ext uri="{FF2B5EF4-FFF2-40B4-BE49-F238E27FC236}">
                <a16:creationId xmlns:a16="http://schemas.microsoft.com/office/drawing/2014/main" id="{129B98FE-42BD-4C4E-A415-09A7817AC077}"/>
              </a:ext>
            </a:extLst>
          </p:cNvPr>
          <p:cNvSpPr txBox="1"/>
          <p:nvPr/>
        </p:nvSpPr>
        <p:spPr>
          <a:xfrm>
            <a:off x="6168844" y="3575926"/>
            <a:ext cx="2804616" cy="461665"/>
          </a:xfrm>
          <a:prstGeom prst="rect">
            <a:avLst/>
          </a:prstGeom>
          <a:noFill/>
        </p:spPr>
        <p:txBody>
          <a:bodyPr wrap="square" rtlCol="0">
            <a:spAutoFit/>
          </a:bodyPr>
          <a:lstStyle/>
          <a:p>
            <a:r>
              <a:rPr lang="en-US" sz="2400"/>
              <a:t>Aerobic Exercise</a:t>
            </a:r>
          </a:p>
        </p:txBody>
      </p:sp>
      <p:pic>
        <p:nvPicPr>
          <p:cNvPr id="14" name="Picture 13">
            <a:extLst>
              <a:ext uri="{FF2B5EF4-FFF2-40B4-BE49-F238E27FC236}">
                <a16:creationId xmlns:a16="http://schemas.microsoft.com/office/drawing/2014/main" id="{CDCBBF2A-B5F1-4E98-90C3-42D5CF1D30A0}"/>
              </a:ext>
            </a:extLst>
          </p:cNvPr>
          <p:cNvPicPr>
            <a:picLocks noChangeAspect="1"/>
          </p:cNvPicPr>
          <p:nvPr/>
        </p:nvPicPr>
        <p:blipFill>
          <a:blip r:embed="rId2" cstate="email">
            <a:duotone>
              <a:prstClr val="black"/>
              <a:schemeClr val="accent6">
                <a:lumMod val="75000"/>
                <a:tint val="45000"/>
                <a:satMod val="400000"/>
              </a:schemeClr>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052068" y="1450956"/>
            <a:ext cx="2304577" cy="2207187"/>
          </a:xfrm>
          <a:prstGeom prst="rect">
            <a:avLst/>
          </a:prstGeom>
        </p:spPr>
      </p:pic>
      <p:pic>
        <p:nvPicPr>
          <p:cNvPr id="15" name="Picture 14">
            <a:extLst>
              <a:ext uri="{FF2B5EF4-FFF2-40B4-BE49-F238E27FC236}">
                <a16:creationId xmlns:a16="http://schemas.microsoft.com/office/drawing/2014/main" id="{827D1D63-78C2-470D-B538-985BDDA554FA}"/>
              </a:ext>
            </a:extLst>
          </p:cNvPr>
          <p:cNvPicPr>
            <a:picLocks noChangeAspect="1"/>
          </p:cNvPicPr>
          <p:nvPr/>
        </p:nvPicPr>
        <p:blipFill>
          <a:blip r:embed="rId2" cstate="email">
            <a:duotone>
              <a:prstClr val="black"/>
              <a:schemeClr val="accent6">
                <a:lumMod val="75000"/>
                <a:tint val="45000"/>
                <a:satMod val="400000"/>
              </a:schemeClr>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909188" y="1465675"/>
            <a:ext cx="2304577" cy="2207187"/>
          </a:xfrm>
          <a:prstGeom prst="rect">
            <a:avLst/>
          </a:prstGeom>
        </p:spPr>
      </p:pic>
      <p:sp>
        <p:nvSpPr>
          <p:cNvPr id="16" name="TextBox 15">
            <a:extLst>
              <a:ext uri="{FF2B5EF4-FFF2-40B4-BE49-F238E27FC236}">
                <a16:creationId xmlns:a16="http://schemas.microsoft.com/office/drawing/2014/main" id="{E7040352-A28D-45B9-B930-2015A5794AE8}"/>
              </a:ext>
            </a:extLst>
          </p:cNvPr>
          <p:cNvSpPr txBox="1"/>
          <p:nvPr/>
        </p:nvSpPr>
        <p:spPr>
          <a:xfrm>
            <a:off x="8443415" y="3603612"/>
            <a:ext cx="3830471" cy="1200329"/>
          </a:xfrm>
          <a:prstGeom prst="rect">
            <a:avLst/>
          </a:prstGeom>
          <a:noFill/>
        </p:spPr>
        <p:txBody>
          <a:bodyPr wrap="square" rtlCol="0">
            <a:spAutoFit/>
          </a:bodyPr>
          <a:lstStyle/>
          <a:p>
            <a:pPr algn="ctr"/>
            <a:r>
              <a:rPr lang="en-US" sz="2400"/>
              <a:t>Muscle Endurance, </a:t>
            </a:r>
          </a:p>
          <a:p>
            <a:pPr algn="ctr"/>
            <a:r>
              <a:rPr lang="en-US" sz="2400"/>
              <a:t>Strength, &amp; </a:t>
            </a:r>
          </a:p>
          <a:p>
            <a:pPr algn="ctr"/>
            <a:r>
              <a:rPr lang="en-US" sz="2400"/>
              <a:t>Anaerobic Power</a:t>
            </a:r>
          </a:p>
        </p:txBody>
      </p:sp>
      <p:pic>
        <p:nvPicPr>
          <p:cNvPr id="21" name="Picture 2">
            <a:extLst>
              <a:ext uri="{FF2B5EF4-FFF2-40B4-BE49-F238E27FC236}">
                <a16:creationId xmlns:a16="http://schemas.microsoft.com/office/drawing/2014/main" id="{F6C8A3A5-2147-472D-BBBE-58142AF5472D}"/>
              </a:ext>
            </a:extLst>
          </p:cNvPr>
          <p:cNvPicPr>
            <a:picLocks noChangeAspect="1" noChangeArrowheads="1"/>
          </p:cNvPicPr>
          <p:nvPr/>
        </p:nvPicPr>
        <p:blipFill>
          <a:blip r:embed="rId8" cstate="email">
            <a:extLst>
              <a:ext uri="{BEBA8EAE-BF5A-486C-A8C5-ECC9F3942E4B}">
                <a14:imgProps xmlns:a14="http://schemas.microsoft.com/office/drawing/2010/main">
                  <a14:imgLayer r:embed="rId9">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1242811" y="1914286"/>
            <a:ext cx="1518469" cy="1336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21">
            <a:extLst>
              <a:ext uri="{FF2B5EF4-FFF2-40B4-BE49-F238E27FC236}">
                <a16:creationId xmlns:a16="http://schemas.microsoft.com/office/drawing/2014/main" id="{2E33228B-60C1-41B9-A7D7-0BD00EF5EF57}"/>
              </a:ext>
            </a:extLst>
          </p:cNvPr>
          <p:cNvPicPr>
            <a:picLocks noChangeAspect="1"/>
          </p:cNvPicPr>
          <p:nvPr/>
        </p:nvPicPr>
        <p:blipFill>
          <a:blip r:embed="rId10" cstate="email">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a:ext>
            </a:extLst>
          </a:blip>
          <a:stretch>
            <a:fillRect/>
          </a:stretch>
        </p:blipFill>
        <p:spPr>
          <a:xfrm>
            <a:off x="4534658" y="1961916"/>
            <a:ext cx="488695" cy="530184"/>
          </a:xfrm>
          <a:prstGeom prst="rect">
            <a:avLst/>
          </a:prstGeom>
        </p:spPr>
      </p:pic>
      <p:pic>
        <p:nvPicPr>
          <p:cNvPr id="23" name="Picture 2">
            <a:extLst>
              <a:ext uri="{FF2B5EF4-FFF2-40B4-BE49-F238E27FC236}">
                <a16:creationId xmlns:a16="http://schemas.microsoft.com/office/drawing/2014/main" id="{62E4A821-087C-4B61-BB44-3813064BED91}"/>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5223158" y="1997135"/>
            <a:ext cx="508175" cy="471412"/>
          </a:xfrm>
          <a:prstGeom prst="rect">
            <a:avLst/>
          </a:prstGeom>
          <a:solidFill>
            <a:srgbClr val="92D050"/>
          </a:solidFill>
          <a:ln>
            <a:noFill/>
          </a:ln>
        </p:spPr>
      </p:pic>
      <p:pic>
        <p:nvPicPr>
          <p:cNvPr id="24" name="Picture 3">
            <a:extLst>
              <a:ext uri="{FF2B5EF4-FFF2-40B4-BE49-F238E27FC236}">
                <a16:creationId xmlns:a16="http://schemas.microsoft.com/office/drawing/2014/main" id="{C1E6C7BB-A693-4B50-902D-0636E2A2C37D}"/>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4886617" y="2582375"/>
            <a:ext cx="618488" cy="621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a:extLst>
              <a:ext uri="{FF2B5EF4-FFF2-40B4-BE49-F238E27FC236}">
                <a16:creationId xmlns:a16="http://schemas.microsoft.com/office/drawing/2014/main" id="{E660A1F3-1772-48EF-998F-C00270A44187}"/>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4026647" y="2633136"/>
            <a:ext cx="677416" cy="6038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25">
            <a:extLst>
              <a:ext uri="{FF2B5EF4-FFF2-40B4-BE49-F238E27FC236}">
                <a16:creationId xmlns:a16="http://schemas.microsoft.com/office/drawing/2014/main" id="{CE23D3CE-6851-467A-9FFB-4CF72F3AF807}"/>
              </a:ext>
            </a:extLst>
          </p:cNvPr>
          <p:cNvPicPr>
            <a:picLocks noChangeAspect="1"/>
          </p:cNvPicPr>
          <p:nvPr/>
        </p:nvPicPr>
        <p:blipFill>
          <a:blip r:embed="rId15" cstate="email">
            <a:biLevel thresh="75000"/>
            <a:extLst>
              <a:ext uri="{BEBA8EAE-BF5A-486C-A8C5-ECC9F3942E4B}">
                <a14:imgProps xmlns:a14="http://schemas.microsoft.com/office/drawing/2010/main">
                  <a14:imgLayer r:embed="rId16">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535952" y="2150655"/>
            <a:ext cx="756499" cy="802580"/>
          </a:xfrm>
          <a:prstGeom prst="rect">
            <a:avLst/>
          </a:prstGeom>
          <a:effectLst/>
        </p:spPr>
      </p:pic>
      <p:pic>
        <p:nvPicPr>
          <p:cNvPr id="27" name="Picture 8">
            <a:extLst>
              <a:ext uri="{FF2B5EF4-FFF2-40B4-BE49-F238E27FC236}">
                <a16:creationId xmlns:a16="http://schemas.microsoft.com/office/drawing/2014/main" id="{C6512B02-9BCD-428D-8508-A8881222369D}"/>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7449537" y="2132459"/>
            <a:ext cx="1077900" cy="7834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Freeform 55">
            <a:extLst>
              <a:ext uri="{FF2B5EF4-FFF2-40B4-BE49-F238E27FC236}">
                <a16:creationId xmlns:a16="http://schemas.microsoft.com/office/drawing/2014/main" id="{963BAE69-5B07-406E-8F5C-4BDDACB0D5FA}"/>
              </a:ext>
            </a:extLst>
          </p:cNvPr>
          <p:cNvSpPr>
            <a:spLocks/>
          </p:cNvSpPr>
          <p:nvPr/>
        </p:nvSpPr>
        <p:spPr bwMode="auto">
          <a:xfrm>
            <a:off x="9550401" y="1961917"/>
            <a:ext cx="1270000" cy="1168079"/>
          </a:xfrm>
          <a:custGeom>
            <a:avLst/>
            <a:gdLst>
              <a:gd name="T0" fmla="*/ 958 w 980"/>
              <a:gd name="T1" fmla="*/ 560 h 980"/>
              <a:gd name="T2" fmla="*/ 924 w 980"/>
              <a:gd name="T3" fmla="*/ 440 h 980"/>
              <a:gd name="T4" fmla="*/ 856 w 980"/>
              <a:gd name="T5" fmla="*/ 267 h 980"/>
              <a:gd name="T6" fmla="*/ 741 w 980"/>
              <a:gd name="T7" fmla="*/ 133 h 980"/>
              <a:gd name="T8" fmla="*/ 570 w 980"/>
              <a:gd name="T9" fmla="*/ 18 h 980"/>
              <a:gd name="T10" fmla="*/ 404 w 980"/>
              <a:gd name="T11" fmla="*/ 6 h 980"/>
              <a:gd name="T12" fmla="*/ 345 w 980"/>
              <a:gd name="T13" fmla="*/ 50 h 980"/>
              <a:gd name="T14" fmla="*/ 309 w 980"/>
              <a:gd name="T15" fmla="*/ 137 h 980"/>
              <a:gd name="T16" fmla="*/ 317 w 980"/>
              <a:gd name="T17" fmla="*/ 221 h 980"/>
              <a:gd name="T18" fmla="*/ 406 w 980"/>
              <a:gd name="T19" fmla="*/ 257 h 980"/>
              <a:gd name="T20" fmla="*/ 506 w 980"/>
              <a:gd name="T21" fmla="*/ 261 h 980"/>
              <a:gd name="T22" fmla="*/ 534 w 980"/>
              <a:gd name="T23" fmla="*/ 219 h 980"/>
              <a:gd name="T24" fmla="*/ 584 w 980"/>
              <a:gd name="T25" fmla="*/ 271 h 980"/>
              <a:gd name="T26" fmla="*/ 619 w 980"/>
              <a:gd name="T27" fmla="*/ 392 h 980"/>
              <a:gd name="T28" fmla="*/ 542 w 980"/>
              <a:gd name="T29" fmla="*/ 424 h 980"/>
              <a:gd name="T30" fmla="*/ 472 w 980"/>
              <a:gd name="T31" fmla="*/ 438 h 980"/>
              <a:gd name="T32" fmla="*/ 426 w 980"/>
              <a:gd name="T33" fmla="*/ 470 h 980"/>
              <a:gd name="T34" fmla="*/ 323 w 980"/>
              <a:gd name="T35" fmla="*/ 418 h 980"/>
              <a:gd name="T36" fmla="*/ 142 w 980"/>
              <a:gd name="T37" fmla="*/ 394 h 980"/>
              <a:gd name="T38" fmla="*/ 18 w 980"/>
              <a:gd name="T39" fmla="*/ 430 h 980"/>
              <a:gd name="T40" fmla="*/ 2 w 980"/>
              <a:gd name="T41" fmla="*/ 472 h 980"/>
              <a:gd name="T42" fmla="*/ 20 w 980"/>
              <a:gd name="T43" fmla="*/ 488 h 980"/>
              <a:gd name="T44" fmla="*/ 44 w 980"/>
              <a:gd name="T45" fmla="*/ 486 h 980"/>
              <a:gd name="T46" fmla="*/ 162 w 980"/>
              <a:gd name="T47" fmla="*/ 456 h 980"/>
              <a:gd name="T48" fmla="*/ 305 w 980"/>
              <a:gd name="T49" fmla="*/ 478 h 980"/>
              <a:gd name="T50" fmla="*/ 392 w 980"/>
              <a:gd name="T51" fmla="*/ 526 h 980"/>
              <a:gd name="T52" fmla="*/ 426 w 980"/>
              <a:gd name="T53" fmla="*/ 548 h 980"/>
              <a:gd name="T54" fmla="*/ 452 w 980"/>
              <a:gd name="T55" fmla="*/ 534 h 980"/>
              <a:gd name="T56" fmla="*/ 520 w 980"/>
              <a:gd name="T57" fmla="*/ 488 h 980"/>
              <a:gd name="T58" fmla="*/ 611 w 980"/>
              <a:gd name="T59" fmla="*/ 510 h 980"/>
              <a:gd name="T60" fmla="*/ 667 w 980"/>
              <a:gd name="T61" fmla="*/ 546 h 980"/>
              <a:gd name="T62" fmla="*/ 697 w 980"/>
              <a:gd name="T63" fmla="*/ 514 h 980"/>
              <a:gd name="T64" fmla="*/ 659 w 980"/>
              <a:gd name="T65" fmla="*/ 293 h 980"/>
              <a:gd name="T66" fmla="*/ 595 w 980"/>
              <a:gd name="T67" fmla="*/ 183 h 980"/>
              <a:gd name="T68" fmla="*/ 510 w 980"/>
              <a:gd name="T69" fmla="*/ 143 h 980"/>
              <a:gd name="T70" fmla="*/ 482 w 980"/>
              <a:gd name="T71" fmla="*/ 163 h 980"/>
              <a:gd name="T72" fmla="*/ 474 w 980"/>
              <a:gd name="T73" fmla="*/ 203 h 980"/>
              <a:gd name="T74" fmla="*/ 369 w 980"/>
              <a:gd name="T75" fmla="*/ 185 h 980"/>
              <a:gd name="T76" fmla="*/ 387 w 980"/>
              <a:gd name="T77" fmla="*/ 104 h 980"/>
              <a:gd name="T78" fmla="*/ 458 w 980"/>
              <a:gd name="T79" fmla="*/ 62 h 980"/>
              <a:gd name="T80" fmla="*/ 560 w 980"/>
              <a:gd name="T81" fmla="*/ 82 h 980"/>
              <a:gd name="T82" fmla="*/ 739 w 980"/>
              <a:gd name="T83" fmla="*/ 217 h 980"/>
              <a:gd name="T84" fmla="*/ 828 w 980"/>
              <a:gd name="T85" fmla="*/ 346 h 980"/>
              <a:gd name="T86" fmla="*/ 878 w 980"/>
              <a:gd name="T87" fmla="*/ 528 h 980"/>
              <a:gd name="T88" fmla="*/ 906 w 980"/>
              <a:gd name="T89" fmla="*/ 591 h 980"/>
              <a:gd name="T90" fmla="*/ 862 w 980"/>
              <a:gd name="T91" fmla="*/ 653 h 980"/>
              <a:gd name="T92" fmla="*/ 723 w 980"/>
              <a:gd name="T93" fmla="*/ 739 h 980"/>
              <a:gd name="T94" fmla="*/ 586 w 980"/>
              <a:gd name="T95" fmla="*/ 775 h 980"/>
              <a:gd name="T96" fmla="*/ 440 w 980"/>
              <a:gd name="T97" fmla="*/ 759 h 980"/>
              <a:gd name="T98" fmla="*/ 500 w 980"/>
              <a:gd name="T99" fmla="*/ 731 h 980"/>
              <a:gd name="T100" fmla="*/ 526 w 980"/>
              <a:gd name="T101" fmla="*/ 697 h 980"/>
              <a:gd name="T102" fmla="*/ 504 w 980"/>
              <a:gd name="T103" fmla="*/ 671 h 980"/>
              <a:gd name="T104" fmla="*/ 448 w 980"/>
              <a:gd name="T105" fmla="*/ 681 h 980"/>
              <a:gd name="T106" fmla="*/ 381 w 980"/>
              <a:gd name="T107" fmla="*/ 741 h 980"/>
              <a:gd name="T108" fmla="*/ 335 w 980"/>
              <a:gd name="T109" fmla="*/ 910 h 980"/>
              <a:gd name="T110" fmla="*/ 345 w 980"/>
              <a:gd name="T111" fmla="*/ 976 h 980"/>
              <a:gd name="T112" fmla="*/ 381 w 980"/>
              <a:gd name="T113" fmla="*/ 972 h 980"/>
              <a:gd name="T114" fmla="*/ 414 w 980"/>
              <a:gd name="T115" fmla="*/ 828 h 980"/>
              <a:gd name="T116" fmla="*/ 623 w 980"/>
              <a:gd name="T117" fmla="*/ 832 h 980"/>
              <a:gd name="T118" fmla="*/ 781 w 980"/>
              <a:gd name="T119" fmla="*/ 781 h 980"/>
              <a:gd name="T120" fmla="*/ 948 w 980"/>
              <a:gd name="T121" fmla="*/ 659 h 980"/>
              <a:gd name="T122" fmla="*/ 980 w 980"/>
              <a:gd name="T123" fmla="*/ 603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80" h="980">
                <a:moveTo>
                  <a:pt x="980" y="603"/>
                </a:moveTo>
                <a:lnTo>
                  <a:pt x="980" y="603"/>
                </a:lnTo>
                <a:lnTo>
                  <a:pt x="976" y="593"/>
                </a:lnTo>
                <a:lnTo>
                  <a:pt x="972" y="583"/>
                </a:lnTo>
                <a:lnTo>
                  <a:pt x="958" y="560"/>
                </a:lnTo>
                <a:lnTo>
                  <a:pt x="958" y="560"/>
                </a:lnTo>
                <a:lnTo>
                  <a:pt x="948" y="542"/>
                </a:lnTo>
                <a:lnTo>
                  <a:pt x="940" y="524"/>
                </a:lnTo>
                <a:lnTo>
                  <a:pt x="940" y="520"/>
                </a:lnTo>
                <a:lnTo>
                  <a:pt x="940" y="520"/>
                </a:lnTo>
                <a:lnTo>
                  <a:pt x="934" y="488"/>
                </a:lnTo>
                <a:lnTo>
                  <a:pt x="924" y="440"/>
                </a:lnTo>
                <a:lnTo>
                  <a:pt x="908" y="384"/>
                </a:lnTo>
                <a:lnTo>
                  <a:pt x="898" y="352"/>
                </a:lnTo>
                <a:lnTo>
                  <a:pt x="886" y="323"/>
                </a:lnTo>
                <a:lnTo>
                  <a:pt x="886" y="323"/>
                </a:lnTo>
                <a:lnTo>
                  <a:pt x="872" y="295"/>
                </a:lnTo>
                <a:lnTo>
                  <a:pt x="856" y="267"/>
                </a:lnTo>
                <a:lnTo>
                  <a:pt x="838" y="239"/>
                </a:lnTo>
                <a:lnTo>
                  <a:pt x="818" y="215"/>
                </a:lnTo>
                <a:lnTo>
                  <a:pt x="798" y="191"/>
                </a:lnTo>
                <a:lnTo>
                  <a:pt x="779" y="171"/>
                </a:lnTo>
                <a:lnTo>
                  <a:pt x="741" y="133"/>
                </a:lnTo>
                <a:lnTo>
                  <a:pt x="741" y="133"/>
                </a:lnTo>
                <a:lnTo>
                  <a:pt x="697" y="96"/>
                </a:lnTo>
                <a:lnTo>
                  <a:pt x="653" y="66"/>
                </a:lnTo>
                <a:lnTo>
                  <a:pt x="617" y="42"/>
                </a:lnTo>
                <a:lnTo>
                  <a:pt x="586" y="26"/>
                </a:lnTo>
                <a:lnTo>
                  <a:pt x="586" y="26"/>
                </a:lnTo>
                <a:lnTo>
                  <a:pt x="570" y="18"/>
                </a:lnTo>
                <a:lnTo>
                  <a:pt x="552" y="12"/>
                </a:lnTo>
                <a:lnTo>
                  <a:pt x="518" y="4"/>
                </a:lnTo>
                <a:lnTo>
                  <a:pt x="486" y="0"/>
                </a:lnTo>
                <a:lnTo>
                  <a:pt x="456" y="0"/>
                </a:lnTo>
                <a:lnTo>
                  <a:pt x="428" y="2"/>
                </a:lnTo>
                <a:lnTo>
                  <a:pt x="404" y="6"/>
                </a:lnTo>
                <a:lnTo>
                  <a:pt x="387" y="12"/>
                </a:lnTo>
                <a:lnTo>
                  <a:pt x="375" y="16"/>
                </a:lnTo>
                <a:lnTo>
                  <a:pt x="375" y="16"/>
                </a:lnTo>
                <a:lnTo>
                  <a:pt x="367" y="22"/>
                </a:lnTo>
                <a:lnTo>
                  <a:pt x="357" y="32"/>
                </a:lnTo>
                <a:lnTo>
                  <a:pt x="345" y="50"/>
                </a:lnTo>
                <a:lnTo>
                  <a:pt x="331" y="78"/>
                </a:lnTo>
                <a:lnTo>
                  <a:pt x="331" y="78"/>
                </a:lnTo>
                <a:lnTo>
                  <a:pt x="319" y="102"/>
                </a:lnTo>
                <a:lnTo>
                  <a:pt x="313" y="121"/>
                </a:lnTo>
                <a:lnTo>
                  <a:pt x="309" y="137"/>
                </a:lnTo>
                <a:lnTo>
                  <a:pt x="309" y="137"/>
                </a:lnTo>
                <a:lnTo>
                  <a:pt x="307" y="155"/>
                </a:lnTo>
                <a:lnTo>
                  <a:pt x="307" y="179"/>
                </a:lnTo>
                <a:lnTo>
                  <a:pt x="307" y="179"/>
                </a:lnTo>
                <a:lnTo>
                  <a:pt x="309" y="197"/>
                </a:lnTo>
                <a:lnTo>
                  <a:pt x="313" y="211"/>
                </a:lnTo>
                <a:lnTo>
                  <a:pt x="317" y="221"/>
                </a:lnTo>
                <a:lnTo>
                  <a:pt x="325" y="231"/>
                </a:lnTo>
                <a:lnTo>
                  <a:pt x="325" y="231"/>
                </a:lnTo>
                <a:lnTo>
                  <a:pt x="335" y="237"/>
                </a:lnTo>
                <a:lnTo>
                  <a:pt x="353" y="245"/>
                </a:lnTo>
                <a:lnTo>
                  <a:pt x="377" y="251"/>
                </a:lnTo>
                <a:lnTo>
                  <a:pt x="406" y="257"/>
                </a:lnTo>
                <a:lnTo>
                  <a:pt x="406" y="257"/>
                </a:lnTo>
                <a:lnTo>
                  <a:pt x="432" y="261"/>
                </a:lnTo>
                <a:lnTo>
                  <a:pt x="458" y="265"/>
                </a:lnTo>
                <a:lnTo>
                  <a:pt x="484" y="265"/>
                </a:lnTo>
                <a:lnTo>
                  <a:pt x="496" y="263"/>
                </a:lnTo>
                <a:lnTo>
                  <a:pt x="506" y="261"/>
                </a:lnTo>
                <a:lnTo>
                  <a:pt x="506" y="261"/>
                </a:lnTo>
                <a:lnTo>
                  <a:pt x="512" y="259"/>
                </a:lnTo>
                <a:lnTo>
                  <a:pt x="518" y="255"/>
                </a:lnTo>
                <a:lnTo>
                  <a:pt x="526" y="245"/>
                </a:lnTo>
                <a:lnTo>
                  <a:pt x="530" y="233"/>
                </a:lnTo>
                <a:lnTo>
                  <a:pt x="534" y="219"/>
                </a:lnTo>
                <a:lnTo>
                  <a:pt x="534" y="219"/>
                </a:lnTo>
                <a:lnTo>
                  <a:pt x="556" y="231"/>
                </a:lnTo>
                <a:lnTo>
                  <a:pt x="556" y="231"/>
                </a:lnTo>
                <a:lnTo>
                  <a:pt x="566" y="241"/>
                </a:lnTo>
                <a:lnTo>
                  <a:pt x="576" y="255"/>
                </a:lnTo>
                <a:lnTo>
                  <a:pt x="584" y="271"/>
                </a:lnTo>
                <a:lnTo>
                  <a:pt x="592" y="289"/>
                </a:lnTo>
                <a:lnTo>
                  <a:pt x="599" y="311"/>
                </a:lnTo>
                <a:lnTo>
                  <a:pt x="607" y="337"/>
                </a:lnTo>
                <a:lnTo>
                  <a:pt x="613" y="362"/>
                </a:lnTo>
                <a:lnTo>
                  <a:pt x="619" y="392"/>
                </a:lnTo>
                <a:lnTo>
                  <a:pt x="619" y="392"/>
                </a:lnTo>
                <a:lnTo>
                  <a:pt x="629" y="448"/>
                </a:lnTo>
                <a:lnTo>
                  <a:pt x="629" y="448"/>
                </a:lnTo>
                <a:lnTo>
                  <a:pt x="607" y="438"/>
                </a:lnTo>
                <a:lnTo>
                  <a:pt x="586" y="430"/>
                </a:lnTo>
                <a:lnTo>
                  <a:pt x="564" y="426"/>
                </a:lnTo>
                <a:lnTo>
                  <a:pt x="542" y="424"/>
                </a:lnTo>
                <a:lnTo>
                  <a:pt x="542" y="424"/>
                </a:lnTo>
                <a:lnTo>
                  <a:pt x="526" y="424"/>
                </a:lnTo>
                <a:lnTo>
                  <a:pt x="512" y="426"/>
                </a:lnTo>
                <a:lnTo>
                  <a:pt x="498" y="430"/>
                </a:lnTo>
                <a:lnTo>
                  <a:pt x="484" y="434"/>
                </a:lnTo>
                <a:lnTo>
                  <a:pt x="472" y="438"/>
                </a:lnTo>
                <a:lnTo>
                  <a:pt x="458" y="446"/>
                </a:lnTo>
                <a:lnTo>
                  <a:pt x="446" y="454"/>
                </a:lnTo>
                <a:lnTo>
                  <a:pt x="434" y="462"/>
                </a:lnTo>
                <a:lnTo>
                  <a:pt x="434" y="462"/>
                </a:lnTo>
                <a:lnTo>
                  <a:pt x="426" y="470"/>
                </a:lnTo>
                <a:lnTo>
                  <a:pt x="426" y="470"/>
                </a:lnTo>
                <a:lnTo>
                  <a:pt x="408" y="458"/>
                </a:lnTo>
                <a:lnTo>
                  <a:pt x="392" y="446"/>
                </a:lnTo>
                <a:lnTo>
                  <a:pt x="373" y="436"/>
                </a:lnTo>
                <a:lnTo>
                  <a:pt x="353" y="428"/>
                </a:lnTo>
                <a:lnTo>
                  <a:pt x="353" y="428"/>
                </a:lnTo>
                <a:lnTo>
                  <a:pt x="323" y="418"/>
                </a:lnTo>
                <a:lnTo>
                  <a:pt x="287" y="408"/>
                </a:lnTo>
                <a:lnTo>
                  <a:pt x="249" y="400"/>
                </a:lnTo>
                <a:lnTo>
                  <a:pt x="209" y="394"/>
                </a:lnTo>
                <a:lnTo>
                  <a:pt x="188" y="394"/>
                </a:lnTo>
                <a:lnTo>
                  <a:pt x="164" y="394"/>
                </a:lnTo>
                <a:lnTo>
                  <a:pt x="142" y="394"/>
                </a:lnTo>
                <a:lnTo>
                  <a:pt x="118" y="398"/>
                </a:lnTo>
                <a:lnTo>
                  <a:pt x="94" y="402"/>
                </a:lnTo>
                <a:lnTo>
                  <a:pt x="68" y="410"/>
                </a:lnTo>
                <a:lnTo>
                  <a:pt x="42" y="418"/>
                </a:lnTo>
                <a:lnTo>
                  <a:pt x="18" y="430"/>
                </a:lnTo>
                <a:lnTo>
                  <a:pt x="18" y="430"/>
                </a:lnTo>
                <a:lnTo>
                  <a:pt x="12" y="434"/>
                </a:lnTo>
                <a:lnTo>
                  <a:pt x="8" y="438"/>
                </a:lnTo>
                <a:lnTo>
                  <a:pt x="2" y="448"/>
                </a:lnTo>
                <a:lnTo>
                  <a:pt x="0" y="460"/>
                </a:lnTo>
                <a:lnTo>
                  <a:pt x="0" y="466"/>
                </a:lnTo>
                <a:lnTo>
                  <a:pt x="2" y="472"/>
                </a:lnTo>
                <a:lnTo>
                  <a:pt x="2" y="472"/>
                </a:lnTo>
                <a:lnTo>
                  <a:pt x="2" y="472"/>
                </a:lnTo>
                <a:lnTo>
                  <a:pt x="6" y="476"/>
                </a:lnTo>
                <a:lnTo>
                  <a:pt x="10" y="482"/>
                </a:lnTo>
                <a:lnTo>
                  <a:pt x="14" y="484"/>
                </a:lnTo>
                <a:lnTo>
                  <a:pt x="20" y="488"/>
                </a:lnTo>
                <a:lnTo>
                  <a:pt x="20" y="488"/>
                </a:lnTo>
                <a:lnTo>
                  <a:pt x="26" y="488"/>
                </a:lnTo>
                <a:lnTo>
                  <a:pt x="32" y="490"/>
                </a:lnTo>
                <a:lnTo>
                  <a:pt x="38" y="488"/>
                </a:lnTo>
                <a:lnTo>
                  <a:pt x="44" y="486"/>
                </a:lnTo>
                <a:lnTo>
                  <a:pt x="44" y="486"/>
                </a:lnTo>
                <a:lnTo>
                  <a:pt x="64" y="478"/>
                </a:lnTo>
                <a:lnTo>
                  <a:pt x="82" y="470"/>
                </a:lnTo>
                <a:lnTo>
                  <a:pt x="102" y="464"/>
                </a:lnTo>
                <a:lnTo>
                  <a:pt x="122" y="460"/>
                </a:lnTo>
                <a:lnTo>
                  <a:pt x="142" y="458"/>
                </a:lnTo>
                <a:lnTo>
                  <a:pt x="162" y="456"/>
                </a:lnTo>
                <a:lnTo>
                  <a:pt x="182" y="456"/>
                </a:lnTo>
                <a:lnTo>
                  <a:pt x="203" y="456"/>
                </a:lnTo>
                <a:lnTo>
                  <a:pt x="203" y="456"/>
                </a:lnTo>
                <a:lnTo>
                  <a:pt x="239" y="462"/>
                </a:lnTo>
                <a:lnTo>
                  <a:pt x="275" y="470"/>
                </a:lnTo>
                <a:lnTo>
                  <a:pt x="305" y="478"/>
                </a:lnTo>
                <a:lnTo>
                  <a:pt x="333" y="488"/>
                </a:lnTo>
                <a:lnTo>
                  <a:pt x="333" y="488"/>
                </a:lnTo>
                <a:lnTo>
                  <a:pt x="347" y="494"/>
                </a:lnTo>
                <a:lnTo>
                  <a:pt x="359" y="500"/>
                </a:lnTo>
                <a:lnTo>
                  <a:pt x="379" y="512"/>
                </a:lnTo>
                <a:lnTo>
                  <a:pt x="392" y="526"/>
                </a:lnTo>
                <a:lnTo>
                  <a:pt x="400" y="534"/>
                </a:lnTo>
                <a:lnTo>
                  <a:pt x="400" y="534"/>
                </a:lnTo>
                <a:lnTo>
                  <a:pt x="404" y="540"/>
                </a:lnTo>
                <a:lnTo>
                  <a:pt x="412" y="546"/>
                </a:lnTo>
                <a:lnTo>
                  <a:pt x="418" y="548"/>
                </a:lnTo>
                <a:lnTo>
                  <a:pt x="426" y="548"/>
                </a:lnTo>
                <a:lnTo>
                  <a:pt x="426" y="548"/>
                </a:lnTo>
                <a:lnTo>
                  <a:pt x="434" y="548"/>
                </a:lnTo>
                <a:lnTo>
                  <a:pt x="442" y="544"/>
                </a:lnTo>
                <a:lnTo>
                  <a:pt x="448" y="540"/>
                </a:lnTo>
                <a:lnTo>
                  <a:pt x="452" y="534"/>
                </a:lnTo>
                <a:lnTo>
                  <a:pt x="452" y="534"/>
                </a:lnTo>
                <a:lnTo>
                  <a:pt x="458" y="526"/>
                </a:lnTo>
                <a:lnTo>
                  <a:pt x="466" y="518"/>
                </a:lnTo>
                <a:lnTo>
                  <a:pt x="476" y="508"/>
                </a:lnTo>
                <a:lnTo>
                  <a:pt x="488" y="500"/>
                </a:lnTo>
                <a:lnTo>
                  <a:pt x="502" y="492"/>
                </a:lnTo>
                <a:lnTo>
                  <a:pt x="520" y="488"/>
                </a:lnTo>
                <a:lnTo>
                  <a:pt x="542" y="486"/>
                </a:lnTo>
                <a:lnTo>
                  <a:pt x="542" y="486"/>
                </a:lnTo>
                <a:lnTo>
                  <a:pt x="562" y="488"/>
                </a:lnTo>
                <a:lnTo>
                  <a:pt x="580" y="494"/>
                </a:lnTo>
                <a:lnTo>
                  <a:pt x="597" y="500"/>
                </a:lnTo>
                <a:lnTo>
                  <a:pt x="611" y="510"/>
                </a:lnTo>
                <a:lnTo>
                  <a:pt x="633" y="526"/>
                </a:lnTo>
                <a:lnTo>
                  <a:pt x="643" y="536"/>
                </a:lnTo>
                <a:lnTo>
                  <a:pt x="643" y="536"/>
                </a:lnTo>
                <a:lnTo>
                  <a:pt x="649" y="542"/>
                </a:lnTo>
                <a:lnTo>
                  <a:pt x="659" y="546"/>
                </a:lnTo>
                <a:lnTo>
                  <a:pt x="667" y="546"/>
                </a:lnTo>
                <a:lnTo>
                  <a:pt x="677" y="544"/>
                </a:lnTo>
                <a:lnTo>
                  <a:pt x="677" y="544"/>
                </a:lnTo>
                <a:lnTo>
                  <a:pt x="685" y="538"/>
                </a:lnTo>
                <a:lnTo>
                  <a:pt x="691" y="532"/>
                </a:lnTo>
                <a:lnTo>
                  <a:pt x="695" y="524"/>
                </a:lnTo>
                <a:lnTo>
                  <a:pt x="697" y="514"/>
                </a:lnTo>
                <a:lnTo>
                  <a:pt x="697" y="514"/>
                </a:lnTo>
                <a:lnTo>
                  <a:pt x="693" y="468"/>
                </a:lnTo>
                <a:lnTo>
                  <a:pt x="687" y="424"/>
                </a:lnTo>
                <a:lnTo>
                  <a:pt x="679" y="374"/>
                </a:lnTo>
                <a:lnTo>
                  <a:pt x="667" y="319"/>
                </a:lnTo>
                <a:lnTo>
                  <a:pt x="659" y="293"/>
                </a:lnTo>
                <a:lnTo>
                  <a:pt x="649" y="267"/>
                </a:lnTo>
                <a:lnTo>
                  <a:pt x="639" y="241"/>
                </a:lnTo>
                <a:lnTo>
                  <a:pt x="625" y="219"/>
                </a:lnTo>
                <a:lnTo>
                  <a:pt x="611" y="201"/>
                </a:lnTo>
                <a:lnTo>
                  <a:pt x="595" y="183"/>
                </a:lnTo>
                <a:lnTo>
                  <a:pt x="595" y="183"/>
                </a:lnTo>
                <a:lnTo>
                  <a:pt x="578" y="173"/>
                </a:lnTo>
                <a:lnTo>
                  <a:pt x="556" y="161"/>
                </a:lnTo>
                <a:lnTo>
                  <a:pt x="524" y="145"/>
                </a:lnTo>
                <a:lnTo>
                  <a:pt x="524" y="145"/>
                </a:lnTo>
                <a:lnTo>
                  <a:pt x="518" y="143"/>
                </a:lnTo>
                <a:lnTo>
                  <a:pt x="510" y="143"/>
                </a:lnTo>
                <a:lnTo>
                  <a:pt x="504" y="145"/>
                </a:lnTo>
                <a:lnTo>
                  <a:pt x="496" y="147"/>
                </a:lnTo>
                <a:lnTo>
                  <a:pt x="496" y="147"/>
                </a:lnTo>
                <a:lnTo>
                  <a:pt x="490" y="151"/>
                </a:lnTo>
                <a:lnTo>
                  <a:pt x="486" y="157"/>
                </a:lnTo>
                <a:lnTo>
                  <a:pt x="482" y="163"/>
                </a:lnTo>
                <a:lnTo>
                  <a:pt x="482" y="169"/>
                </a:lnTo>
                <a:lnTo>
                  <a:pt x="482" y="169"/>
                </a:lnTo>
                <a:lnTo>
                  <a:pt x="474" y="203"/>
                </a:lnTo>
                <a:lnTo>
                  <a:pt x="474" y="203"/>
                </a:lnTo>
                <a:lnTo>
                  <a:pt x="474" y="203"/>
                </a:lnTo>
                <a:lnTo>
                  <a:pt x="474" y="203"/>
                </a:lnTo>
                <a:lnTo>
                  <a:pt x="450" y="201"/>
                </a:lnTo>
                <a:lnTo>
                  <a:pt x="420" y="197"/>
                </a:lnTo>
                <a:lnTo>
                  <a:pt x="420" y="197"/>
                </a:lnTo>
                <a:lnTo>
                  <a:pt x="391" y="191"/>
                </a:lnTo>
                <a:lnTo>
                  <a:pt x="369" y="185"/>
                </a:lnTo>
                <a:lnTo>
                  <a:pt x="369" y="185"/>
                </a:lnTo>
                <a:lnTo>
                  <a:pt x="369" y="167"/>
                </a:lnTo>
                <a:lnTo>
                  <a:pt x="369" y="147"/>
                </a:lnTo>
                <a:lnTo>
                  <a:pt x="369" y="147"/>
                </a:lnTo>
                <a:lnTo>
                  <a:pt x="373" y="133"/>
                </a:lnTo>
                <a:lnTo>
                  <a:pt x="387" y="104"/>
                </a:lnTo>
                <a:lnTo>
                  <a:pt x="387" y="104"/>
                </a:lnTo>
                <a:lnTo>
                  <a:pt x="398" y="80"/>
                </a:lnTo>
                <a:lnTo>
                  <a:pt x="404" y="70"/>
                </a:lnTo>
                <a:lnTo>
                  <a:pt x="404" y="70"/>
                </a:lnTo>
                <a:lnTo>
                  <a:pt x="424" y="66"/>
                </a:lnTo>
                <a:lnTo>
                  <a:pt x="438" y="64"/>
                </a:lnTo>
                <a:lnTo>
                  <a:pt x="458" y="62"/>
                </a:lnTo>
                <a:lnTo>
                  <a:pt x="458" y="62"/>
                </a:lnTo>
                <a:lnTo>
                  <a:pt x="480" y="62"/>
                </a:lnTo>
                <a:lnTo>
                  <a:pt x="504" y="66"/>
                </a:lnTo>
                <a:lnTo>
                  <a:pt x="532" y="70"/>
                </a:lnTo>
                <a:lnTo>
                  <a:pt x="546" y="76"/>
                </a:lnTo>
                <a:lnTo>
                  <a:pt x="560" y="82"/>
                </a:lnTo>
                <a:lnTo>
                  <a:pt x="560" y="82"/>
                </a:lnTo>
                <a:lnTo>
                  <a:pt x="590" y="96"/>
                </a:lnTo>
                <a:lnTo>
                  <a:pt x="623" y="119"/>
                </a:lnTo>
                <a:lnTo>
                  <a:pt x="661" y="147"/>
                </a:lnTo>
                <a:lnTo>
                  <a:pt x="699" y="179"/>
                </a:lnTo>
                <a:lnTo>
                  <a:pt x="739" y="217"/>
                </a:lnTo>
                <a:lnTo>
                  <a:pt x="757" y="237"/>
                </a:lnTo>
                <a:lnTo>
                  <a:pt x="775" y="257"/>
                </a:lnTo>
                <a:lnTo>
                  <a:pt x="791" y="279"/>
                </a:lnTo>
                <a:lnTo>
                  <a:pt x="804" y="301"/>
                </a:lnTo>
                <a:lnTo>
                  <a:pt x="818" y="325"/>
                </a:lnTo>
                <a:lnTo>
                  <a:pt x="828" y="346"/>
                </a:lnTo>
                <a:lnTo>
                  <a:pt x="828" y="346"/>
                </a:lnTo>
                <a:lnTo>
                  <a:pt x="840" y="374"/>
                </a:lnTo>
                <a:lnTo>
                  <a:pt x="850" y="402"/>
                </a:lnTo>
                <a:lnTo>
                  <a:pt x="864" y="456"/>
                </a:lnTo>
                <a:lnTo>
                  <a:pt x="874" y="500"/>
                </a:lnTo>
                <a:lnTo>
                  <a:pt x="878" y="528"/>
                </a:lnTo>
                <a:lnTo>
                  <a:pt x="880" y="536"/>
                </a:lnTo>
                <a:lnTo>
                  <a:pt x="880" y="536"/>
                </a:lnTo>
                <a:lnTo>
                  <a:pt x="884" y="548"/>
                </a:lnTo>
                <a:lnTo>
                  <a:pt x="890" y="562"/>
                </a:lnTo>
                <a:lnTo>
                  <a:pt x="906" y="591"/>
                </a:lnTo>
                <a:lnTo>
                  <a:pt x="906" y="591"/>
                </a:lnTo>
                <a:lnTo>
                  <a:pt x="906" y="591"/>
                </a:lnTo>
                <a:lnTo>
                  <a:pt x="914" y="605"/>
                </a:lnTo>
                <a:lnTo>
                  <a:pt x="914" y="605"/>
                </a:lnTo>
                <a:lnTo>
                  <a:pt x="902" y="619"/>
                </a:lnTo>
                <a:lnTo>
                  <a:pt x="884" y="635"/>
                </a:lnTo>
                <a:lnTo>
                  <a:pt x="862" y="653"/>
                </a:lnTo>
                <a:lnTo>
                  <a:pt x="836" y="673"/>
                </a:lnTo>
                <a:lnTo>
                  <a:pt x="836" y="673"/>
                </a:lnTo>
                <a:lnTo>
                  <a:pt x="798" y="699"/>
                </a:lnTo>
                <a:lnTo>
                  <a:pt x="775" y="713"/>
                </a:lnTo>
                <a:lnTo>
                  <a:pt x="749" y="727"/>
                </a:lnTo>
                <a:lnTo>
                  <a:pt x="723" y="739"/>
                </a:lnTo>
                <a:lnTo>
                  <a:pt x="693" y="751"/>
                </a:lnTo>
                <a:lnTo>
                  <a:pt x="661" y="761"/>
                </a:lnTo>
                <a:lnTo>
                  <a:pt x="629" y="769"/>
                </a:lnTo>
                <a:lnTo>
                  <a:pt x="629" y="769"/>
                </a:lnTo>
                <a:lnTo>
                  <a:pt x="609" y="773"/>
                </a:lnTo>
                <a:lnTo>
                  <a:pt x="586" y="775"/>
                </a:lnTo>
                <a:lnTo>
                  <a:pt x="536" y="775"/>
                </a:lnTo>
                <a:lnTo>
                  <a:pt x="484" y="773"/>
                </a:lnTo>
                <a:lnTo>
                  <a:pt x="434" y="769"/>
                </a:lnTo>
                <a:lnTo>
                  <a:pt x="434" y="769"/>
                </a:lnTo>
                <a:lnTo>
                  <a:pt x="440" y="759"/>
                </a:lnTo>
                <a:lnTo>
                  <a:pt x="440" y="759"/>
                </a:lnTo>
                <a:lnTo>
                  <a:pt x="444" y="755"/>
                </a:lnTo>
                <a:lnTo>
                  <a:pt x="450" y="749"/>
                </a:lnTo>
                <a:lnTo>
                  <a:pt x="466" y="741"/>
                </a:lnTo>
                <a:lnTo>
                  <a:pt x="484" y="735"/>
                </a:lnTo>
                <a:lnTo>
                  <a:pt x="500" y="731"/>
                </a:lnTo>
                <a:lnTo>
                  <a:pt x="500" y="731"/>
                </a:lnTo>
                <a:lnTo>
                  <a:pt x="506" y="731"/>
                </a:lnTo>
                <a:lnTo>
                  <a:pt x="512" y="727"/>
                </a:lnTo>
                <a:lnTo>
                  <a:pt x="520" y="719"/>
                </a:lnTo>
                <a:lnTo>
                  <a:pt x="526" y="709"/>
                </a:lnTo>
                <a:lnTo>
                  <a:pt x="526" y="703"/>
                </a:lnTo>
                <a:lnTo>
                  <a:pt x="526" y="697"/>
                </a:lnTo>
                <a:lnTo>
                  <a:pt x="526" y="697"/>
                </a:lnTo>
                <a:lnTo>
                  <a:pt x="522" y="685"/>
                </a:lnTo>
                <a:lnTo>
                  <a:pt x="514" y="675"/>
                </a:lnTo>
                <a:lnTo>
                  <a:pt x="514" y="675"/>
                </a:lnTo>
                <a:lnTo>
                  <a:pt x="510" y="673"/>
                </a:lnTo>
                <a:lnTo>
                  <a:pt x="504" y="671"/>
                </a:lnTo>
                <a:lnTo>
                  <a:pt x="498" y="669"/>
                </a:lnTo>
                <a:lnTo>
                  <a:pt x="492" y="671"/>
                </a:lnTo>
                <a:lnTo>
                  <a:pt x="492" y="671"/>
                </a:lnTo>
                <a:lnTo>
                  <a:pt x="476" y="673"/>
                </a:lnTo>
                <a:lnTo>
                  <a:pt x="462" y="677"/>
                </a:lnTo>
                <a:lnTo>
                  <a:pt x="448" y="681"/>
                </a:lnTo>
                <a:lnTo>
                  <a:pt x="430" y="689"/>
                </a:lnTo>
                <a:lnTo>
                  <a:pt x="414" y="699"/>
                </a:lnTo>
                <a:lnTo>
                  <a:pt x="400" y="711"/>
                </a:lnTo>
                <a:lnTo>
                  <a:pt x="389" y="727"/>
                </a:lnTo>
                <a:lnTo>
                  <a:pt x="389" y="727"/>
                </a:lnTo>
                <a:lnTo>
                  <a:pt x="381" y="741"/>
                </a:lnTo>
                <a:lnTo>
                  <a:pt x="373" y="761"/>
                </a:lnTo>
                <a:lnTo>
                  <a:pt x="363" y="785"/>
                </a:lnTo>
                <a:lnTo>
                  <a:pt x="355" y="813"/>
                </a:lnTo>
                <a:lnTo>
                  <a:pt x="347" y="842"/>
                </a:lnTo>
                <a:lnTo>
                  <a:pt x="341" y="876"/>
                </a:lnTo>
                <a:lnTo>
                  <a:pt x="335" y="910"/>
                </a:lnTo>
                <a:lnTo>
                  <a:pt x="329" y="946"/>
                </a:lnTo>
                <a:lnTo>
                  <a:pt x="329" y="946"/>
                </a:lnTo>
                <a:lnTo>
                  <a:pt x="329" y="952"/>
                </a:lnTo>
                <a:lnTo>
                  <a:pt x="331" y="958"/>
                </a:lnTo>
                <a:lnTo>
                  <a:pt x="337" y="970"/>
                </a:lnTo>
                <a:lnTo>
                  <a:pt x="345" y="976"/>
                </a:lnTo>
                <a:lnTo>
                  <a:pt x="351" y="980"/>
                </a:lnTo>
                <a:lnTo>
                  <a:pt x="357" y="980"/>
                </a:lnTo>
                <a:lnTo>
                  <a:pt x="361" y="980"/>
                </a:lnTo>
                <a:lnTo>
                  <a:pt x="361" y="980"/>
                </a:lnTo>
                <a:lnTo>
                  <a:pt x="373" y="978"/>
                </a:lnTo>
                <a:lnTo>
                  <a:pt x="381" y="972"/>
                </a:lnTo>
                <a:lnTo>
                  <a:pt x="389" y="964"/>
                </a:lnTo>
                <a:lnTo>
                  <a:pt x="391" y="954"/>
                </a:lnTo>
                <a:lnTo>
                  <a:pt x="391" y="954"/>
                </a:lnTo>
                <a:lnTo>
                  <a:pt x="396" y="916"/>
                </a:lnTo>
                <a:lnTo>
                  <a:pt x="402" y="882"/>
                </a:lnTo>
                <a:lnTo>
                  <a:pt x="414" y="828"/>
                </a:lnTo>
                <a:lnTo>
                  <a:pt x="414" y="828"/>
                </a:lnTo>
                <a:lnTo>
                  <a:pt x="486" y="834"/>
                </a:lnTo>
                <a:lnTo>
                  <a:pt x="548" y="836"/>
                </a:lnTo>
                <a:lnTo>
                  <a:pt x="548" y="836"/>
                </a:lnTo>
                <a:lnTo>
                  <a:pt x="599" y="834"/>
                </a:lnTo>
                <a:lnTo>
                  <a:pt x="623" y="832"/>
                </a:lnTo>
                <a:lnTo>
                  <a:pt x="641" y="828"/>
                </a:lnTo>
                <a:lnTo>
                  <a:pt x="641" y="828"/>
                </a:lnTo>
                <a:lnTo>
                  <a:pt x="679" y="820"/>
                </a:lnTo>
                <a:lnTo>
                  <a:pt x="715" y="809"/>
                </a:lnTo>
                <a:lnTo>
                  <a:pt x="749" y="795"/>
                </a:lnTo>
                <a:lnTo>
                  <a:pt x="781" y="781"/>
                </a:lnTo>
                <a:lnTo>
                  <a:pt x="810" y="765"/>
                </a:lnTo>
                <a:lnTo>
                  <a:pt x="836" y="749"/>
                </a:lnTo>
                <a:lnTo>
                  <a:pt x="880" y="719"/>
                </a:lnTo>
                <a:lnTo>
                  <a:pt x="880" y="719"/>
                </a:lnTo>
                <a:lnTo>
                  <a:pt x="918" y="689"/>
                </a:lnTo>
                <a:lnTo>
                  <a:pt x="948" y="659"/>
                </a:lnTo>
                <a:lnTo>
                  <a:pt x="948" y="659"/>
                </a:lnTo>
                <a:lnTo>
                  <a:pt x="966" y="639"/>
                </a:lnTo>
                <a:lnTo>
                  <a:pt x="974" y="625"/>
                </a:lnTo>
                <a:lnTo>
                  <a:pt x="978" y="613"/>
                </a:lnTo>
                <a:lnTo>
                  <a:pt x="980" y="603"/>
                </a:lnTo>
                <a:lnTo>
                  <a:pt x="980" y="603"/>
                </a:lnTo>
                <a:close/>
              </a:path>
            </a:pathLst>
          </a:custGeom>
          <a:solidFill>
            <a:schemeClr val="tx1">
              <a:lumMod val="65000"/>
              <a:lumOff val="35000"/>
            </a:schemeClr>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9" name="TextBox 28">
            <a:extLst>
              <a:ext uri="{FF2B5EF4-FFF2-40B4-BE49-F238E27FC236}">
                <a16:creationId xmlns:a16="http://schemas.microsoft.com/office/drawing/2014/main" id="{7A052202-53B1-4147-BA48-835107F13EDB}"/>
              </a:ext>
            </a:extLst>
          </p:cNvPr>
          <p:cNvSpPr txBox="1"/>
          <p:nvPr/>
        </p:nvSpPr>
        <p:spPr>
          <a:xfrm>
            <a:off x="4548235" y="5139701"/>
            <a:ext cx="6756532" cy="646331"/>
          </a:xfrm>
          <a:prstGeom prst="rect">
            <a:avLst/>
          </a:prstGeom>
          <a:noFill/>
        </p:spPr>
        <p:txBody>
          <a:bodyPr wrap="square" rtlCol="0">
            <a:spAutoFit/>
          </a:bodyPr>
          <a:lstStyle/>
          <a:p>
            <a:r>
              <a:rPr lang="en-US" b="1" err="1"/>
              <a:t>Hypohydration</a:t>
            </a:r>
            <a:r>
              <a:rPr lang="en-US" b="1"/>
              <a:t> can impair performance, especially if </a:t>
            </a:r>
          </a:p>
          <a:p>
            <a:r>
              <a:rPr lang="en-US" b="1"/>
              <a:t>exceeds 2-3% body mass loss and in hot/humid conditions</a:t>
            </a:r>
          </a:p>
        </p:txBody>
      </p:sp>
      <p:sp>
        <p:nvSpPr>
          <p:cNvPr id="30" name="TextBox 29">
            <a:extLst>
              <a:ext uri="{FF2B5EF4-FFF2-40B4-BE49-F238E27FC236}">
                <a16:creationId xmlns:a16="http://schemas.microsoft.com/office/drawing/2014/main" id="{9D08A139-5397-431F-AE71-9102B4F6FBD8}"/>
              </a:ext>
            </a:extLst>
          </p:cNvPr>
          <p:cNvSpPr txBox="1"/>
          <p:nvPr/>
        </p:nvSpPr>
        <p:spPr>
          <a:xfrm>
            <a:off x="6031046" y="6472644"/>
            <a:ext cx="6160954" cy="415498"/>
          </a:xfrm>
          <a:prstGeom prst="rect">
            <a:avLst/>
          </a:prstGeom>
          <a:noFill/>
        </p:spPr>
        <p:txBody>
          <a:bodyPr wrap="square" rtlCol="0" anchor="t">
            <a:spAutoFit/>
          </a:bodyPr>
          <a:lstStyle/>
          <a:p>
            <a:pPr algn="r"/>
            <a:r>
              <a:rPr lang="en-US" sz="1050" dirty="0">
                <a:solidFill>
                  <a:schemeClr val="bg1"/>
                </a:solidFill>
              </a:rPr>
              <a:t>McDermott BP, Anderson SA, Armstrong LE, et. al. </a:t>
            </a:r>
            <a:r>
              <a:rPr lang="en-US" sz="1050" i="1" dirty="0">
                <a:solidFill>
                  <a:schemeClr val="bg1"/>
                </a:solidFill>
              </a:rPr>
              <a:t>J </a:t>
            </a:r>
            <a:r>
              <a:rPr lang="en-US" sz="1050" i="1" dirty="0" err="1">
                <a:solidFill>
                  <a:schemeClr val="bg1"/>
                </a:solidFill>
              </a:rPr>
              <a:t>Athl</a:t>
            </a:r>
            <a:r>
              <a:rPr lang="en-US" sz="1050" i="1" dirty="0">
                <a:solidFill>
                  <a:schemeClr val="bg1"/>
                </a:solidFill>
              </a:rPr>
              <a:t> Train.</a:t>
            </a:r>
            <a:r>
              <a:rPr lang="en-US" sz="1050" dirty="0">
                <a:solidFill>
                  <a:schemeClr val="bg1"/>
                </a:solidFill>
              </a:rPr>
              <a:t> 2017;52(9):877-895</a:t>
            </a:r>
          </a:p>
          <a:p>
            <a:pPr algn="r"/>
            <a:r>
              <a:rPr lang="en-US" sz="1050" dirty="0">
                <a:solidFill>
                  <a:schemeClr val="bg1"/>
                </a:solidFill>
              </a:rPr>
              <a:t> Thomas DT, Erdman KA, Burke LM. </a:t>
            </a:r>
            <a:r>
              <a:rPr lang="en-US" sz="1050" i="1" dirty="0">
                <a:solidFill>
                  <a:schemeClr val="bg1"/>
                </a:solidFill>
              </a:rPr>
              <a:t>Med Sci Sports </a:t>
            </a:r>
            <a:r>
              <a:rPr lang="en-US" sz="1050" i="1" dirty="0" err="1">
                <a:solidFill>
                  <a:schemeClr val="bg1"/>
                </a:solidFill>
              </a:rPr>
              <a:t>Exerc</a:t>
            </a:r>
            <a:r>
              <a:rPr lang="en-US" sz="1050" i="1" dirty="0">
                <a:solidFill>
                  <a:schemeClr val="bg1"/>
                </a:solidFill>
              </a:rPr>
              <a:t>.</a:t>
            </a:r>
            <a:r>
              <a:rPr lang="en-US" sz="1050" dirty="0">
                <a:solidFill>
                  <a:schemeClr val="bg1"/>
                </a:solidFill>
              </a:rPr>
              <a:t> 2016;48(3):543-568</a:t>
            </a:r>
          </a:p>
        </p:txBody>
      </p:sp>
      <p:grpSp>
        <p:nvGrpSpPr>
          <p:cNvPr id="31" name="Group 30">
            <a:extLst>
              <a:ext uri="{FF2B5EF4-FFF2-40B4-BE49-F238E27FC236}">
                <a16:creationId xmlns:a16="http://schemas.microsoft.com/office/drawing/2014/main" id="{4857B5A1-8937-4FCA-8B82-614E2B729CBA}"/>
              </a:ext>
            </a:extLst>
          </p:cNvPr>
          <p:cNvGrpSpPr/>
          <p:nvPr/>
        </p:nvGrpSpPr>
        <p:grpSpPr>
          <a:xfrm>
            <a:off x="780799" y="4872906"/>
            <a:ext cx="3584556" cy="1098311"/>
            <a:chOff x="7803215" y="1233079"/>
            <a:chExt cx="3584556" cy="1098311"/>
          </a:xfrm>
        </p:grpSpPr>
        <p:grpSp>
          <p:nvGrpSpPr>
            <p:cNvPr id="32" name="Group 31">
              <a:extLst>
                <a:ext uri="{FF2B5EF4-FFF2-40B4-BE49-F238E27FC236}">
                  <a16:creationId xmlns:a16="http://schemas.microsoft.com/office/drawing/2014/main" id="{264665C8-E62E-4478-AFCA-560F5DE235F3}"/>
                </a:ext>
              </a:extLst>
            </p:cNvPr>
            <p:cNvGrpSpPr/>
            <p:nvPr/>
          </p:nvGrpSpPr>
          <p:grpSpPr>
            <a:xfrm>
              <a:off x="7931604" y="1233079"/>
              <a:ext cx="3456167" cy="1098311"/>
              <a:chOff x="1285979" y="5268090"/>
              <a:chExt cx="3456167" cy="1098311"/>
            </a:xfrm>
          </p:grpSpPr>
          <p:sp>
            <p:nvSpPr>
              <p:cNvPr id="34" name="Rectangle 33">
                <a:extLst>
                  <a:ext uri="{FF2B5EF4-FFF2-40B4-BE49-F238E27FC236}">
                    <a16:creationId xmlns:a16="http://schemas.microsoft.com/office/drawing/2014/main" id="{276F0016-282F-4601-B1CF-67BCF42702D3}"/>
                  </a:ext>
                </a:extLst>
              </p:cNvPr>
              <p:cNvSpPr/>
              <p:nvPr/>
            </p:nvSpPr>
            <p:spPr>
              <a:xfrm>
                <a:off x="1285979" y="5473688"/>
                <a:ext cx="1627840"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ED55978-0BB7-42BA-B06E-88B082F610E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sp>
          <p:nvSpPr>
            <p:cNvPr id="33" name="TextBox 32">
              <a:extLst>
                <a:ext uri="{FF2B5EF4-FFF2-40B4-BE49-F238E27FC236}">
                  <a16:creationId xmlns:a16="http://schemas.microsoft.com/office/drawing/2014/main" id="{8C047AC3-AD9A-497C-994E-34A8A8F52038}"/>
                </a:ext>
              </a:extLst>
            </p:cNvPr>
            <p:cNvSpPr txBox="1"/>
            <p:nvPr/>
          </p:nvSpPr>
          <p:spPr>
            <a:xfrm>
              <a:off x="7803215" y="1446090"/>
              <a:ext cx="1861924" cy="677108"/>
            </a:xfrm>
            <a:prstGeom prst="rect">
              <a:avLst/>
            </a:prstGeom>
            <a:noFill/>
            <a:ln>
              <a:noFill/>
            </a:ln>
          </p:spPr>
          <p:txBody>
            <a:bodyPr wrap="square" rtlCol="0">
              <a:spAutoFit/>
            </a:bodyPr>
            <a:lstStyle/>
            <a:p>
              <a:pPr algn="ctr"/>
              <a:r>
                <a:rPr lang="en-US" sz="2000" b="1"/>
                <a:t>SSE</a:t>
              </a:r>
            </a:p>
            <a:p>
              <a:pPr algn="ctr"/>
              <a:r>
                <a:rPr lang="en-US" b="1"/>
                <a:t>#128, 152, 165</a:t>
              </a:r>
            </a:p>
          </p:txBody>
        </p:sp>
      </p:grpSp>
      <p:sp>
        <p:nvSpPr>
          <p:cNvPr id="36" name="Rectangle 35">
            <a:extLst>
              <a:ext uri="{FF2B5EF4-FFF2-40B4-BE49-F238E27FC236}">
                <a16:creationId xmlns:a16="http://schemas.microsoft.com/office/drawing/2014/main" id="{56C3E5D2-3DA2-4CF0-91CF-E864097EF783}"/>
              </a:ext>
            </a:extLst>
          </p:cNvPr>
          <p:cNvSpPr/>
          <p:nvPr/>
        </p:nvSpPr>
        <p:spPr>
          <a:xfrm>
            <a:off x="0" y="6488668"/>
            <a:ext cx="5643469" cy="369332"/>
          </a:xfrm>
          <a:prstGeom prst="rect">
            <a:avLst/>
          </a:prstGeom>
        </p:spPr>
        <p:txBody>
          <a:bodyPr wrap="square">
            <a:spAutoFit/>
          </a:bodyPr>
          <a:lstStyle/>
          <a:p>
            <a:r>
              <a:rPr lang="en-US" sz="600" dirty="0" err="1">
                <a:solidFill>
                  <a:schemeClr val="bg1"/>
                </a:solidFill>
              </a:rPr>
              <a:t>Laitano</a:t>
            </a:r>
            <a:r>
              <a:rPr lang="en-US" sz="600" dirty="0">
                <a:solidFill>
                  <a:schemeClr val="bg1"/>
                </a:solidFill>
              </a:rPr>
              <a:t> et. al. </a:t>
            </a:r>
            <a:r>
              <a:rPr lang="en-US" sz="600" i="1" dirty="0">
                <a:solidFill>
                  <a:schemeClr val="bg1"/>
                </a:solidFill>
              </a:rPr>
              <a:t>Sports Science Exchange. </a:t>
            </a:r>
            <a:r>
              <a:rPr lang="en-US" sz="600" dirty="0">
                <a:solidFill>
                  <a:schemeClr val="bg1"/>
                </a:solidFill>
              </a:rPr>
              <a:t>2014;27(128)</a:t>
            </a:r>
          </a:p>
          <a:p>
            <a:r>
              <a:rPr lang="en-US" sz="600" dirty="0">
                <a:solidFill>
                  <a:schemeClr val="bg1"/>
                </a:solidFill>
              </a:rPr>
              <a:t>Sawka et. al. </a:t>
            </a:r>
            <a:r>
              <a:rPr lang="en-US" sz="600" i="1" dirty="0">
                <a:solidFill>
                  <a:schemeClr val="bg1"/>
                </a:solidFill>
              </a:rPr>
              <a:t>Sports Science Exchange</a:t>
            </a:r>
            <a:r>
              <a:rPr lang="en-US" sz="600" dirty="0">
                <a:solidFill>
                  <a:schemeClr val="bg1"/>
                </a:solidFill>
              </a:rPr>
              <a:t>. 2015;28(152)</a:t>
            </a:r>
          </a:p>
          <a:p>
            <a:r>
              <a:rPr lang="en-US" sz="600" dirty="0">
                <a:solidFill>
                  <a:schemeClr val="bg1"/>
                </a:solidFill>
              </a:rPr>
              <a:t>Baker. </a:t>
            </a:r>
            <a:r>
              <a:rPr lang="en-US" sz="600" i="1" dirty="0">
                <a:solidFill>
                  <a:schemeClr val="bg1"/>
                </a:solidFill>
              </a:rPr>
              <a:t>Sports Science Exchange</a:t>
            </a:r>
            <a:r>
              <a:rPr lang="en-US" sz="600" dirty="0">
                <a:solidFill>
                  <a:schemeClr val="bg1"/>
                </a:solidFill>
              </a:rPr>
              <a:t>. 2016;28(165)</a:t>
            </a:r>
          </a:p>
        </p:txBody>
      </p:sp>
      <p:cxnSp>
        <p:nvCxnSpPr>
          <p:cNvPr id="37" name="Straight Connector 36">
            <a:extLst>
              <a:ext uri="{FF2B5EF4-FFF2-40B4-BE49-F238E27FC236}">
                <a16:creationId xmlns:a16="http://schemas.microsoft.com/office/drawing/2014/main" id="{62A61754-78AF-7243-BD50-0296E6604341}"/>
              </a:ext>
            </a:extLst>
          </p:cNvPr>
          <p:cNvCxnSpPr>
            <a:cxnSpLocks/>
          </p:cNvCxnSpPr>
          <p:nvPr/>
        </p:nvCxnSpPr>
        <p:spPr>
          <a:xfrm>
            <a:off x="912674" y="933749"/>
            <a:ext cx="614261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4431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1068CD-C28E-FF4E-AA66-58180C8D2263}"/>
              </a:ext>
            </a:extLst>
          </p:cNvPr>
          <p:cNvSpPr>
            <a:spLocks noGrp="1"/>
          </p:cNvSpPr>
          <p:nvPr>
            <p:ph type="title"/>
          </p:nvPr>
        </p:nvSpPr>
        <p:spPr>
          <a:xfrm>
            <a:off x="196709" y="903836"/>
            <a:ext cx="5475837" cy="849858"/>
          </a:xfrm>
        </p:spPr>
        <p:txBody>
          <a:bodyPr/>
          <a:lstStyle/>
          <a:p>
            <a:r>
              <a:rPr lang="en-US"/>
              <a:t>Fluid Balance</a:t>
            </a:r>
            <a:br>
              <a:rPr lang="en-US"/>
            </a:br>
            <a:endParaRPr lang="en-US"/>
          </a:p>
        </p:txBody>
      </p:sp>
      <p:sp>
        <p:nvSpPr>
          <p:cNvPr id="4" name="Text Placeholder 3">
            <a:extLst>
              <a:ext uri="{FF2B5EF4-FFF2-40B4-BE49-F238E27FC236}">
                <a16:creationId xmlns:a16="http://schemas.microsoft.com/office/drawing/2014/main" id="{65234E77-0316-524C-8B84-91911BA4327F}"/>
              </a:ext>
            </a:extLst>
          </p:cNvPr>
          <p:cNvSpPr>
            <a:spLocks noGrp="1"/>
          </p:cNvSpPr>
          <p:nvPr>
            <p:ph type="body" sz="quarter" idx="10"/>
          </p:nvPr>
        </p:nvSpPr>
        <p:spPr/>
        <p:txBody>
          <a:bodyPr/>
          <a:lstStyle/>
          <a:p>
            <a:r>
              <a:rPr lang="en-US" sz="2400"/>
              <a:t>Assessment before exercise</a:t>
            </a:r>
          </a:p>
          <a:p>
            <a:r>
              <a:rPr lang="en-US" sz="2400"/>
              <a:t>Hydration status</a:t>
            </a:r>
          </a:p>
          <a:p>
            <a:r>
              <a:rPr lang="en-US" sz="2400"/>
              <a:t>Sweat loss </a:t>
            </a:r>
          </a:p>
          <a:p>
            <a:r>
              <a:rPr lang="en-US" sz="2400"/>
              <a:t>Sweating rate</a:t>
            </a:r>
          </a:p>
          <a:p>
            <a:r>
              <a:rPr lang="en-US" sz="2400"/>
              <a:t>Data collection</a:t>
            </a:r>
          </a:p>
          <a:p>
            <a:r>
              <a:rPr lang="en-US" sz="2400"/>
              <a:t>Example calculations</a:t>
            </a:r>
          </a:p>
        </p:txBody>
      </p:sp>
      <p:sp>
        <p:nvSpPr>
          <p:cNvPr id="5" name="Picture Placeholder 4">
            <a:extLst>
              <a:ext uri="{FF2B5EF4-FFF2-40B4-BE49-F238E27FC236}">
                <a16:creationId xmlns:a16="http://schemas.microsoft.com/office/drawing/2014/main" id="{0823DB01-E919-4624-BC21-77473610F731}"/>
              </a:ext>
            </a:extLst>
          </p:cNvPr>
          <p:cNvSpPr>
            <a:spLocks noGrp="1"/>
          </p:cNvSpPr>
          <p:nvPr>
            <p:ph type="pic" sz="quarter" idx="11"/>
          </p:nvPr>
        </p:nvSpPr>
        <p:spPr/>
      </p:sp>
      <p:pic>
        <p:nvPicPr>
          <p:cNvPr id="7" name="Picture 6">
            <a:extLst>
              <a:ext uri="{FF2B5EF4-FFF2-40B4-BE49-F238E27FC236}">
                <a16:creationId xmlns:a16="http://schemas.microsoft.com/office/drawing/2014/main" id="{C32103C5-2F60-45D0-A797-7A6B0E23027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623"/>
          <a:stretch/>
        </p:blipFill>
        <p:spPr>
          <a:xfrm flipH="1">
            <a:off x="6073480" y="-34889"/>
            <a:ext cx="6316395" cy="6544041"/>
          </a:xfrm>
          <a:prstGeom prst="rect">
            <a:avLst/>
          </a:prstGeom>
        </p:spPr>
      </p:pic>
      <p:cxnSp>
        <p:nvCxnSpPr>
          <p:cNvPr id="6" name="Straight Connector 5">
            <a:extLst>
              <a:ext uri="{FF2B5EF4-FFF2-40B4-BE49-F238E27FC236}">
                <a16:creationId xmlns:a16="http://schemas.microsoft.com/office/drawing/2014/main" id="{450E8FA3-CCF5-CF47-BB37-EFA7C14FE621}"/>
              </a:ext>
            </a:extLst>
          </p:cNvPr>
          <p:cNvCxnSpPr>
            <a:cxnSpLocks/>
          </p:cNvCxnSpPr>
          <p:nvPr/>
        </p:nvCxnSpPr>
        <p:spPr>
          <a:xfrm>
            <a:off x="273269" y="1492469"/>
            <a:ext cx="3026979"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614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A122A-94AE-E74E-BE68-A9140AFA255B}"/>
              </a:ext>
            </a:extLst>
          </p:cNvPr>
          <p:cNvSpPr>
            <a:spLocks noGrp="1"/>
          </p:cNvSpPr>
          <p:nvPr>
            <p:ph type="title"/>
          </p:nvPr>
        </p:nvSpPr>
        <p:spPr>
          <a:xfrm>
            <a:off x="1317735" y="1515535"/>
            <a:ext cx="9556531" cy="849858"/>
          </a:xfrm>
        </p:spPr>
        <p:txBody>
          <a:bodyPr/>
          <a:lstStyle/>
          <a:p>
            <a:pPr algn="ctr"/>
            <a:r>
              <a:rPr lang="en-US" sz="4400" dirty="0"/>
              <a:t>Can you think of a simple way for an Athletic Trainer or Sports Dietitian to monitor the hydration status of their athletes?</a:t>
            </a:r>
          </a:p>
        </p:txBody>
      </p:sp>
    </p:spTree>
    <p:extLst>
      <p:ext uri="{BB962C8B-B14F-4D97-AF65-F5344CB8AC3E}">
        <p14:creationId xmlns:p14="http://schemas.microsoft.com/office/powerpoint/2010/main" val="38831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cup, table, drink, food&#10;&#10;Description automatically generated">
            <a:extLst>
              <a:ext uri="{FF2B5EF4-FFF2-40B4-BE49-F238E27FC236}">
                <a16:creationId xmlns:a16="http://schemas.microsoft.com/office/drawing/2014/main" id="{DC777505-6CF9-4749-8361-4B01D1C27B2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732122" y="1723561"/>
            <a:ext cx="4497347" cy="3558023"/>
          </a:xfrm>
          <a:prstGeom prst="rect">
            <a:avLst/>
          </a:prstGeom>
        </p:spPr>
      </p:pic>
      <p:sp>
        <p:nvSpPr>
          <p:cNvPr id="8" name="Rectangle 7">
            <a:extLst>
              <a:ext uri="{FF2B5EF4-FFF2-40B4-BE49-F238E27FC236}">
                <a16:creationId xmlns:a16="http://schemas.microsoft.com/office/drawing/2014/main" id="{2B84EEF8-5091-2843-8353-7537775FCFD5}"/>
              </a:ext>
            </a:extLst>
          </p:cNvPr>
          <p:cNvSpPr/>
          <p:nvPr/>
        </p:nvSpPr>
        <p:spPr>
          <a:xfrm>
            <a:off x="256414" y="598933"/>
            <a:ext cx="1068804" cy="5623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Century Gothic" panose="020F0302020204030204"/>
            </a:endParaRPr>
          </a:p>
        </p:txBody>
      </p:sp>
      <p:sp>
        <p:nvSpPr>
          <p:cNvPr id="2" name="Title 1">
            <a:extLst>
              <a:ext uri="{FF2B5EF4-FFF2-40B4-BE49-F238E27FC236}">
                <a16:creationId xmlns:a16="http://schemas.microsoft.com/office/drawing/2014/main" id="{74DAEE72-EF21-8346-B485-73833C678B8E}"/>
              </a:ext>
            </a:extLst>
          </p:cNvPr>
          <p:cNvSpPr>
            <a:spLocks noGrp="1"/>
          </p:cNvSpPr>
          <p:nvPr>
            <p:ph type="title"/>
          </p:nvPr>
        </p:nvSpPr>
        <p:spPr>
          <a:xfrm>
            <a:off x="371093" y="562357"/>
            <a:ext cx="5724907" cy="562355"/>
          </a:xfrm>
        </p:spPr>
        <p:txBody>
          <a:bodyPr vert="horz" lIns="91440" tIns="45720" rIns="91440" bIns="45720" rtlCol="0" anchor="b">
            <a:noAutofit/>
          </a:bodyPr>
          <a:lstStyle/>
          <a:p>
            <a:pPr>
              <a:lnSpc>
                <a:spcPct val="90000"/>
              </a:lnSpc>
            </a:pPr>
            <a:r>
              <a:rPr lang="en-US" sz="3200">
                <a:latin typeface="+mj-lt"/>
              </a:rPr>
              <a:t>Monitoring Hydration Status:</a:t>
            </a:r>
            <a:br>
              <a:rPr lang="en-US" sz="3200">
                <a:latin typeface="+mj-lt"/>
              </a:rPr>
            </a:br>
            <a:r>
              <a:rPr lang="en-US" sz="3200" b="0">
                <a:latin typeface="+mj-lt"/>
              </a:rPr>
              <a:t>Urine Color</a:t>
            </a:r>
          </a:p>
        </p:txBody>
      </p:sp>
      <p:sp>
        <p:nvSpPr>
          <p:cNvPr id="3" name="Text Placeholder 2">
            <a:extLst>
              <a:ext uri="{FF2B5EF4-FFF2-40B4-BE49-F238E27FC236}">
                <a16:creationId xmlns:a16="http://schemas.microsoft.com/office/drawing/2014/main" id="{2CBCA39F-AE6C-DC47-8673-58480500B2E8}"/>
              </a:ext>
            </a:extLst>
          </p:cNvPr>
          <p:cNvSpPr>
            <a:spLocks noGrp="1"/>
          </p:cNvSpPr>
          <p:nvPr>
            <p:ph type="body" sz="quarter" idx="10"/>
          </p:nvPr>
        </p:nvSpPr>
        <p:spPr>
          <a:xfrm>
            <a:off x="371095" y="1612677"/>
            <a:ext cx="7075035" cy="3207259"/>
          </a:xfrm>
        </p:spPr>
        <p:txBody>
          <a:bodyPr vert="horz" lIns="91440" tIns="45720" rIns="91440" bIns="45720" rtlCol="0" anchor="t">
            <a:noAutofit/>
          </a:bodyPr>
          <a:lstStyle/>
          <a:p>
            <a:r>
              <a:rPr lang="en-US" sz="2400" dirty="0">
                <a:latin typeface="+mn-lt"/>
              </a:rPr>
              <a:t>Urine color can be used as a reliable marker of hydration status</a:t>
            </a:r>
          </a:p>
          <a:p>
            <a:r>
              <a:rPr lang="en-US" sz="2400" dirty="0">
                <a:latin typeface="+mn-lt"/>
              </a:rPr>
              <a:t>Athletes with a urine color of 5 on a urine color chart are 6 times more likely to be </a:t>
            </a:r>
            <a:r>
              <a:rPr lang="en-US" sz="2400" dirty="0" err="1">
                <a:latin typeface="+mn-lt"/>
              </a:rPr>
              <a:t>hypohydrated</a:t>
            </a:r>
            <a:endParaRPr lang="en-US" sz="2400" dirty="0">
              <a:latin typeface="+mn-lt"/>
            </a:endParaRPr>
          </a:p>
          <a:p>
            <a:r>
              <a:rPr lang="en-US" sz="2400" dirty="0">
                <a:latin typeface="+mn-lt"/>
              </a:rPr>
              <a:t>A mean urine color of 3 provides a reasonable assurance the athlete is hydrated </a:t>
            </a:r>
          </a:p>
          <a:p>
            <a:r>
              <a:rPr lang="en-US" sz="2400" dirty="0">
                <a:latin typeface="+mn-lt"/>
              </a:rPr>
              <a:t>Urine color can be monitored by the athlete or by the ATC</a:t>
            </a:r>
          </a:p>
          <a:p>
            <a:r>
              <a:rPr lang="en-US" sz="2400" dirty="0">
                <a:latin typeface="+mn-lt"/>
              </a:rPr>
              <a:t>Post urine color charts in bathrooms</a:t>
            </a:r>
          </a:p>
        </p:txBody>
      </p:sp>
      <p:sp>
        <p:nvSpPr>
          <p:cNvPr id="21" name="Footer Placeholder 3">
            <a:extLst>
              <a:ext uri="{FF2B5EF4-FFF2-40B4-BE49-F238E27FC236}">
                <a16:creationId xmlns:a16="http://schemas.microsoft.com/office/drawing/2014/main" id="{A21C60F5-3B8F-4440-B171-FFCF934B0B1D}"/>
              </a:ext>
            </a:extLst>
          </p:cNvPr>
          <p:cNvSpPr txBox="1">
            <a:spLocks/>
          </p:cNvSpPr>
          <p:nvPr/>
        </p:nvSpPr>
        <p:spPr>
          <a:xfrm>
            <a:off x="5709398" y="6647205"/>
            <a:ext cx="6520071" cy="210796"/>
          </a:xfrm>
          <a:prstGeom prst="rect">
            <a:avLst/>
          </a:prstGeom>
        </p:spPr>
        <p:txBody>
          <a:bodyPr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377"/>
            <a:r>
              <a:rPr lang="en-US" sz="1050" dirty="0">
                <a:solidFill>
                  <a:schemeClr val="bg1"/>
                </a:solidFill>
                <a:latin typeface="Century Gothic" panose="020F0302020204030204"/>
              </a:rPr>
              <a:t>McKenzie AL, Muñoz CX, Armstrong LE. </a:t>
            </a:r>
            <a:r>
              <a:rPr lang="en-US" sz="1050" i="1" dirty="0">
                <a:solidFill>
                  <a:schemeClr val="bg1"/>
                </a:solidFill>
                <a:latin typeface="Century Gothic" panose="020F0302020204030204"/>
              </a:rPr>
              <a:t>J </a:t>
            </a:r>
            <a:r>
              <a:rPr lang="en-US" sz="1050" i="1" dirty="0" err="1">
                <a:solidFill>
                  <a:schemeClr val="bg1"/>
                </a:solidFill>
                <a:latin typeface="Century Gothic" panose="020F0302020204030204"/>
              </a:rPr>
              <a:t>Athl</a:t>
            </a:r>
            <a:r>
              <a:rPr lang="en-US" sz="1050" i="1" dirty="0">
                <a:solidFill>
                  <a:schemeClr val="bg1"/>
                </a:solidFill>
                <a:latin typeface="Century Gothic" panose="020F0302020204030204"/>
              </a:rPr>
              <a:t> Train</a:t>
            </a:r>
            <a:r>
              <a:rPr lang="en-US" sz="1050" dirty="0">
                <a:solidFill>
                  <a:schemeClr val="bg1"/>
                </a:solidFill>
                <a:latin typeface="Century Gothic" panose="020F0302020204030204"/>
              </a:rPr>
              <a:t>. 2015;50(12):1306‐1309</a:t>
            </a:r>
          </a:p>
        </p:txBody>
      </p:sp>
      <p:cxnSp>
        <p:nvCxnSpPr>
          <p:cNvPr id="13" name="Straight Connector 12">
            <a:extLst>
              <a:ext uri="{FF2B5EF4-FFF2-40B4-BE49-F238E27FC236}">
                <a16:creationId xmlns:a16="http://schemas.microsoft.com/office/drawing/2014/main" id="{51BBBD92-F148-A74E-80BC-250EB58179E9}"/>
              </a:ext>
            </a:extLst>
          </p:cNvPr>
          <p:cNvCxnSpPr>
            <a:cxnSpLocks/>
          </p:cNvCxnSpPr>
          <p:nvPr/>
        </p:nvCxnSpPr>
        <p:spPr>
          <a:xfrm>
            <a:off x="424815" y="1187774"/>
            <a:ext cx="216073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7264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97E50408-D347-3745-ADF4-FA38DB1EFEE4}"/>
              </a:ext>
            </a:extLst>
          </p:cNvPr>
          <p:cNvSpPr/>
          <p:nvPr/>
        </p:nvSpPr>
        <p:spPr>
          <a:xfrm>
            <a:off x="4371662" y="1787815"/>
            <a:ext cx="2377440" cy="2377440"/>
          </a:xfrm>
          <a:prstGeom prst="ellipse">
            <a:avLst/>
          </a:prstGeom>
          <a:solidFill>
            <a:schemeClr val="accent1">
              <a:alpha val="6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9ABD9C0-FAFA-F740-97FB-6BBCD6A6D8B9}"/>
              </a:ext>
            </a:extLst>
          </p:cNvPr>
          <p:cNvSpPr/>
          <p:nvPr/>
        </p:nvSpPr>
        <p:spPr>
          <a:xfrm>
            <a:off x="3514038" y="3200578"/>
            <a:ext cx="2377440" cy="2377440"/>
          </a:xfrm>
          <a:prstGeom prst="ellipse">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C859588F-39C4-7043-AADA-98EBBEF6C8D2}"/>
              </a:ext>
            </a:extLst>
          </p:cNvPr>
          <p:cNvSpPr/>
          <p:nvPr/>
        </p:nvSpPr>
        <p:spPr>
          <a:xfrm>
            <a:off x="5226054" y="3200578"/>
            <a:ext cx="2377440" cy="2377440"/>
          </a:xfrm>
          <a:prstGeom prst="ellipse">
            <a:avLst/>
          </a:prstGeom>
          <a:solidFill>
            <a:schemeClr val="accent1">
              <a:alpha val="6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BD04EAA-4C4F-4BAE-AFC3-E61CE54C7457}"/>
              </a:ext>
            </a:extLst>
          </p:cNvPr>
          <p:cNvSpPr>
            <a:spLocks noGrp="1"/>
          </p:cNvSpPr>
          <p:nvPr>
            <p:ph type="title"/>
          </p:nvPr>
        </p:nvSpPr>
        <p:spPr>
          <a:xfrm>
            <a:off x="850024" y="265230"/>
            <a:ext cx="10491952" cy="849858"/>
          </a:xfrm>
        </p:spPr>
        <p:txBody>
          <a:bodyPr/>
          <a:lstStyle/>
          <a:p>
            <a:r>
              <a:rPr lang="en-US"/>
              <a:t>Hydration Assessment Before Exercise</a:t>
            </a:r>
          </a:p>
        </p:txBody>
      </p:sp>
      <p:sp>
        <p:nvSpPr>
          <p:cNvPr id="7" name="TextBox 6">
            <a:extLst>
              <a:ext uri="{FF2B5EF4-FFF2-40B4-BE49-F238E27FC236}">
                <a16:creationId xmlns:a16="http://schemas.microsoft.com/office/drawing/2014/main" id="{0BE2853B-3F3E-403F-9005-309947B3AC8F}"/>
              </a:ext>
            </a:extLst>
          </p:cNvPr>
          <p:cNvSpPr txBox="1"/>
          <p:nvPr/>
        </p:nvSpPr>
        <p:spPr>
          <a:xfrm>
            <a:off x="4624787" y="3333448"/>
            <a:ext cx="1065475" cy="338554"/>
          </a:xfrm>
          <a:prstGeom prst="rect">
            <a:avLst/>
          </a:prstGeom>
          <a:noFill/>
        </p:spPr>
        <p:txBody>
          <a:bodyPr wrap="square" rtlCol="0">
            <a:spAutoFit/>
          </a:bodyPr>
          <a:lstStyle/>
          <a:p>
            <a:r>
              <a:rPr lang="en-US" sz="1600" b="1"/>
              <a:t>Likely</a:t>
            </a:r>
          </a:p>
        </p:txBody>
      </p:sp>
      <p:sp>
        <p:nvSpPr>
          <p:cNvPr id="8" name="TextBox 7">
            <a:extLst>
              <a:ext uri="{FF2B5EF4-FFF2-40B4-BE49-F238E27FC236}">
                <a16:creationId xmlns:a16="http://schemas.microsoft.com/office/drawing/2014/main" id="{9562003F-17F8-483D-9CFF-0FD960697B9C}"/>
              </a:ext>
            </a:extLst>
          </p:cNvPr>
          <p:cNvSpPr txBox="1"/>
          <p:nvPr/>
        </p:nvSpPr>
        <p:spPr>
          <a:xfrm>
            <a:off x="5864552" y="3317546"/>
            <a:ext cx="1065475" cy="338554"/>
          </a:xfrm>
          <a:prstGeom prst="rect">
            <a:avLst/>
          </a:prstGeom>
          <a:noFill/>
        </p:spPr>
        <p:txBody>
          <a:bodyPr wrap="square" rtlCol="0">
            <a:spAutoFit/>
          </a:bodyPr>
          <a:lstStyle/>
          <a:p>
            <a:r>
              <a:rPr lang="en-US" sz="1600" b="1"/>
              <a:t>Likely</a:t>
            </a:r>
          </a:p>
        </p:txBody>
      </p:sp>
      <p:sp>
        <p:nvSpPr>
          <p:cNvPr id="9" name="TextBox 8">
            <a:extLst>
              <a:ext uri="{FF2B5EF4-FFF2-40B4-BE49-F238E27FC236}">
                <a16:creationId xmlns:a16="http://schemas.microsoft.com/office/drawing/2014/main" id="{BD78068D-2072-4D69-8DB6-D55625E5420E}"/>
              </a:ext>
            </a:extLst>
          </p:cNvPr>
          <p:cNvSpPr txBox="1"/>
          <p:nvPr/>
        </p:nvSpPr>
        <p:spPr>
          <a:xfrm>
            <a:off x="5219797" y="4376349"/>
            <a:ext cx="1065475" cy="338554"/>
          </a:xfrm>
          <a:prstGeom prst="rect">
            <a:avLst/>
          </a:prstGeom>
          <a:noFill/>
        </p:spPr>
        <p:txBody>
          <a:bodyPr wrap="square" rtlCol="0">
            <a:spAutoFit/>
          </a:bodyPr>
          <a:lstStyle/>
          <a:p>
            <a:r>
              <a:rPr lang="en-US" sz="1600" b="1"/>
              <a:t>Likely</a:t>
            </a:r>
          </a:p>
        </p:txBody>
      </p:sp>
      <p:sp>
        <p:nvSpPr>
          <p:cNvPr id="10" name="TextBox 9">
            <a:extLst>
              <a:ext uri="{FF2B5EF4-FFF2-40B4-BE49-F238E27FC236}">
                <a16:creationId xmlns:a16="http://schemas.microsoft.com/office/drawing/2014/main" id="{B50EBAD3-1DD2-43AF-B2CE-0FB569A9CEDB}"/>
              </a:ext>
            </a:extLst>
          </p:cNvPr>
          <p:cNvSpPr txBox="1"/>
          <p:nvPr/>
        </p:nvSpPr>
        <p:spPr>
          <a:xfrm>
            <a:off x="5034478" y="3566333"/>
            <a:ext cx="1065475" cy="584775"/>
          </a:xfrm>
          <a:prstGeom prst="rect">
            <a:avLst/>
          </a:prstGeom>
          <a:noFill/>
        </p:spPr>
        <p:txBody>
          <a:bodyPr wrap="square" rtlCol="0">
            <a:spAutoFit/>
          </a:bodyPr>
          <a:lstStyle/>
          <a:p>
            <a:pPr algn="ctr"/>
            <a:r>
              <a:rPr lang="en-US" sz="1600" b="1"/>
              <a:t>Very Likely</a:t>
            </a:r>
          </a:p>
        </p:txBody>
      </p:sp>
      <p:sp>
        <p:nvSpPr>
          <p:cNvPr id="22" name="TextBox 21">
            <a:extLst>
              <a:ext uri="{FF2B5EF4-FFF2-40B4-BE49-F238E27FC236}">
                <a16:creationId xmlns:a16="http://schemas.microsoft.com/office/drawing/2014/main" id="{F483012C-E0DA-4131-A1A9-B48C0F0A4D89}"/>
              </a:ext>
            </a:extLst>
          </p:cNvPr>
          <p:cNvSpPr txBox="1"/>
          <p:nvPr/>
        </p:nvSpPr>
        <p:spPr>
          <a:xfrm>
            <a:off x="1739113" y="2161361"/>
            <a:ext cx="3211670" cy="707886"/>
          </a:xfrm>
          <a:prstGeom prst="rect">
            <a:avLst/>
          </a:prstGeom>
          <a:noFill/>
        </p:spPr>
        <p:txBody>
          <a:bodyPr wrap="square" rtlCol="0">
            <a:spAutoFit/>
          </a:bodyPr>
          <a:lstStyle/>
          <a:p>
            <a:r>
              <a:rPr lang="en-US" sz="2000"/>
              <a:t>Is my body mass &gt;1% lower than normal?</a:t>
            </a:r>
          </a:p>
        </p:txBody>
      </p:sp>
      <p:sp>
        <p:nvSpPr>
          <p:cNvPr id="23" name="TextBox 22">
            <a:extLst>
              <a:ext uri="{FF2B5EF4-FFF2-40B4-BE49-F238E27FC236}">
                <a16:creationId xmlns:a16="http://schemas.microsoft.com/office/drawing/2014/main" id="{746C6242-5C74-471A-80CD-4B90698842EE}"/>
              </a:ext>
            </a:extLst>
          </p:cNvPr>
          <p:cNvSpPr txBox="1"/>
          <p:nvPr/>
        </p:nvSpPr>
        <p:spPr>
          <a:xfrm>
            <a:off x="7857185" y="4145255"/>
            <a:ext cx="1271792" cy="400110"/>
          </a:xfrm>
          <a:prstGeom prst="rect">
            <a:avLst/>
          </a:prstGeom>
          <a:noFill/>
        </p:spPr>
        <p:txBody>
          <a:bodyPr wrap="square" rtlCol="0">
            <a:spAutoFit/>
          </a:bodyPr>
          <a:lstStyle/>
          <a:p>
            <a:r>
              <a:rPr lang="en-US" sz="2000">
                <a:latin typeface="Calibri"/>
              </a:rPr>
              <a:t>Yes / No</a:t>
            </a:r>
            <a:endParaRPr lang="en-US" sz="2000"/>
          </a:p>
        </p:txBody>
      </p:sp>
      <p:sp>
        <p:nvSpPr>
          <p:cNvPr id="24" name="TextBox 23">
            <a:extLst>
              <a:ext uri="{FF2B5EF4-FFF2-40B4-BE49-F238E27FC236}">
                <a16:creationId xmlns:a16="http://schemas.microsoft.com/office/drawing/2014/main" id="{532CCE65-9D87-4E7C-B95C-D88CAB2B14C5}"/>
              </a:ext>
            </a:extLst>
          </p:cNvPr>
          <p:cNvSpPr txBox="1"/>
          <p:nvPr/>
        </p:nvSpPr>
        <p:spPr>
          <a:xfrm>
            <a:off x="7686180" y="3792766"/>
            <a:ext cx="1732140" cy="400110"/>
          </a:xfrm>
          <a:prstGeom prst="rect">
            <a:avLst/>
          </a:prstGeom>
          <a:noFill/>
        </p:spPr>
        <p:txBody>
          <a:bodyPr wrap="square" rtlCol="0">
            <a:spAutoFit/>
          </a:bodyPr>
          <a:lstStyle/>
          <a:p>
            <a:r>
              <a:rPr lang="en-US" sz="2000"/>
              <a:t>Am I Thirsty?</a:t>
            </a:r>
          </a:p>
        </p:txBody>
      </p:sp>
      <p:pic>
        <p:nvPicPr>
          <p:cNvPr id="25" name="Picture 24">
            <a:extLst>
              <a:ext uri="{FF2B5EF4-FFF2-40B4-BE49-F238E27FC236}">
                <a16:creationId xmlns:a16="http://schemas.microsoft.com/office/drawing/2014/main" id="{C286A0FA-CFE9-42E9-838E-B4387E54E6E5}"/>
              </a:ext>
            </a:extLst>
          </p:cNvPr>
          <p:cNvPicPr>
            <a:picLocks noChangeAspect="1"/>
          </p:cNvPicPr>
          <p:nvPr/>
        </p:nvPicPr>
        <p:blipFill rotWithShape="1">
          <a:blip r:embed="rId2" cstate="email">
            <a:duotone>
              <a:prstClr val="black"/>
              <a:schemeClr val="accent5">
                <a:tint val="45000"/>
                <a:satMod val="400000"/>
              </a:schemeClr>
            </a:duotone>
            <a:extLst>
              <a:ext uri="{BEBA8EAE-BF5A-486C-A8C5-ECC9F3942E4B}">
                <a14:imgProps xmlns:a14="http://schemas.microsoft.com/office/drawing/2010/main">
                  <a14:imgLayer r:embed="rId3">
                    <a14:imgEffect>
                      <a14:artisticGlowEdges/>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a:ext>
            </a:extLst>
          </a:blip>
          <a:srcRect/>
          <a:stretch/>
        </p:blipFill>
        <p:spPr>
          <a:xfrm>
            <a:off x="6361207" y="4122368"/>
            <a:ext cx="952983" cy="859098"/>
          </a:xfrm>
          <a:prstGeom prst="rect">
            <a:avLst/>
          </a:prstGeom>
        </p:spPr>
      </p:pic>
      <p:grpSp>
        <p:nvGrpSpPr>
          <p:cNvPr id="26" name="Group 25">
            <a:extLst>
              <a:ext uri="{FF2B5EF4-FFF2-40B4-BE49-F238E27FC236}">
                <a16:creationId xmlns:a16="http://schemas.microsoft.com/office/drawing/2014/main" id="{173C000E-CD54-4731-89BF-493142C7A7D6}"/>
              </a:ext>
            </a:extLst>
          </p:cNvPr>
          <p:cNvGrpSpPr/>
          <p:nvPr/>
        </p:nvGrpSpPr>
        <p:grpSpPr>
          <a:xfrm>
            <a:off x="5022612" y="1896261"/>
            <a:ext cx="1017043" cy="1027806"/>
            <a:chOff x="8450263" y="2862263"/>
            <a:chExt cx="765175" cy="822325"/>
          </a:xfrm>
          <a:solidFill>
            <a:srgbClr val="253D1F"/>
          </a:solidFill>
        </p:grpSpPr>
        <p:sp>
          <p:nvSpPr>
            <p:cNvPr id="27" name="Freeform 17">
              <a:extLst>
                <a:ext uri="{FF2B5EF4-FFF2-40B4-BE49-F238E27FC236}">
                  <a16:creationId xmlns:a16="http://schemas.microsoft.com/office/drawing/2014/main" id="{8204E2F9-156E-4CB4-B9A7-C2AC2B5EF271}"/>
                </a:ext>
              </a:extLst>
            </p:cNvPr>
            <p:cNvSpPr>
              <a:spLocks noEditPoints="1"/>
            </p:cNvSpPr>
            <p:nvPr/>
          </p:nvSpPr>
          <p:spPr bwMode="auto">
            <a:xfrm>
              <a:off x="8450263" y="2862263"/>
              <a:ext cx="765175" cy="822325"/>
            </a:xfrm>
            <a:custGeom>
              <a:avLst/>
              <a:gdLst>
                <a:gd name="T0" fmla="*/ 56 w 482"/>
                <a:gd name="T1" fmla="*/ 483 h 518"/>
                <a:gd name="T2" fmla="*/ 92 w 482"/>
                <a:gd name="T3" fmla="*/ 513 h 518"/>
                <a:gd name="T4" fmla="*/ 367 w 482"/>
                <a:gd name="T5" fmla="*/ 518 h 518"/>
                <a:gd name="T6" fmla="*/ 412 w 482"/>
                <a:gd name="T7" fmla="*/ 501 h 518"/>
                <a:gd name="T8" fmla="*/ 436 w 482"/>
                <a:gd name="T9" fmla="*/ 460 h 518"/>
                <a:gd name="T10" fmla="*/ 482 w 482"/>
                <a:gd name="T11" fmla="*/ 167 h 518"/>
                <a:gd name="T12" fmla="*/ 477 w 482"/>
                <a:gd name="T13" fmla="*/ 145 h 518"/>
                <a:gd name="T14" fmla="*/ 467 w 482"/>
                <a:gd name="T15" fmla="*/ 130 h 518"/>
                <a:gd name="T16" fmla="*/ 446 w 482"/>
                <a:gd name="T17" fmla="*/ 119 h 518"/>
                <a:gd name="T18" fmla="*/ 384 w 482"/>
                <a:gd name="T19" fmla="*/ 116 h 518"/>
                <a:gd name="T20" fmla="*/ 372 w 482"/>
                <a:gd name="T21" fmla="*/ 81 h 518"/>
                <a:gd name="T22" fmla="*/ 342 w 482"/>
                <a:gd name="T23" fmla="*/ 41 h 518"/>
                <a:gd name="T24" fmla="*/ 301 w 482"/>
                <a:gd name="T25" fmla="*/ 14 h 518"/>
                <a:gd name="T26" fmla="*/ 253 w 482"/>
                <a:gd name="T27" fmla="*/ 1 h 518"/>
                <a:gd name="T28" fmla="*/ 214 w 482"/>
                <a:gd name="T29" fmla="*/ 2 h 518"/>
                <a:gd name="T30" fmla="*/ 166 w 482"/>
                <a:gd name="T31" fmla="*/ 20 h 518"/>
                <a:gd name="T32" fmla="*/ 129 w 482"/>
                <a:gd name="T33" fmla="*/ 50 h 518"/>
                <a:gd name="T34" fmla="*/ 102 w 482"/>
                <a:gd name="T35" fmla="*/ 92 h 518"/>
                <a:gd name="T36" fmla="*/ 54 w 482"/>
                <a:gd name="T37" fmla="*/ 116 h 518"/>
                <a:gd name="T38" fmla="*/ 31 w 482"/>
                <a:gd name="T39" fmla="*/ 121 h 518"/>
                <a:gd name="T40" fmla="*/ 13 w 482"/>
                <a:gd name="T41" fmla="*/ 135 h 518"/>
                <a:gd name="T42" fmla="*/ 3 w 482"/>
                <a:gd name="T43" fmla="*/ 150 h 518"/>
                <a:gd name="T44" fmla="*/ 0 w 482"/>
                <a:gd name="T45" fmla="*/ 173 h 518"/>
                <a:gd name="T46" fmla="*/ 239 w 482"/>
                <a:gd name="T47" fmla="*/ 32 h 518"/>
                <a:gd name="T48" fmla="*/ 284 w 482"/>
                <a:gd name="T49" fmla="*/ 41 h 518"/>
                <a:gd name="T50" fmla="*/ 322 w 482"/>
                <a:gd name="T51" fmla="*/ 67 h 518"/>
                <a:gd name="T52" fmla="*/ 347 w 482"/>
                <a:gd name="T53" fmla="*/ 104 h 518"/>
                <a:gd name="T54" fmla="*/ 356 w 482"/>
                <a:gd name="T55" fmla="*/ 149 h 518"/>
                <a:gd name="T56" fmla="*/ 351 w 482"/>
                <a:gd name="T57" fmla="*/ 184 h 518"/>
                <a:gd name="T58" fmla="*/ 329 w 482"/>
                <a:gd name="T59" fmla="*/ 224 h 518"/>
                <a:gd name="T60" fmla="*/ 295 w 482"/>
                <a:gd name="T61" fmla="*/ 252 h 518"/>
                <a:gd name="T62" fmla="*/ 252 w 482"/>
                <a:gd name="T63" fmla="*/ 266 h 518"/>
                <a:gd name="T64" fmla="*/ 216 w 482"/>
                <a:gd name="T65" fmla="*/ 264 h 518"/>
                <a:gd name="T66" fmla="*/ 174 w 482"/>
                <a:gd name="T67" fmla="*/ 246 h 518"/>
                <a:gd name="T68" fmla="*/ 142 w 482"/>
                <a:gd name="T69" fmla="*/ 214 h 518"/>
                <a:gd name="T70" fmla="*/ 124 w 482"/>
                <a:gd name="T71" fmla="*/ 172 h 518"/>
                <a:gd name="T72" fmla="*/ 122 w 482"/>
                <a:gd name="T73" fmla="*/ 138 h 518"/>
                <a:gd name="T74" fmla="*/ 137 w 482"/>
                <a:gd name="T75" fmla="*/ 93 h 518"/>
                <a:gd name="T76" fmla="*/ 164 w 482"/>
                <a:gd name="T77" fmla="*/ 59 h 518"/>
                <a:gd name="T78" fmla="*/ 204 w 482"/>
                <a:gd name="T79" fmla="*/ 37 h 518"/>
                <a:gd name="T80" fmla="*/ 239 w 482"/>
                <a:gd name="T81" fmla="*/ 32 h 518"/>
                <a:gd name="T82" fmla="*/ 45 w 482"/>
                <a:gd name="T83" fmla="*/ 150 h 518"/>
                <a:gd name="T84" fmla="*/ 91 w 482"/>
                <a:gd name="T85" fmla="*/ 148 h 518"/>
                <a:gd name="T86" fmla="*/ 94 w 482"/>
                <a:gd name="T87" fmla="*/ 180 h 518"/>
                <a:gd name="T88" fmla="*/ 116 w 482"/>
                <a:gd name="T89" fmla="*/ 232 h 518"/>
                <a:gd name="T90" fmla="*/ 156 w 482"/>
                <a:gd name="T91" fmla="*/ 273 h 518"/>
                <a:gd name="T92" fmla="*/ 210 w 482"/>
                <a:gd name="T93" fmla="*/ 295 h 518"/>
                <a:gd name="T94" fmla="*/ 255 w 482"/>
                <a:gd name="T95" fmla="*/ 298 h 518"/>
                <a:gd name="T96" fmla="*/ 310 w 482"/>
                <a:gd name="T97" fmla="*/ 280 h 518"/>
                <a:gd name="T98" fmla="*/ 354 w 482"/>
                <a:gd name="T99" fmla="*/ 244 h 518"/>
                <a:gd name="T100" fmla="*/ 382 w 482"/>
                <a:gd name="T101" fmla="*/ 193 h 518"/>
                <a:gd name="T102" fmla="*/ 388 w 482"/>
                <a:gd name="T103" fmla="*/ 149 h 518"/>
                <a:gd name="T104" fmla="*/ 434 w 482"/>
                <a:gd name="T105" fmla="*/ 149 h 518"/>
                <a:gd name="T106" fmla="*/ 446 w 482"/>
                <a:gd name="T107" fmla="*/ 155 h 518"/>
                <a:gd name="T108" fmla="*/ 450 w 482"/>
                <a:gd name="T109" fmla="*/ 174 h 518"/>
                <a:gd name="T110" fmla="*/ 400 w 482"/>
                <a:gd name="T111" fmla="*/ 467 h 518"/>
                <a:gd name="T112" fmla="*/ 381 w 482"/>
                <a:gd name="T113" fmla="*/ 483 h 518"/>
                <a:gd name="T114" fmla="*/ 115 w 482"/>
                <a:gd name="T115" fmla="*/ 486 h 518"/>
                <a:gd name="T116" fmla="*/ 92 w 482"/>
                <a:gd name="T117" fmla="*/ 477 h 518"/>
                <a:gd name="T118" fmla="*/ 78 w 482"/>
                <a:gd name="T119" fmla="*/ 454 h 518"/>
                <a:gd name="T120" fmla="*/ 32 w 482"/>
                <a:gd name="T121" fmla="*/ 164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2" h="518">
                  <a:moveTo>
                    <a:pt x="47" y="460"/>
                  </a:moveTo>
                  <a:lnTo>
                    <a:pt x="47" y="460"/>
                  </a:lnTo>
                  <a:lnTo>
                    <a:pt x="50" y="472"/>
                  </a:lnTo>
                  <a:lnTo>
                    <a:pt x="56" y="483"/>
                  </a:lnTo>
                  <a:lnTo>
                    <a:pt x="62" y="492"/>
                  </a:lnTo>
                  <a:lnTo>
                    <a:pt x="71" y="501"/>
                  </a:lnTo>
                  <a:lnTo>
                    <a:pt x="80" y="508"/>
                  </a:lnTo>
                  <a:lnTo>
                    <a:pt x="92" y="513"/>
                  </a:lnTo>
                  <a:lnTo>
                    <a:pt x="103" y="517"/>
                  </a:lnTo>
                  <a:lnTo>
                    <a:pt x="115" y="518"/>
                  </a:lnTo>
                  <a:lnTo>
                    <a:pt x="367" y="518"/>
                  </a:lnTo>
                  <a:lnTo>
                    <a:pt x="367" y="518"/>
                  </a:lnTo>
                  <a:lnTo>
                    <a:pt x="380" y="517"/>
                  </a:lnTo>
                  <a:lnTo>
                    <a:pt x="391" y="513"/>
                  </a:lnTo>
                  <a:lnTo>
                    <a:pt x="402" y="508"/>
                  </a:lnTo>
                  <a:lnTo>
                    <a:pt x="412" y="501"/>
                  </a:lnTo>
                  <a:lnTo>
                    <a:pt x="421" y="492"/>
                  </a:lnTo>
                  <a:lnTo>
                    <a:pt x="428" y="483"/>
                  </a:lnTo>
                  <a:lnTo>
                    <a:pt x="433" y="472"/>
                  </a:lnTo>
                  <a:lnTo>
                    <a:pt x="436" y="460"/>
                  </a:lnTo>
                  <a:lnTo>
                    <a:pt x="482" y="180"/>
                  </a:lnTo>
                  <a:lnTo>
                    <a:pt x="482" y="180"/>
                  </a:lnTo>
                  <a:lnTo>
                    <a:pt x="482" y="173"/>
                  </a:lnTo>
                  <a:lnTo>
                    <a:pt x="482" y="167"/>
                  </a:lnTo>
                  <a:lnTo>
                    <a:pt x="482" y="161"/>
                  </a:lnTo>
                  <a:lnTo>
                    <a:pt x="481" y="155"/>
                  </a:lnTo>
                  <a:lnTo>
                    <a:pt x="479" y="150"/>
                  </a:lnTo>
                  <a:lnTo>
                    <a:pt x="477" y="145"/>
                  </a:lnTo>
                  <a:lnTo>
                    <a:pt x="474" y="140"/>
                  </a:lnTo>
                  <a:lnTo>
                    <a:pt x="470" y="135"/>
                  </a:lnTo>
                  <a:lnTo>
                    <a:pt x="470" y="135"/>
                  </a:lnTo>
                  <a:lnTo>
                    <a:pt x="467" y="130"/>
                  </a:lnTo>
                  <a:lnTo>
                    <a:pt x="462" y="127"/>
                  </a:lnTo>
                  <a:lnTo>
                    <a:pt x="457" y="124"/>
                  </a:lnTo>
                  <a:lnTo>
                    <a:pt x="451" y="121"/>
                  </a:lnTo>
                  <a:lnTo>
                    <a:pt x="446" y="119"/>
                  </a:lnTo>
                  <a:lnTo>
                    <a:pt x="440" y="118"/>
                  </a:lnTo>
                  <a:lnTo>
                    <a:pt x="435" y="117"/>
                  </a:lnTo>
                  <a:lnTo>
                    <a:pt x="429" y="116"/>
                  </a:lnTo>
                  <a:lnTo>
                    <a:pt x="384" y="116"/>
                  </a:lnTo>
                  <a:lnTo>
                    <a:pt x="384" y="116"/>
                  </a:lnTo>
                  <a:lnTo>
                    <a:pt x="381" y="104"/>
                  </a:lnTo>
                  <a:lnTo>
                    <a:pt x="377" y="92"/>
                  </a:lnTo>
                  <a:lnTo>
                    <a:pt x="372" y="81"/>
                  </a:lnTo>
                  <a:lnTo>
                    <a:pt x="365" y="70"/>
                  </a:lnTo>
                  <a:lnTo>
                    <a:pt x="358" y="60"/>
                  </a:lnTo>
                  <a:lnTo>
                    <a:pt x="350" y="50"/>
                  </a:lnTo>
                  <a:lnTo>
                    <a:pt x="342" y="41"/>
                  </a:lnTo>
                  <a:lnTo>
                    <a:pt x="333" y="34"/>
                  </a:lnTo>
                  <a:lnTo>
                    <a:pt x="322" y="26"/>
                  </a:lnTo>
                  <a:lnTo>
                    <a:pt x="312" y="20"/>
                  </a:lnTo>
                  <a:lnTo>
                    <a:pt x="301" y="14"/>
                  </a:lnTo>
                  <a:lnTo>
                    <a:pt x="290" y="9"/>
                  </a:lnTo>
                  <a:lnTo>
                    <a:pt x="277" y="5"/>
                  </a:lnTo>
                  <a:lnTo>
                    <a:pt x="265" y="2"/>
                  </a:lnTo>
                  <a:lnTo>
                    <a:pt x="253" y="1"/>
                  </a:lnTo>
                  <a:lnTo>
                    <a:pt x="239" y="0"/>
                  </a:lnTo>
                  <a:lnTo>
                    <a:pt x="239" y="0"/>
                  </a:lnTo>
                  <a:lnTo>
                    <a:pt x="226" y="1"/>
                  </a:lnTo>
                  <a:lnTo>
                    <a:pt x="214" y="2"/>
                  </a:lnTo>
                  <a:lnTo>
                    <a:pt x="201" y="5"/>
                  </a:lnTo>
                  <a:lnTo>
                    <a:pt x="189" y="9"/>
                  </a:lnTo>
                  <a:lnTo>
                    <a:pt x="178" y="14"/>
                  </a:lnTo>
                  <a:lnTo>
                    <a:pt x="166" y="20"/>
                  </a:lnTo>
                  <a:lnTo>
                    <a:pt x="156" y="26"/>
                  </a:lnTo>
                  <a:lnTo>
                    <a:pt x="146" y="34"/>
                  </a:lnTo>
                  <a:lnTo>
                    <a:pt x="137" y="41"/>
                  </a:lnTo>
                  <a:lnTo>
                    <a:pt x="129" y="50"/>
                  </a:lnTo>
                  <a:lnTo>
                    <a:pt x="120" y="60"/>
                  </a:lnTo>
                  <a:lnTo>
                    <a:pt x="113" y="70"/>
                  </a:lnTo>
                  <a:lnTo>
                    <a:pt x="107" y="81"/>
                  </a:lnTo>
                  <a:lnTo>
                    <a:pt x="102" y="92"/>
                  </a:lnTo>
                  <a:lnTo>
                    <a:pt x="98" y="104"/>
                  </a:lnTo>
                  <a:lnTo>
                    <a:pt x="95" y="116"/>
                  </a:lnTo>
                  <a:lnTo>
                    <a:pt x="54" y="116"/>
                  </a:lnTo>
                  <a:lnTo>
                    <a:pt x="54" y="116"/>
                  </a:lnTo>
                  <a:lnTo>
                    <a:pt x="48" y="117"/>
                  </a:lnTo>
                  <a:lnTo>
                    <a:pt x="42" y="118"/>
                  </a:lnTo>
                  <a:lnTo>
                    <a:pt x="36" y="119"/>
                  </a:lnTo>
                  <a:lnTo>
                    <a:pt x="31" y="121"/>
                  </a:lnTo>
                  <a:lnTo>
                    <a:pt x="26" y="124"/>
                  </a:lnTo>
                  <a:lnTo>
                    <a:pt x="21" y="127"/>
                  </a:lnTo>
                  <a:lnTo>
                    <a:pt x="17" y="130"/>
                  </a:lnTo>
                  <a:lnTo>
                    <a:pt x="13" y="135"/>
                  </a:lnTo>
                  <a:lnTo>
                    <a:pt x="13" y="135"/>
                  </a:lnTo>
                  <a:lnTo>
                    <a:pt x="9" y="140"/>
                  </a:lnTo>
                  <a:lnTo>
                    <a:pt x="6" y="145"/>
                  </a:lnTo>
                  <a:lnTo>
                    <a:pt x="3" y="150"/>
                  </a:lnTo>
                  <a:lnTo>
                    <a:pt x="1" y="155"/>
                  </a:lnTo>
                  <a:lnTo>
                    <a:pt x="0" y="161"/>
                  </a:lnTo>
                  <a:lnTo>
                    <a:pt x="0" y="167"/>
                  </a:lnTo>
                  <a:lnTo>
                    <a:pt x="0" y="173"/>
                  </a:lnTo>
                  <a:lnTo>
                    <a:pt x="0" y="180"/>
                  </a:lnTo>
                  <a:lnTo>
                    <a:pt x="47" y="460"/>
                  </a:lnTo>
                  <a:close/>
                  <a:moveTo>
                    <a:pt x="239" y="32"/>
                  </a:moveTo>
                  <a:lnTo>
                    <a:pt x="239" y="32"/>
                  </a:lnTo>
                  <a:lnTo>
                    <a:pt x="252" y="33"/>
                  </a:lnTo>
                  <a:lnTo>
                    <a:pt x="263" y="35"/>
                  </a:lnTo>
                  <a:lnTo>
                    <a:pt x="274" y="37"/>
                  </a:lnTo>
                  <a:lnTo>
                    <a:pt x="284" y="41"/>
                  </a:lnTo>
                  <a:lnTo>
                    <a:pt x="295" y="46"/>
                  </a:lnTo>
                  <a:lnTo>
                    <a:pt x="305" y="52"/>
                  </a:lnTo>
                  <a:lnTo>
                    <a:pt x="314" y="59"/>
                  </a:lnTo>
                  <a:lnTo>
                    <a:pt x="322" y="67"/>
                  </a:lnTo>
                  <a:lnTo>
                    <a:pt x="329" y="75"/>
                  </a:lnTo>
                  <a:lnTo>
                    <a:pt x="337" y="84"/>
                  </a:lnTo>
                  <a:lnTo>
                    <a:pt x="342" y="93"/>
                  </a:lnTo>
                  <a:lnTo>
                    <a:pt x="347" y="104"/>
                  </a:lnTo>
                  <a:lnTo>
                    <a:pt x="351" y="114"/>
                  </a:lnTo>
                  <a:lnTo>
                    <a:pt x="354" y="125"/>
                  </a:lnTo>
                  <a:lnTo>
                    <a:pt x="356" y="138"/>
                  </a:lnTo>
                  <a:lnTo>
                    <a:pt x="356" y="149"/>
                  </a:lnTo>
                  <a:lnTo>
                    <a:pt x="356" y="149"/>
                  </a:lnTo>
                  <a:lnTo>
                    <a:pt x="356" y="161"/>
                  </a:lnTo>
                  <a:lnTo>
                    <a:pt x="354" y="172"/>
                  </a:lnTo>
                  <a:lnTo>
                    <a:pt x="351" y="184"/>
                  </a:lnTo>
                  <a:lnTo>
                    <a:pt x="347" y="195"/>
                  </a:lnTo>
                  <a:lnTo>
                    <a:pt x="342" y="205"/>
                  </a:lnTo>
                  <a:lnTo>
                    <a:pt x="337" y="214"/>
                  </a:lnTo>
                  <a:lnTo>
                    <a:pt x="329" y="224"/>
                  </a:lnTo>
                  <a:lnTo>
                    <a:pt x="322" y="232"/>
                  </a:lnTo>
                  <a:lnTo>
                    <a:pt x="314" y="239"/>
                  </a:lnTo>
                  <a:lnTo>
                    <a:pt x="305" y="246"/>
                  </a:lnTo>
                  <a:lnTo>
                    <a:pt x="295" y="252"/>
                  </a:lnTo>
                  <a:lnTo>
                    <a:pt x="284" y="258"/>
                  </a:lnTo>
                  <a:lnTo>
                    <a:pt x="274" y="261"/>
                  </a:lnTo>
                  <a:lnTo>
                    <a:pt x="263" y="264"/>
                  </a:lnTo>
                  <a:lnTo>
                    <a:pt x="252" y="266"/>
                  </a:lnTo>
                  <a:lnTo>
                    <a:pt x="239" y="267"/>
                  </a:lnTo>
                  <a:lnTo>
                    <a:pt x="239" y="267"/>
                  </a:lnTo>
                  <a:lnTo>
                    <a:pt x="227" y="266"/>
                  </a:lnTo>
                  <a:lnTo>
                    <a:pt x="216" y="264"/>
                  </a:lnTo>
                  <a:lnTo>
                    <a:pt x="204" y="261"/>
                  </a:lnTo>
                  <a:lnTo>
                    <a:pt x="194" y="258"/>
                  </a:lnTo>
                  <a:lnTo>
                    <a:pt x="184" y="252"/>
                  </a:lnTo>
                  <a:lnTo>
                    <a:pt x="174" y="246"/>
                  </a:lnTo>
                  <a:lnTo>
                    <a:pt x="164" y="239"/>
                  </a:lnTo>
                  <a:lnTo>
                    <a:pt x="156" y="232"/>
                  </a:lnTo>
                  <a:lnTo>
                    <a:pt x="149" y="224"/>
                  </a:lnTo>
                  <a:lnTo>
                    <a:pt x="142" y="214"/>
                  </a:lnTo>
                  <a:lnTo>
                    <a:pt x="137" y="205"/>
                  </a:lnTo>
                  <a:lnTo>
                    <a:pt x="132" y="195"/>
                  </a:lnTo>
                  <a:lnTo>
                    <a:pt x="128" y="184"/>
                  </a:lnTo>
                  <a:lnTo>
                    <a:pt x="124" y="172"/>
                  </a:lnTo>
                  <a:lnTo>
                    <a:pt x="122" y="161"/>
                  </a:lnTo>
                  <a:lnTo>
                    <a:pt x="122" y="149"/>
                  </a:lnTo>
                  <a:lnTo>
                    <a:pt x="122" y="149"/>
                  </a:lnTo>
                  <a:lnTo>
                    <a:pt x="122" y="138"/>
                  </a:lnTo>
                  <a:lnTo>
                    <a:pt x="124" y="125"/>
                  </a:lnTo>
                  <a:lnTo>
                    <a:pt x="128" y="114"/>
                  </a:lnTo>
                  <a:lnTo>
                    <a:pt x="132" y="104"/>
                  </a:lnTo>
                  <a:lnTo>
                    <a:pt x="137" y="93"/>
                  </a:lnTo>
                  <a:lnTo>
                    <a:pt x="142" y="84"/>
                  </a:lnTo>
                  <a:lnTo>
                    <a:pt x="149" y="75"/>
                  </a:lnTo>
                  <a:lnTo>
                    <a:pt x="156" y="67"/>
                  </a:lnTo>
                  <a:lnTo>
                    <a:pt x="164" y="59"/>
                  </a:lnTo>
                  <a:lnTo>
                    <a:pt x="174" y="52"/>
                  </a:lnTo>
                  <a:lnTo>
                    <a:pt x="184" y="46"/>
                  </a:lnTo>
                  <a:lnTo>
                    <a:pt x="194" y="41"/>
                  </a:lnTo>
                  <a:lnTo>
                    <a:pt x="204" y="37"/>
                  </a:lnTo>
                  <a:lnTo>
                    <a:pt x="216" y="35"/>
                  </a:lnTo>
                  <a:lnTo>
                    <a:pt x="227" y="33"/>
                  </a:lnTo>
                  <a:lnTo>
                    <a:pt x="239" y="32"/>
                  </a:lnTo>
                  <a:lnTo>
                    <a:pt x="239" y="32"/>
                  </a:lnTo>
                  <a:close/>
                  <a:moveTo>
                    <a:pt x="36" y="155"/>
                  </a:moveTo>
                  <a:lnTo>
                    <a:pt x="36" y="155"/>
                  </a:lnTo>
                  <a:lnTo>
                    <a:pt x="40" y="152"/>
                  </a:lnTo>
                  <a:lnTo>
                    <a:pt x="45" y="150"/>
                  </a:lnTo>
                  <a:lnTo>
                    <a:pt x="49" y="149"/>
                  </a:lnTo>
                  <a:lnTo>
                    <a:pt x="54" y="148"/>
                  </a:lnTo>
                  <a:lnTo>
                    <a:pt x="91" y="148"/>
                  </a:lnTo>
                  <a:lnTo>
                    <a:pt x="91" y="148"/>
                  </a:lnTo>
                  <a:lnTo>
                    <a:pt x="91" y="149"/>
                  </a:lnTo>
                  <a:lnTo>
                    <a:pt x="91" y="149"/>
                  </a:lnTo>
                  <a:lnTo>
                    <a:pt x="92" y="164"/>
                  </a:lnTo>
                  <a:lnTo>
                    <a:pt x="94" y="180"/>
                  </a:lnTo>
                  <a:lnTo>
                    <a:pt x="97" y="193"/>
                  </a:lnTo>
                  <a:lnTo>
                    <a:pt x="102" y="207"/>
                  </a:lnTo>
                  <a:lnTo>
                    <a:pt x="108" y="221"/>
                  </a:lnTo>
                  <a:lnTo>
                    <a:pt x="116" y="232"/>
                  </a:lnTo>
                  <a:lnTo>
                    <a:pt x="124" y="244"/>
                  </a:lnTo>
                  <a:lnTo>
                    <a:pt x="134" y="254"/>
                  </a:lnTo>
                  <a:lnTo>
                    <a:pt x="145" y="264"/>
                  </a:lnTo>
                  <a:lnTo>
                    <a:pt x="156" y="273"/>
                  </a:lnTo>
                  <a:lnTo>
                    <a:pt x="169" y="280"/>
                  </a:lnTo>
                  <a:lnTo>
                    <a:pt x="182" y="286"/>
                  </a:lnTo>
                  <a:lnTo>
                    <a:pt x="195" y="291"/>
                  </a:lnTo>
                  <a:lnTo>
                    <a:pt x="210" y="295"/>
                  </a:lnTo>
                  <a:lnTo>
                    <a:pt x="224" y="298"/>
                  </a:lnTo>
                  <a:lnTo>
                    <a:pt x="239" y="299"/>
                  </a:lnTo>
                  <a:lnTo>
                    <a:pt x="239" y="299"/>
                  </a:lnTo>
                  <a:lnTo>
                    <a:pt x="255" y="298"/>
                  </a:lnTo>
                  <a:lnTo>
                    <a:pt x="269" y="295"/>
                  </a:lnTo>
                  <a:lnTo>
                    <a:pt x="283" y="291"/>
                  </a:lnTo>
                  <a:lnTo>
                    <a:pt x="297" y="286"/>
                  </a:lnTo>
                  <a:lnTo>
                    <a:pt x="310" y="280"/>
                  </a:lnTo>
                  <a:lnTo>
                    <a:pt x="322" y="273"/>
                  </a:lnTo>
                  <a:lnTo>
                    <a:pt x="334" y="264"/>
                  </a:lnTo>
                  <a:lnTo>
                    <a:pt x="345" y="254"/>
                  </a:lnTo>
                  <a:lnTo>
                    <a:pt x="354" y="244"/>
                  </a:lnTo>
                  <a:lnTo>
                    <a:pt x="362" y="232"/>
                  </a:lnTo>
                  <a:lnTo>
                    <a:pt x="371" y="221"/>
                  </a:lnTo>
                  <a:lnTo>
                    <a:pt x="377" y="207"/>
                  </a:lnTo>
                  <a:lnTo>
                    <a:pt x="382" y="193"/>
                  </a:lnTo>
                  <a:lnTo>
                    <a:pt x="385" y="180"/>
                  </a:lnTo>
                  <a:lnTo>
                    <a:pt x="387" y="164"/>
                  </a:lnTo>
                  <a:lnTo>
                    <a:pt x="388" y="149"/>
                  </a:lnTo>
                  <a:lnTo>
                    <a:pt x="388" y="149"/>
                  </a:lnTo>
                  <a:lnTo>
                    <a:pt x="388" y="148"/>
                  </a:lnTo>
                  <a:lnTo>
                    <a:pt x="429" y="148"/>
                  </a:lnTo>
                  <a:lnTo>
                    <a:pt x="429" y="148"/>
                  </a:lnTo>
                  <a:lnTo>
                    <a:pt x="434" y="149"/>
                  </a:lnTo>
                  <a:lnTo>
                    <a:pt x="438" y="150"/>
                  </a:lnTo>
                  <a:lnTo>
                    <a:pt x="442" y="152"/>
                  </a:lnTo>
                  <a:lnTo>
                    <a:pt x="446" y="155"/>
                  </a:lnTo>
                  <a:lnTo>
                    <a:pt x="446" y="155"/>
                  </a:lnTo>
                  <a:lnTo>
                    <a:pt x="448" y="159"/>
                  </a:lnTo>
                  <a:lnTo>
                    <a:pt x="450" y="164"/>
                  </a:lnTo>
                  <a:lnTo>
                    <a:pt x="451" y="168"/>
                  </a:lnTo>
                  <a:lnTo>
                    <a:pt x="450" y="174"/>
                  </a:lnTo>
                  <a:lnTo>
                    <a:pt x="404" y="454"/>
                  </a:lnTo>
                  <a:lnTo>
                    <a:pt x="404" y="454"/>
                  </a:lnTo>
                  <a:lnTo>
                    <a:pt x="402" y="461"/>
                  </a:lnTo>
                  <a:lnTo>
                    <a:pt x="400" y="467"/>
                  </a:lnTo>
                  <a:lnTo>
                    <a:pt x="396" y="472"/>
                  </a:lnTo>
                  <a:lnTo>
                    <a:pt x="391" y="477"/>
                  </a:lnTo>
                  <a:lnTo>
                    <a:pt x="386" y="480"/>
                  </a:lnTo>
                  <a:lnTo>
                    <a:pt x="381" y="483"/>
                  </a:lnTo>
                  <a:lnTo>
                    <a:pt x="374" y="485"/>
                  </a:lnTo>
                  <a:lnTo>
                    <a:pt x="367" y="486"/>
                  </a:lnTo>
                  <a:lnTo>
                    <a:pt x="115" y="486"/>
                  </a:lnTo>
                  <a:lnTo>
                    <a:pt x="115" y="486"/>
                  </a:lnTo>
                  <a:lnTo>
                    <a:pt x="109" y="485"/>
                  </a:lnTo>
                  <a:lnTo>
                    <a:pt x="102" y="483"/>
                  </a:lnTo>
                  <a:lnTo>
                    <a:pt x="97" y="480"/>
                  </a:lnTo>
                  <a:lnTo>
                    <a:pt x="92" y="477"/>
                  </a:lnTo>
                  <a:lnTo>
                    <a:pt x="87" y="472"/>
                  </a:lnTo>
                  <a:lnTo>
                    <a:pt x="82" y="467"/>
                  </a:lnTo>
                  <a:lnTo>
                    <a:pt x="80" y="461"/>
                  </a:lnTo>
                  <a:lnTo>
                    <a:pt x="78" y="454"/>
                  </a:lnTo>
                  <a:lnTo>
                    <a:pt x="32" y="174"/>
                  </a:lnTo>
                  <a:lnTo>
                    <a:pt x="32" y="174"/>
                  </a:lnTo>
                  <a:lnTo>
                    <a:pt x="31" y="168"/>
                  </a:lnTo>
                  <a:lnTo>
                    <a:pt x="32" y="164"/>
                  </a:lnTo>
                  <a:lnTo>
                    <a:pt x="34" y="159"/>
                  </a:lnTo>
                  <a:lnTo>
                    <a:pt x="36" y="155"/>
                  </a:lnTo>
                  <a:lnTo>
                    <a:pt x="36" y="1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18">
              <a:extLst>
                <a:ext uri="{FF2B5EF4-FFF2-40B4-BE49-F238E27FC236}">
                  <a16:creationId xmlns:a16="http://schemas.microsoft.com/office/drawing/2014/main" id="{11DFAA6B-ADD0-46CA-A00C-800ED26425C5}"/>
                </a:ext>
              </a:extLst>
            </p:cNvPr>
            <p:cNvSpPr>
              <a:spLocks noChangeArrowheads="1"/>
            </p:cNvSpPr>
            <p:nvPr/>
          </p:nvSpPr>
          <p:spPr bwMode="auto">
            <a:xfrm>
              <a:off x="8805863" y="3381375"/>
              <a:ext cx="49213" cy="206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9">
              <a:extLst>
                <a:ext uri="{FF2B5EF4-FFF2-40B4-BE49-F238E27FC236}">
                  <a16:creationId xmlns:a16="http://schemas.microsoft.com/office/drawing/2014/main" id="{4C5862E0-DBDF-4CA3-B122-3D49EC0659CC}"/>
                </a:ext>
              </a:extLst>
            </p:cNvPr>
            <p:cNvSpPr>
              <a:spLocks/>
            </p:cNvSpPr>
            <p:nvPr/>
          </p:nvSpPr>
          <p:spPr bwMode="auto">
            <a:xfrm>
              <a:off x="8791575" y="2981325"/>
              <a:ext cx="146050" cy="155575"/>
            </a:xfrm>
            <a:custGeom>
              <a:avLst/>
              <a:gdLst>
                <a:gd name="T0" fmla="*/ 24 w 92"/>
                <a:gd name="T1" fmla="*/ 98 h 98"/>
                <a:gd name="T2" fmla="*/ 24 w 92"/>
                <a:gd name="T3" fmla="*/ 98 h 98"/>
                <a:gd name="T4" fmla="*/ 29 w 92"/>
                <a:gd name="T5" fmla="*/ 98 h 98"/>
                <a:gd name="T6" fmla="*/ 34 w 92"/>
                <a:gd name="T7" fmla="*/ 96 h 98"/>
                <a:gd name="T8" fmla="*/ 38 w 92"/>
                <a:gd name="T9" fmla="*/ 94 h 98"/>
                <a:gd name="T10" fmla="*/ 42 w 92"/>
                <a:gd name="T11" fmla="*/ 91 h 98"/>
                <a:gd name="T12" fmla="*/ 45 w 92"/>
                <a:gd name="T13" fmla="*/ 88 h 98"/>
                <a:gd name="T14" fmla="*/ 47 w 92"/>
                <a:gd name="T15" fmla="*/ 84 h 98"/>
                <a:gd name="T16" fmla="*/ 48 w 92"/>
                <a:gd name="T17" fmla="*/ 79 h 98"/>
                <a:gd name="T18" fmla="*/ 49 w 92"/>
                <a:gd name="T19" fmla="*/ 74 h 98"/>
                <a:gd name="T20" fmla="*/ 49 w 92"/>
                <a:gd name="T21" fmla="*/ 74 h 98"/>
                <a:gd name="T22" fmla="*/ 49 w 92"/>
                <a:gd name="T23" fmla="*/ 71 h 98"/>
                <a:gd name="T24" fmla="*/ 92 w 92"/>
                <a:gd name="T25" fmla="*/ 21 h 98"/>
                <a:gd name="T26" fmla="*/ 68 w 92"/>
                <a:gd name="T27" fmla="*/ 0 h 98"/>
                <a:gd name="T28" fmla="*/ 24 w 92"/>
                <a:gd name="T29" fmla="*/ 50 h 98"/>
                <a:gd name="T30" fmla="*/ 24 w 92"/>
                <a:gd name="T31" fmla="*/ 50 h 98"/>
                <a:gd name="T32" fmla="*/ 24 w 92"/>
                <a:gd name="T33" fmla="*/ 50 h 98"/>
                <a:gd name="T34" fmla="*/ 24 w 92"/>
                <a:gd name="T35" fmla="*/ 50 h 98"/>
                <a:gd name="T36" fmla="*/ 19 w 92"/>
                <a:gd name="T37" fmla="*/ 50 h 98"/>
                <a:gd name="T38" fmla="*/ 15 w 92"/>
                <a:gd name="T39" fmla="*/ 51 h 98"/>
                <a:gd name="T40" fmla="*/ 11 w 92"/>
                <a:gd name="T41" fmla="*/ 54 h 98"/>
                <a:gd name="T42" fmla="*/ 7 w 92"/>
                <a:gd name="T43" fmla="*/ 56 h 98"/>
                <a:gd name="T44" fmla="*/ 4 w 92"/>
                <a:gd name="T45" fmla="*/ 61 h 98"/>
                <a:gd name="T46" fmla="*/ 2 w 92"/>
                <a:gd name="T47" fmla="*/ 65 h 98"/>
                <a:gd name="T48" fmla="*/ 1 w 92"/>
                <a:gd name="T49" fmla="*/ 70 h 98"/>
                <a:gd name="T50" fmla="*/ 0 w 92"/>
                <a:gd name="T51" fmla="*/ 74 h 98"/>
                <a:gd name="T52" fmla="*/ 0 w 92"/>
                <a:gd name="T53" fmla="*/ 74 h 98"/>
                <a:gd name="T54" fmla="*/ 1 w 92"/>
                <a:gd name="T55" fmla="*/ 79 h 98"/>
                <a:gd name="T56" fmla="*/ 2 w 92"/>
                <a:gd name="T57" fmla="*/ 84 h 98"/>
                <a:gd name="T58" fmla="*/ 4 w 92"/>
                <a:gd name="T59" fmla="*/ 88 h 98"/>
                <a:gd name="T60" fmla="*/ 7 w 92"/>
                <a:gd name="T61" fmla="*/ 91 h 98"/>
                <a:gd name="T62" fmla="*/ 11 w 92"/>
                <a:gd name="T63" fmla="*/ 94 h 98"/>
                <a:gd name="T64" fmla="*/ 15 w 92"/>
                <a:gd name="T65" fmla="*/ 96 h 98"/>
                <a:gd name="T66" fmla="*/ 19 w 92"/>
                <a:gd name="T67" fmla="*/ 98 h 98"/>
                <a:gd name="T68" fmla="*/ 24 w 92"/>
                <a:gd name="T69" fmla="*/ 98 h 98"/>
                <a:gd name="T70" fmla="*/ 24 w 92"/>
                <a:gd name="T7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2" h="98">
                  <a:moveTo>
                    <a:pt x="24" y="98"/>
                  </a:moveTo>
                  <a:lnTo>
                    <a:pt x="24" y="98"/>
                  </a:lnTo>
                  <a:lnTo>
                    <a:pt x="29" y="98"/>
                  </a:lnTo>
                  <a:lnTo>
                    <a:pt x="34" y="96"/>
                  </a:lnTo>
                  <a:lnTo>
                    <a:pt x="38" y="94"/>
                  </a:lnTo>
                  <a:lnTo>
                    <a:pt x="42" y="91"/>
                  </a:lnTo>
                  <a:lnTo>
                    <a:pt x="45" y="88"/>
                  </a:lnTo>
                  <a:lnTo>
                    <a:pt x="47" y="84"/>
                  </a:lnTo>
                  <a:lnTo>
                    <a:pt x="48" y="79"/>
                  </a:lnTo>
                  <a:lnTo>
                    <a:pt x="49" y="74"/>
                  </a:lnTo>
                  <a:lnTo>
                    <a:pt x="49" y="74"/>
                  </a:lnTo>
                  <a:lnTo>
                    <a:pt x="49" y="71"/>
                  </a:lnTo>
                  <a:lnTo>
                    <a:pt x="92" y="21"/>
                  </a:lnTo>
                  <a:lnTo>
                    <a:pt x="68" y="0"/>
                  </a:lnTo>
                  <a:lnTo>
                    <a:pt x="24" y="50"/>
                  </a:lnTo>
                  <a:lnTo>
                    <a:pt x="24" y="50"/>
                  </a:lnTo>
                  <a:lnTo>
                    <a:pt x="24" y="50"/>
                  </a:lnTo>
                  <a:lnTo>
                    <a:pt x="24" y="50"/>
                  </a:lnTo>
                  <a:lnTo>
                    <a:pt x="19" y="50"/>
                  </a:lnTo>
                  <a:lnTo>
                    <a:pt x="15" y="51"/>
                  </a:lnTo>
                  <a:lnTo>
                    <a:pt x="11" y="54"/>
                  </a:lnTo>
                  <a:lnTo>
                    <a:pt x="7" y="56"/>
                  </a:lnTo>
                  <a:lnTo>
                    <a:pt x="4" y="61"/>
                  </a:lnTo>
                  <a:lnTo>
                    <a:pt x="2" y="65"/>
                  </a:lnTo>
                  <a:lnTo>
                    <a:pt x="1" y="70"/>
                  </a:lnTo>
                  <a:lnTo>
                    <a:pt x="0" y="74"/>
                  </a:lnTo>
                  <a:lnTo>
                    <a:pt x="0" y="74"/>
                  </a:lnTo>
                  <a:lnTo>
                    <a:pt x="1" y="79"/>
                  </a:lnTo>
                  <a:lnTo>
                    <a:pt x="2" y="84"/>
                  </a:lnTo>
                  <a:lnTo>
                    <a:pt x="4" y="88"/>
                  </a:lnTo>
                  <a:lnTo>
                    <a:pt x="7" y="91"/>
                  </a:lnTo>
                  <a:lnTo>
                    <a:pt x="11" y="94"/>
                  </a:lnTo>
                  <a:lnTo>
                    <a:pt x="15" y="96"/>
                  </a:lnTo>
                  <a:lnTo>
                    <a:pt x="19" y="98"/>
                  </a:lnTo>
                  <a:lnTo>
                    <a:pt x="24" y="98"/>
                  </a:lnTo>
                  <a:lnTo>
                    <a:pt x="24"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 name="Group 29">
            <a:extLst>
              <a:ext uri="{FF2B5EF4-FFF2-40B4-BE49-F238E27FC236}">
                <a16:creationId xmlns:a16="http://schemas.microsoft.com/office/drawing/2014/main" id="{5C99FE4B-676C-4849-A74A-5AD82E950F59}"/>
              </a:ext>
            </a:extLst>
          </p:cNvPr>
          <p:cNvGrpSpPr/>
          <p:nvPr/>
        </p:nvGrpSpPr>
        <p:grpSpPr>
          <a:xfrm>
            <a:off x="3682801" y="4098515"/>
            <a:ext cx="1128724" cy="819848"/>
            <a:chOff x="714528" y="2586451"/>
            <a:chExt cx="1399563" cy="1006929"/>
          </a:xfrm>
        </p:grpSpPr>
        <p:pic>
          <p:nvPicPr>
            <p:cNvPr id="31" name="Picture 3">
              <a:extLst>
                <a:ext uri="{FF2B5EF4-FFF2-40B4-BE49-F238E27FC236}">
                  <a16:creationId xmlns:a16="http://schemas.microsoft.com/office/drawing/2014/main" id="{F719991C-F924-41C1-BF63-6B4409C541D4}"/>
                </a:ext>
              </a:extLst>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a:off x="865742" y="2586451"/>
              <a:ext cx="1248349" cy="1006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a:extLst>
                <a:ext uri="{FF2B5EF4-FFF2-40B4-BE49-F238E27FC236}">
                  <a16:creationId xmlns:a16="http://schemas.microsoft.com/office/drawing/2014/main" id="{3083EB58-7A87-4030-ABF9-DC916FA0B113}"/>
                </a:ext>
              </a:extLst>
            </p:cNvPr>
            <p:cNvPicPr>
              <a:picLocks noChangeAspect="1" noChangeArrowheads="1"/>
            </p:cNvPicPr>
            <p:nvPr/>
          </p:nvPicPr>
          <p:blipFill>
            <a:blip r:embed="rId4" cstate="email">
              <a:extLst>
                <a:ext uri="{BEBA8EAE-BF5A-486C-A8C5-ECC9F3942E4B}">
                  <a14:imgProps xmlns:a14="http://schemas.microsoft.com/office/drawing/2010/main">
                    <a14:imgLayer r:embed="rId6">
                      <a14:imgEffect>
                        <a14:backgroundRemoval t="0" b="100000" l="0" r="100000"/>
                      </a14:imgEffect>
                    </a14:imgLayer>
                  </a14:imgProps>
                </a:ext>
                <a:ext uri="{28A0092B-C50C-407E-A947-70E740481C1C}">
                  <a14:useLocalDpi xmlns:a14="http://schemas.microsoft.com/office/drawing/2010/main"/>
                </a:ext>
              </a:extLst>
            </a:blip>
            <a:srcRect/>
            <a:stretch>
              <a:fillRect/>
            </a:stretch>
          </p:blipFill>
          <p:spPr bwMode="auto">
            <a:xfrm flipH="1">
              <a:off x="714528" y="2586451"/>
              <a:ext cx="1256131" cy="10069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4" name="Oval 33">
            <a:extLst>
              <a:ext uri="{FF2B5EF4-FFF2-40B4-BE49-F238E27FC236}">
                <a16:creationId xmlns:a16="http://schemas.microsoft.com/office/drawing/2014/main" id="{58EA0F57-B2D2-4E01-AAC4-25E838646DAA}"/>
              </a:ext>
            </a:extLst>
          </p:cNvPr>
          <p:cNvSpPr/>
          <p:nvPr/>
        </p:nvSpPr>
        <p:spPr>
          <a:xfrm>
            <a:off x="7871499" y="4163585"/>
            <a:ext cx="472169" cy="379317"/>
          </a:xfrm>
          <a:prstGeom prst="ellipse">
            <a:avLst/>
          </a:prstGeom>
          <a:noFill/>
          <a:ln w="6350" cmpd="sng">
            <a:solidFill>
              <a:schemeClr val="tx1"/>
            </a:solidFill>
            <a:prstDash val="sysDash"/>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55" tIns="0" rIns="8255" bIns="0" numCol="1" spcCol="1270" rtlCol="0" anchor="ctr" anchorCtr="0">
            <a:noAutofit/>
          </a:bodyPr>
          <a:lstStyle/>
          <a:p>
            <a:pPr algn="ctr" defTabSz="577850">
              <a:spcBef>
                <a:spcPct val="0"/>
              </a:spcBef>
              <a:spcAft>
                <a:spcPts val="400"/>
              </a:spcAft>
            </a:pPr>
            <a:endParaRPr lang="en-US" sz="1400" kern="1200">
              <a:solidFill>
                <a:srgbClr val="FF4C00"/>
              </a:solidFill>
              <a:latin typeface="Proxima Nova Extrabld"/>
              <a:cs typeface="Proxima Nova Extrabld"/>
            </a:endParaRPr>
          </a:p>
        </p:txBody>
      </p:sp>
      <p:sp>
        <p:nvSpPr>
          <p:cNvPr id="35" name="Rectangle 34">
            <a:extLst>
              <a:ext uri="{FF2B5EF4-FFF2-40B4-BE49-F238E27FC236}">
                <a16:creationId xmlns:a16="http://schemas.microsoft.com/office/drawing/2014/main" id="{148BCCB5-B710-49CA-9A29-202D36947946}"/>
              </a:ext>
            </a:extLst>
          </p:cNvPr>
          <p:cNvSpPr/>
          <p:nvPr/>
        </p:nvSpPr>
        <p:spPr>
          <a:xfrm>
            <a:off x="6548531" y="6593217"/>
            <a:ext cx="5643469" cy="253916"/>
          </a:xfrm>
          <a:prstGeom prst="rect">
            <a:avLst/>
          </a:prstGeom>
        </p:spPr>
        <p:txBody>
          <a:bodyPr wrap="square">
            <a:spAutoFit/>
          </a:bodyPr>
          <a:lstStyle/>
          <a:p>
            <a:pPr algn="r"/>
            <a:r>
              <a:rPr lang="en-US" sz="1050" dirty="0">
                <a:solidFill>
                  <a:schemeClr val="bg1"/>
                </a:solidFill>
              </a:rPr>
              <a:t> </a:t>
            </a:r>
            <a:r>
              <a:rPr lang="en-US" sz="1050" dirty="0" err="1">
                <a:solidFill>
                  <a:schemeClr val="bg1"/>
                </a:solidFill>
              </a:rPr>
              <a:t>Cheuvront</a:t>
            </a:r>
            <a:r>
              <a:rPr lang="en-US" sz="1050" dirty="0">
                <a:solidFill>
                  <a:schemeClr val="bg1"/>
                </a:solidFill>
              </a:rPr>
              <a:t> &amp; Sawka. </a:t>
            </a:r>
            <a:r>
              <a:rPr lang="en-US" sz="1050" i="1" dirty="0">
                <a:solidFill>
                  <a:schemeClr val="bg1"/>
                </a:solidFill>
              </a:rPr>
              <a:t>Sports Science Exchange. </a:t>
            </a:r>
            <a:r>
              <a:rPr lang="en-US" sz="1050" dirty="0">
                <a:solidFill>
                  <a:schemeClr val="bg1"/>
                </a:solidFill>
              </a:rPr>
              <a:t>2005;18(2)</a:t>
            </a:r>
          </a:p>
        </p:txBody>
      </p:sp>
      <p:sp>
        <p:nvSpPr>
          <p:cNvPr id="2" name="TextBox 1">
            <a:extLst>
              <a:ext uri="{FF2B5EF4-FFF2-40B4-BE49-F238E27FC236}">
                <a16:creationId xmlns:a16="http://schemas.microsoft.com/office/drawing/2014/main" id="{41929D53-EC3D-4CA9-A995-9B4084C180DB}"/>
              </a:ext>
            </a:extLst>
          </p:cNvPr>
          <p:cNvSpPr txBox="1"/>
          <p:nvPr/>
        </p:nvSpPr>
        <p:spPr>
          <a:xfrm>
            <a:off x="2843924" y="5571124"/>
            <a:ext cx="7062992" cy="369332"/>
          </a:xfrm>
          <a:prstGeom prst="rect">
            <a:avLst/>
          </a:prstGeom>
          <a:noFill/>
        </p:spPr>
        <p:txBody>
          <a:bodyPr wrap="square" rtlCol="0">
            <a:spAutoFit/>
          </a:bodyPr>
          <a:lstStyle/>
          <a:p>
            <a:r>
              <a:rPr lang="en-US"/>
              <a:t>Assess first thing in the morning (before breakfast)</a:t>
            </a:r>
          </a:p>
        </p:txBody>
      </p:sp>
      <p:sp>
        <p:nvSpPr>
          <p:cNvPr id="36" name="TextBox 35">
            <a:extLst>
              <a:ext uri="{FF2B5EF4-FFF2-40B4-BE49-F238E27FC236}">
                <a16:creationId xmlns:a16="http://schemas.microsoft.com/office/drawing/2014/main" id="{A68B5081-EA27-4C95-AE46-17323417C4A8}"/>
              </a:ext>
            </a:extLst>
          </p:cNvPr>
          <p:cNvSpPr txBox="1"/>
          <p:nvPr/>
        </p:nvSpPr>
        <p:spPr>
          <a:xfrm>
            <a:off x="907785" y="1317163"/>
            <a:ext cx="7062992" cy="523220"/>
          </a:xfrm>
          <a:prstGeom prst="rect">
            <a:avLst/>
          </a:prstGeom>
          <a:noFill/>
        </p:spPr>
        <p:txBody>
          <a:bodyPr wrap="square" rtlCol="0">
            <a:spAutoFit/>
          </a:bodyPr>
          <a:lstStyle/>
          <a:p>
            <a:r>
              <a:rPr lang="en-US" sz="2800"/>
              <a:t>Are you </a:t>
            </a:r>
            <a:r>
              <a:rPr lang="en-US" sz="2800" err="1"/>
              <a:t>hypohydrated</a:t>
            </a:r>
            <a:r>
              <a:rPr lang="en-US" sz="2800"/>
              <a:t>?</a:t>
            </a:r>
          </a:p>
        </p:txBody>
      </p:sp>
      <p:sp>
        <p:nvSpPr>
          <p:cNvPr id="37" name="TextBox 36">
            <a:extLst>
              <a:ext uri="{FF2B5EF4-FFF2-40B4-BE49-F238E27FC236}">
                <a16:creationId xmlns:a16="http://schemas.microsoft.com/office/drawing/2014/main" id="{1BE77092-2769-4E64-B541-42E109F5B84B}"/>
              </a:ext>
            </a:extLst>
          </p:cNvPr>
          <p:cNvSpPr txBox="1"/>
          <p:nvPr/>
        </p:nvSpPr>
        <p:spPr>
          <a:xfrm>
            <a:off x="1974545" y="4526255"/>
            <a:ext cx="1271792" cy="400110"/>
          </a:xfrm>
          <a:prstGeom prst="rect">
            <a:avLst/>
          </a:prstGeom>
          <a:noFill/>
        </p:spPr>
        <p:txBody>
          <a:bodyPr wrap="square" rtlCol="0">
            <a:spAutoFit/>
          </a:bodyPr>
          <a:lstStyle/>
          <a:p>
            <a:r>
              <a:rPr lang="en-US" sz="2000">
                <a:latin typeface="Calibri"/>
              </a:rPr>
              <a:t>Yes / No</a:t>
            </a:r>
            <a:endParaRPr lang="en-US" sz="2000"/>
          </a:p>
        </p:txBody>
      </p:sp>
      <p:sp>
        <p:nvSpPr>
          <p:cNvPr id="38" name="TextBox 37">
            <a:extLst>
              <a:ext uri="{FF2B5EF4-FFF2-40B4-BE49-F238E27FC236}">
                <a16:creationId xmlns:a16="http://schemas.microsoft.com/office/drawing/2014/main" id="{C20BF710-956F-4686-8490-EAD1E00C3A41}"/>
              </a:ext>
            </a:extLst>
          </p:cNvPr>
          <p:cNvSpPr txBox="1"/>
          <p:nvPr/>
        </p:nvSpPr>
        <p:spPr>
          <a:xfrm>
            <a:off x="1690366" y="3836838"/>
            <a:ext cx="1942944" cy="707886"/>
          </a:xfrm>
          <a:prstGeom prst="rect">
            <a:avLst/>
          </a:prstGeom>
          <a:noFill/>
        </p:spPr>
        <p:txBody>
          <a:bodyPr wrap="square" rtlCol="0">
            <a:spAutoFit/>
          </a:bodyPr>
          <a:lstStyle/>
          <a:p>
            <a:r>
              <a:rPr lang="en-US" sz="2000"/>
              <a:t>Is my urine dark yellow?</a:t>
            </a:r>
          </a:p>
        </p:txBody>
      </p:sp>
      <p:sp>
        <p:nvSpPr>
          <p:cNvPr id="39" name="Oval 38">
            <a:extLst>
              <a:ext uri="{FF2B5EF4-FFF2-40B4-BE49-F238E27FC236}">
                <a16:creationId xmlns:a16="http://schemas.microsoft.com/office/drawing/2014/main" id="{B5866ACC-7905-4906-ADE9-634FB8B7BBCC}"/>
              </a:ext>
            </a:extLst>
          </p:cNvPr>
          <p:cNvSpPr/>
          <p:nvPr/>
        </p:nvSpPr>
        <p:spPr>
          <a:xfrm>
            <a:off x="1988859" y="4544585"/>
            <a:ext cx="472169" cy="379317"/>
          </a:xfrm>
          <a:prstGeom prst="ellipse">
            <a:avLst/>
          </a:prstGeom>
          <a:noFill/>
          <a:ln w="6350" cmpd="sng">
            <a:solidFill>
              <a:schemeClr val="tx1"/>
            </a:solidFill>
            <a:prstDash val="sysDash"/>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55" tIns="0" rIns="8255" bIns="0" numCol="1" spcCol="1270" rtlCol="0" anchor="ctr" anchorCtr="0">
            <a:noAutofit/>
          </a:bodyPr>
          <a:lstStyle/>
          <a:p>
            <a:pPr algn="ctr" defTabSz="577850">
              <a:spcBef>
                <a:spcPct val="0"/>
              </a:spcBef>
              <a:spcAft>
                <a:spcPts val="400"/>
              </a:spcAft>
            </a:pPr>
            <a:endParaRPr lang="en-US" sz="1400" kern="1200">
              <a:solidFill>
                <a:srgbClr val="FF4C00"/>
              </a:solidFill>
              <a:latin typeface="Proxima Nova Extrabld"/>
              <a:cs typeface="Proxima Nova Extrabld"/>
            </a:endParaRPr>
          </a:p>
        </p:txBody>
      </p:sp>
      <p:sp>
        <p:nvSpPr>
          <p:cNvPr id="40" name="TextBox 39">
            <a:extLst>
              <a:ext uri="{FF2B5EF4-FFF2-40B4-BE49-F238E27FC236}">
                <a16:creationId xmlns:a16="http://schemas.microsoft.com/office/drawing/2014/main" id="{46D6FC8E-2739-40F5-9D7D-8D3C4DB227EA}"/>
              </a:ext>
            </a:extLst>
          </p:cNvPr>
          <p:cNvSpPr txBox="1"/>
          <p:nvPr/>
        </p:nvSpPr>
        <p:spPr>
          <a:xfrm>
            <a:off x="2561177" y="2894754"/>
            <a:ext cx="1271792" cy="400110"/>
          </a:xfrm>
          <a:prstGeom prst="rect">
            <a:avLst/>
          </a:prstGeom>
          <a:noFill/>
        </p:spPr>
        <p:txBody>
          <a:bodyPr wrap="square" rtlCol="0">
            <a:spAutoFit/>
          </a:bodyPr>
          <a:lstStyle/>
          <a:p>
            <a:r>
              <a:rPr lang="en-US" sz="2000">
                <a:latin typeface="Calibri"/>
              </a:rPr>
              <a:t>Yes / No</a:t>
            </a:r>
            <a:endParaRPr lang="en-US" sz="2000"/>
          </a:p>
        </p:txBody>
      </p:sp>
      <p:sp>
        <p:nvSpPr>
          <p:cNvPr id="41" name="Oval 40">
            <a:extLst>
              <a:ext uri="{FF2B5EF4-FFF2-40B4-BE49-F238E27FC236}">
                <a16:creationId xmlns:a16="http://schemas.microsoft.com/office/drawing/2014/main" id="{F878B37B-F58D-45BB-B437-DCA870BE3D34}"/>
              </a:ext>
            </a:extLst>
          </p:cNvPr>
          <p:cNvSpPr/>
          <p:nvPr/>
        </p:nvSpPr>
        <p:spPr>
          <a:xfrm>
            <a:off x="2575491" y="2928324"/>
            <a:ext cx="472169" cy="379317"/>
          </a:xfrm>
          <a:prstGeom prst="ellipse">
            <a:avLst/>
          </a:prstGeom>
          <a:noFill/>
          <a:ln w="6350" cmpd="sng">
            <a:solidFill>
              <a:schemeClr val="tx1"/>
            </a:solidFill>
            <a:prstDash val="sysDash"/>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55" tIns="0" rIns="8255" bIns="0" numCol="1" spcCol="1270" rtlCol="0" anchor="ctr" anchorCtr="0">
            <a:noAutofit/>
          </a:bodyPr>
          <a:lstStyle/>
          <a:p>
            <a:pPr algn="ctr" defTabSz="577850">
              <a:spcBef>
                <a:spcPct val="0"/>
              </a:spcBef>
              <a:spcAft>
                <a:spcPts val="400"/>
              </a:spcAft>
            </a:pPr>
            <a:endParaRPr lang="en-US" sz="1400" kern="1200">
              <a:solidFill>
                <a:srgbClr val="FF4C00"/>
              </a:solidFill>
              <a:latin typeface="Proxima Nova Extrabld"/>
              <a:cs typeface="Proxima Nova Extrabld"/>
            </a:endParaRPr>
          </a:p>
        </p:txBody>
      </p:sp>
      <p:grpSp>
        <p:nvGrpSpPr>
          <p:cNvPr id="3" name="Group 2">
            <a:extLst>
              <a:ext uri="{FF2B5EF4-FFF2-40B4-BE49-F238E27FC236}">
                <a16:creationId xmlns:a16="http://schemas.microsoft.com/office/drawing/2014/main" id="{154BD937-4264-4A53-8591-1B0BB95D8FE1}"/>
              </a:ext>
            </a:extLst>
          </p:cNvPr>
          <p:cNvGrpSpPr/>
          <p:nvPr/>
        </p:nvGrpSpPr>
        <p:grpSpPr>
          <a:xfrm>
            <a:off x="7864175" y="1233079"/>
            <a:ext cx="3523596" cy="1098311"/>
            <a:chOff x="7864175" y="1233079"/>
            <a:chExt cx="3523596" cy="1098311"/>
          </a:xfrm>
        </p:grpSpPr>
        <p:grpSp>
          <p:nvGrpSpPr>
            <p:cNvPr id="42" name="Group 41">
              <a:extLst>
                <a:ext uri="{FF2B5EF4-FFF2-40B4-BE49-F238E27FC236}">
                  <a16:creationId xmlns:a16="http://schemas.microsoft.com/office/drawing/2014/main" id="{3EAAAB07-DDA9-4738-8958-0B7E28DB2C1B}"/>
                </a:ext>
              </a:extLst>
            </p:cNvPr>
            <p:cNvGrpSpPr/>
            <p:nvPr/>
          </p:nvGrpSpPr>
          <p:grpSpPr>
            <a:xfrm>
              <a:off x="8077320" y="1233079"/>
              <a:ext cx="3310451" cy="1098311"/>
              <a:chOff x="1431695" y="5268090"/>
              <a:chExt cx="3310451" cy="1098311"/>
            </a:xfrm>
          </p:grpSpPr>
          <p:sp>
            <p:nvSpPr>
              <p:cNvPr id="43" name="Rectangle 42">
                <a:extLst>
                  <a:ext uri="{FF2B5EF4-FFF2-40B4-BE49-F238E27FC236}">
                    <a16:creationId xmlns:a16="http://schemas.microsoft.com/office/drawing/2014/main" id="{DCC03D56-8688-4FE2-8BCB-802D6E00F25F}"/>
                  </a:ext>
                </a:extLst>
              </p:cNvPr>
              <p:cNvSpPr/>
              <p:nvPr/>
            </p:nvSpPr>
            <p:spPr>
              <a:xfrm>
                <a:off x="1431695" y="547368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FDA12CB3-F6D0-4424-9FD3-2781B60AA12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sp>
          <p:nvSpPr>
            <p:cNvPr id="45" name="TextBox 44">
              <a:extLst>
                <a:ext uri="{FF2B5EF4-FFF2-40B4-BE49-F238E27FC236}">
                  <a16:creationId xmlns:a16="http://schemas.microsoft.com/office/drawing/2014/main" id="{0C4012AA-0938-40B1-8B16-D8EBBE32CBAC}"/>
                </a:ext>
              </a:extLst>
            </p:cNvPr>
            <p:cNvSpPr txBox="1"/>
            <p:nvPr/>
          </p:nvSpPr>
          <p:spPr>
            <a:xfrm>
              <a:off x="7864175" y="1552770"/>
              <a:ext cx="1861924" cy="461665"/>
            </a:xfrm>
            <a:prstGeom prst="rect">
              <a:avLst/>
            </a:prstGeom>
            <a:noFill/>
            <a:ln>
              <a:noFill/>
            </a:ln>
          </p:spPr>
          <p:txBody>
            <a:bodyPr wrap="square" rtlCol="0">
              <a:spAutoFit/>
            </a:bodyPr>
            <a:lstStyle/>
            <a:p>
              <a:pPr algn="ctr"/>
              <a:r>
                <a:rPr lang="en-US" sz="2400" b="1"/>
                <a:t>SSE #92</a:t>
              </a:r>
            </a:p>
          </p:txBody>
        </p:sp>
      </p:grpSp>
      <p:cxnSp>
        <p:nvCxnSpPr>
          <p:cNvPr id="48" name="Straight Connector 47">
            <a:extLst>
              <a:ext uri="{FF2B5EF4-FFF2-40B4-BE49-F238E27FC236}">
                <a16:creationId xmlns:a16="http://schemas.microsoft.com/office/drawing/2014/main" id="{2D6AF64A-53B9-F74C-AE61-A6087422242B}"/>
              </a:ext>
            </a:extLst>
          </p:cNvPr>
          <p:cNvCxnSpPr>
            <a:cxnSpLocks/>
          </p:cNvCxnSpPr>
          <p:nvPr/>
        </p:nvCxnSpPr>
        <p:spPr>
          <a:xfrm>
            <a:off x="895961" y="841253"/>
            <a:ext cx="8309787"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75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 up of a white wall&#10;&#10;Description automatically generated">
            <a:extLst>
              <a:ext uri="{FF2B5EF4-FFF2-40B4-BE49-F238E27FC236}">
                <a16:creationId xmlns:a16="http://schemas.microsoft.com/office/drawing/2014/main" id="{461A7B30-35D9-7F41-82D7-2CD0F30FB4C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565947" y="1732161"/>
            <a:ext cx="5026960" cy="3977020"/>
          </a:xfrm>
          <a:prstGeom prst="rect">
            <a:avLst/>
          </a:prstGeom>
        </p:spPr>
      </p:pic>
      <p:sp>
        <p:nvSpPr>
          <p:cNvPr id="6" name="Rectangle 5">
            <a:extLst>
              <a:ext uri="{FF2B5EF4-FFF2-40B4-BE49-F238E27FC236}">
                <a16:creationId xmlns:a16="http://schemas.microsoft.com/office/drawing/2014/main" id="{F8D19277-5944-5D4F-9796-303C75E8FCA4}"/>
              </a:ext>
            </a:extLst>
          </p:cNvPr>
          <p:cNvSpPr/>
          <p:nvPr/>
        </p:nvSpPr>
        <p:spPr>
          <a:xfrm>
            <a:off x="256413" y="686056"/>
            <a:ext cx="962787" cy="3881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Century Gothic" panose="020F0302020204030204"/>
            </a:endParaRPr>
          </a:p>
        </p:txBody>
      </p:sp>
      <p:sp>
        <p:nvSpPr>
          <p:cNvPr id="2" name="Title 1">
            <a:extLst>
              <a:ext uri="{FF2B5EF4-FFF2-40B4-BE49-F238E27FC236}">
                <a16:creationId xmlns:a16="http://schemas.microsoft.com/office/drawing/2014/main" id="{9D1B4C67-B2EC-654B-91A6-29EEC2C66630}"/>
              </a:ext>
            </a:extLst>
          </p:cNvPr>
          <p:cNvSpPr>
            <a:spLocks noGrp="1"/>
          </p:cNvSpPr>
          <p:nvPr>
            <p:ph type="title"/>
          </p:nvPr>
        </p:nvSpPr>
        <p:spPr>
          <a:xfrm>
            <a:off x="291085" y="388151"/>
            <a:ext cx="5787212" cy="719836"/>
          </a:xfrm>
        </p:spPr>
        <p:txBody>
          <a:bodyPr vert="horz" lIns="91440" tIns="45720" rIns="91440" bIns="45720" rtlCol="0" anchor="b">
            <a:normAutofit/>
          </a:bodyPr>
          <a:lstStyle/>
          <a:p>
            <a:pPr>
              <a:lnSpc>
                <a:spcPct val="90000"/>
              </a:lnSpc>
            </a:pPr>
            <a:r>
              <a:rPr lang="en-US" sz="3200">
                <a:latin typeface="+mj-lt"/>
              </a:rPr>
              <a:t>Urine Specific Gravity (USG)</a:t>
            </a:r>
          </a:p>
        </p:txBody>
      </p:sp>
      <p:sp>
        <p:nvSpPr>
          <p:cNvPr id="3" name="Text Placeholder 2">
            <a:extLst>
              <a:ext uri="{FF2B5EF4-FFF2-40B4-BE49-F238E27FC236}">
                <a16:creationId xmlns:a16="http://schemas.microsoft.com/office/drawing/2014/main" id="{D30EF0AF-BBC1-3846-830D-88EE70D1032E}"/>
              </a:ext>
            </a:extLst>
          </p:cNvPr>
          <p:cNvSpPr>
            <a:spLocks noGrp="1"/>
          </p:cNvSpPr>
          <p:nvPr>
            <p:ph type="body" sz="quarter" idx="10"/>
          </p:nvPr>
        </p:nvSpPr>
        <p:spPr>
          <a:xfrm>
            <a:off x="327076" y="1624081"/>
            <a:ext cx="5787213" cy="3207259"/>
          </a:xfrm>
        </p:spPr>
        <p:txBody>
          <a:bodyPr vert="horz" lIns="91440" tIns="45720" rIns="91440" bIns="45720" rtlCol="0" anchor="t">
            <a:noAutofit/>
          </a:bodyPr>
          <a:lstStyle/>
          <a:p>
            <a:r>
              <a:rPr lang="en-US" sz="2400">
                <a:latin typeface="+mn-lt"/>
              </a:rPr>
              <a:t>USG is sensitive to changes in hydration state</a:t>
            </a:r>
          </a:p>
          <a:p>
            <a:r>
              <a:rPr lang="en-US" sz="2400">
                <a:latin typeface="+mn-lt"/>
              </a:rPr>
              <a:t>ACSM &amp; NATA recommend cut-off points for dehydration of ≥1.020 for USG. </a:t>
            </a:r>
          </a:p>
          <a:p>
            <a:r>
              <a:rPr lang="en-US" sz="2400">
                <a:latin typeface="+mn-lt"/>
              </a:rPr>
              <a:t>Medications can alter urine color and USG including vitamins</a:t>
            </a:r>
          </a:p>
          <a:p>
            <a:r>
              <a:rPr lang="en-US" sz="2400">
                <a:latin typeface="+mn-lt"/>
              </a:rPr>
              <a:t>Best to use more than one measure (</a:t>
            </a:r>
            <a:r>
              <a:rPr lang="en-US" sz="2400" err="1">
                <a:latin typeface="+mn-lt"/>
              </a:rPr>
              <a:t>ie</a:t>
            </a:r>
            <a:r>
              <a:rPr lang="en-US" sz="2400">
                <a:latin typeface="+mn-lt"/>
              </a:rPr>
              <a:t>: change in body weight, urine color and USG)</a:t>
            </a:r>
          </a:p>
          <a:p>
            <a:endParaRPr lang="en-US" sz="2400">
              <a:latin typeface="+mn-lt"/>
            </a:endParaRPr>
          </a:p>
        </p:txBody>
      </p:sp>
      <p:sp>
        <p:nvSpPr>
          <p:cNvPr id="13" name="Footer Placeholder 3">
            <a:extLst>
              <a:ext uri="{FF2B5EF4-FFF2-40B4-BE49-F238E27FC236}">
                <a16:creationId xmlns:a16="http://schemas.microsoft.com/office/drawing/2014/main" id="{DE69A69F-E722-274F-AB09-0CB2EDB70D8D}"/>
              </a:ext>
            </a:extLst>
          </p:cNvPr>
          <p:cNvSpPr txBox="1">
            <a:spLocks/>
          </p:cNvSpPr>
          <p:nvPr/>
        </p:nvSpPr>
        <p:spPr>
          <a:xfrm>
            <a:off x="4929805" y="6587021"/>
            <a:ext cx="7262191" cy="270979"/>
          </a:xfrm>
          <a:prstGeom prst="rect">
            <a:avLst/>
          </a:prstGeom>
        </p:spPr>
        <p:txBody>
          <a:bodyPr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377"/>
            <a:r>
              <a:rPr lang="en-US" sz="1050" dirty="0">
                <a:solidFill>
                  <a:schemeClr val="bg1"/>
                </a:solidFill>
                <a:latin typeface="Century Gothic" panose="020F0302020204030204"/>
              </a:rPr>
              <a:t>Armstrong LE, Johnson EC, McKenzie AL, Muñoz CX. </a:t>
            </a:r>
            <a:r>
              <a:rPr lang="en-US" sz="1050" i="1" dirty="0">
                <a:solidFill>
                  <a:schemeClr val="bg1"/>
                </a:solidFill>
                <a:latin typeface="Century Gothic" panose="020F0302020204030204"/>
              </a:rPr>
              <a:t>J Clin </a:t>
            </a:r>
            <a:r>
              <a:rPr lang="en-US" sz="1050" i="1" dirty="0" err="1">
                <a:solidFill>
                  <a:schemeClr val="bg1"/>
                </a:solidFill>
                <a:latin typeface="Century Gothic" panose="020F0302020204030204"/>
              </a:rPr>
              <a:t>Nutr</a:t>
            </a:r>
            <a:r>
              <a:rPr lang="en-US" sz="1050" dirty="0">
                <a:solidFill>
                  <a:schemeClr val="bg1"/>
                </a:solidFill>
                <a:latin typeface="Century Gothic" panose="020F0302020204030204"/>
              </a:rPr>
              <a:t>. 2013;67(3):249‐253</a:t>
            </a:r>
          </a:p>
        </p:txBody>
      </p:sp>
      <p:sp>
        <p:nvSpPr>
          <p:cNvPr id="15" name="Rectangle 14">
            <a:extLst>
              <a:ext uri="{FF2B5EF4-FFF2-40B4-BE49-F238E27FC236}">
                <a16:creationId xmlns:a16="http://schemas.microsoft.com/office/drawing/2014/main" id="{AF62474A-E9AF-4D43-A788-CA75A5F98088}"/>
              </a:ext>
            </a:extLst>
          </p:cNvPr>
          <p:cNvSpPr/>
          <p:nvPr/>
        </p:nvSpPr>
        <p:spPr>
          <a:xfrm flipV="1">
            <a:off x="327076" y="1242607"/>
            <a:ext cx="5477377" cy="45719"/>
          </a:xfrm>
          <a:prstGeom prst="rect">
            <a:avLst/>
          </a:prstGeom>
          <a:solidFill>
            <a:srgbClr val="BAB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BBBDBE"/>
              </a:solidFill>
              <a:latin typeface="Century Gothic" panose="020F0302020204030204"/>
            </a:endParaRPr>
          </a:p>
        </p:txBody>
      </p:sp>
    </p:spTree>
    <p:extLst>
      <p:ext uri="{BB962C8B-B14F-4D97-AF65-F5344CB8AC3E}">
        <p14:creationId xmlns:p14="http://schemas.microsoft.com/office/powerpoint/2010/main" val="2528608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4A917-FBA0-F84B-928F-A17480459FBD}"/>
              </a:ext>
            </a:extLst>
          </p:cNvPr>
          <p:cNvSpPr>
            <a:spLocks noGrp="1"/>
          </p:cNvSpPr>
          <p:nvPr>
            <p:ph type="title"/>
          </p:nvPr>
        </p:nvSpPr>
        <p:spPr/>
        <p:txBody>
          <a:bodyPr/>
          <a:lstStyle/>
          <a:p>
            <a:r>
              <a:rPr lang="en-US"/>
              <a:t>MONITORING HYDRATION DURING PLAY</a:t>
            </a:r>
          </a:p>
        </p:txBody>
      </p:sp>
    </p:spTree>
    <p:extLst>
      <p:ext uri="{BB962C8B-B14F-4D97-AF65-F5344CB8AC3E}">
        <p14:creationId xmlns:p14="http://schemas.microsoft.com/office/powerpoint/2010/main" val="3083756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Status</a:t>
            </a:r>
          </a:p>
        </p:txBody>
      </p:sp>
      <p:grpSp>
        <p:nvGrpSpPr>
          <p:cNvPr id="4" name="Group 3">
            <a:extLst>
              <a:ext uri="{FF2B5EF4-FFF2-40B4-BE49-F238E27FC236}">
                <a16:creationId xmlns:a16="http://schemas.microsoft.com/office/drawing/2014/main" id="{D1D453BF-ADFD-4232-87A3-C18CF187451D}"/>
              </a:ext>
            </a:extLst>
          </p:cNvPr>
          <p:cNvGrpSpPr/>
          <p:nvPr/>
        </p:nvGrpSpPr>
        <p:grpSpPr>
          <a:xfrm>
            <a:off x="4287702" y="1722120"/>
            <a:ext cx="2700421" cy="2545620"/>
            <a:chOff x="3090779" y="1124422"/>
            <a:chExt cx="2564602" cy="2356514"/>
          </a:xfrm>
        </p:grpSpPr>
        <p:pic>
          <p:nvPicPr>
            <p:cNvPr id="5" name="Picture 4">
              <a:extLst>
                <a:ext uri="{FF2B5EF4-FFF2-40B4-BE49-F238E27FC236}">
                  <a16:creationId xmlns:a16="http://schemas.microsoft.com/office/drawing/2014/main" id="{28A01CF5-19EF-46EB-B487-4E497605E03C}"/>
                </a:ext>
              </a:extLst>
            </p:cNvPr>
            <p:cNvPicPr>
              <a:picLocks noChangeAspect="1"/>
            </p:cNvPicPr>
            <p:nvPr/>
          </p:nvPicPr>
          <p:blipFill>
            <a:blip r:embed="rId2" cstate="email">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a:ext>
              </a:extLst>
            </a:blip>
            <a:stretch>
              <a:fillRect/>
            </a:stretch>
          </p:blipFill>
          <p:spPr>
            <a:xfrm>
              <a:off x="3090779" y="1124422"/>
              <a:ext cx="2564602" cy="2356514"/>
            </a:xfrm>
            <a:prstGeom prst="rect">
              <a:avLst/>
            </a:prstGeom>
            <a:blipFill dpi="0" rotWithShape="1">
              <a:blip r:embed="rId4">
                <a:alphaModFix amt="0"/>
              </a:blip>
              <a:srcRect/>
              <a:tile tx="0" ty="0" sx="100000" sy="100000" flip="none" algn="tl"/>
            </a:blipFill>
          </p:spPr>
        </p:pic>
        <p:sp>
          <p:nvSpPr>
            <p:cNvPr id="6" name="Up Arrow 4">
              <a:extLst>
                <a:ext uri="{FF2B5EF4-FFF2-40B4-BE49-F238E27FC236}">
                  <a16:creationId xmlns:a16="http://schemas.microsoft.com/office/drawing/2014/main" id="{F0B946D5-1558-4FE5-A425-DB9F15DB764E}"/>
                </a:ext>
              </a:extLst>
            </p:cNvPr>
            <p:cNvSpPr/>
            <p:nvPr/>
          </p:nvSpPr>
          <p:spPr>
            <a:xfrm>
              <a:off x="3411501" y="2060775"/>
              <a:ext cx="252483" cy="627797"/>
            </a:xfrm>
            <a:prstGeom prst="upArrow">
              <a:avLst/>
            </a:prstGeom>
            <a:solidFill>
              <a:srgbClr val="3BBBF2"/>
            </a:solidFill>
            <a:ln w="6350" cap="flat" cmpd="sng" algn="ctr">
              <a:solidFill>
                <a:srgbClr val="3BBBF2"/>
              </a:solidFill>
              <a:prstDash val="solid"/>
            </a:ln>
            <a:effectLst/>
            <a:sp3d/>
          </p:spPr>
          <p:txBody>
            <a:bodyPr spcFirstLastPara="0" vert="horz" wrap="square" lIns="8255" tIns="0" rIns="8255" bIns="0" numCol="1" spcCol="1270" rtlCol="0" anchor="ctr" anchorCtr="0">
              <a:noAutofit/>
            </a:bodyPr>
            <a:lstStyle/>
            <a:p>
              <a:pPr marL="0" marR="0" lvl="0" indent="0" algn="ctr" defTabSz="577850" eaLnBrk="1" fontAlgn="auto" latinLnBrk="0" hangingPunct="1">
                <a:lnSpc>
                  <a:spcPct val="100000"/>
                </a:lnSpc>
                <a:spcBef>
                  <a:spcPct val="0"/>
                </a:spcBef>
                <a:spcAft>
                  <a:spcPts val="400"/>
                </a:spcAft>
                <a:buClrTx/>
                <a:buSzTx/>
                <a:buFontTx/>
                <a:buNone/>
                <a:tabLst/>
                <a:defRPr/>
              </a:pPr>
              <a:endParaRPr kumimoji="0" lang="en-US" sz="1400" b="0" i="0" u="none" strike="noStrike" kern="0" cap="none" spc="0" normalizeH="0" baseline="0" noProof="0">
                <a:ln>
                  <a:noFill/>
                </a:ln>
                <a:solidFill>
                  <a:srgbClr val="FF4C00"/>
                </a:solidFill>
                <a:effectLst/>
                <a:uLnTx/>
                <a:uFillTx/>
                <a:latin typeface="Proxima Nova Extrabld"/>
                <a:ea typeface="+mn-ea"/>
                <a:cs typeface="Proxima Nova Extrabld"/>
              </a:endParaRPr>
            </a:p>
          </p:txBody>
        </p:sp>
        <p:sp>
          <p:nvSpPr>
            <p:cNvPr id="8" name="Up Arrow 5">
              <a:extLst>
                <a:ext uri="{FF2B5EF4-FFF2-40B4-BE49-F238E27FC236}">
                  <a16:creationId xmlns:a16="http://schemas.microsoft.com/office/drawing/2014/main" id="{BC513EC2-E874-4573-B660-3D1511073943}"/>
                </a:ext>
              </a:extLst>
            </p:cNvPr>
            <p:cNvSpPr/>
            <p:nvPr/>
          </p:nvSpPr>
          <p:spPr>
            <a:xfrm rot="10800000">
              <a:off x="5099274" y="2060775"/>
              <a:ext cx="252483" cy="627797"/>
            </a:xfrm>
            <a:prstGeom prst="upArrow">
              <a:avLst/>
            </a:prstGeom>
            <a:solidFill>
              <a:srgbClr val="3BBBF2"/>
            </a:solidFill>
            <a:ln w="6350" cap="flat" cmpd="sng" algn="ctr">
              <a:solidFill>
                <a:srgbClr val="3BBBF2"/>
              </a:solidFill>
              <a:prstDash val="solid"/>
            </a:ln>
            <a:effectLst/>
            <a:sp3d/>
          </p:spPr>
          <p:txBody>
            <a:bodyPr spcFirstLastPara="0" vert="horz" wrap="square" lIns="8255" tIns="0" rIns="8255" bIns="0" numCol="1" spcCol="1270" rtlCol="0" anchor="ctr" anchorCtr="0">
              <a:noAutofit/>
            </a:bodyPr>
            <a:lstStyle/>
            <a:p>
              <a:pPr marL="0" marR="0" lvl="0" indent="0" algn="ctr" defTabSz="577850" eaLnBrk="1" fontAlgn="auto" latinLnBrk="0" hangingPunct="1">
                <a:lnSpc>
                  <a:spcPct val="100000"/>
                </a:lnSpc>
                <a:spcBef>
                  <a:spcPct val="0"/>
                </a:spcBef>
                <a:spcAft>
                  <a:spcPts val="400"/>
                </a:spcAft>
                <a:buClrTx/>
                <a:buSzTx/>
                <a:buFontTx/>
                <a:buNone/>
                <a:tabLst/>
                <a:defRPr/>
              </a:pPr>
              <a:endParaRPr kumimoji="0" lang="en-US" sz="1400" b="0" i="0" u="none" strike="noStrike" kern="0" cap="none" spc="0" normalizeH="0" baseline="0" noProof="0">
                <a:ln>
                  <a:noFill/>
                </a:ln>
                <a:solidFill>
                  <a:srgbClr val="FF4C00"/>
                </a:solidFill>
                <a:effectLst/>
                <a:uLnTx/>
                <a:uFillTx/>
                <a:latin typeface="Proxima Nova Extrabld"/>
                <a:ea typeface="+mn-ea"/>
                <a:cs typeface="Proxima Nova Extrabld"/>
              </a:endParaRPr>
            </a:p>
          </p:txBody>
        </p:sp>
      </p:grpSp>
      <p:sp>
        <p:nvSpPr>
          <p:cNvPr id="9" name="TextBox 8">
            <a:extLst>
              <a:ext uri="{FF2B5EF4-FFF2-40B4-BE49-F238E27FC236}">
                <a16:creationId xmlns:a16="http://schemas.microsoft.com/office/drawing/2014/main" id="{A4AAA7A4-05B8-499B-9BEC-A778CD18A8E3}"/>
              </a:ext>
            </a:extLst>
          </p:cNvPr>
          <p:cNvSpPr txBox="1"/>
          <p:nvPr/>
        </p:nvSpPr>
        <p:spPr>
          <a:xfrm>
            <a:off x="154741" y="4774381"/>
            <a:ext cx="11057207" cy="1508105"/>
          </a:xfrm>
          <a:prstGeom prst="rect">
            <a:avLst/>
          </a:prstGeom>
          <a:noFill/>
        </p:spPr>
        <p:txBody>
          <a:bodyPr wrap="square" rtlCol="0">
            <a:spAutoFit/>
          </a:bodyPr>
          <a:lstStyle/>
          <a:p>
            <a:pPr algn="ctr" defTabSz="457200"/>
            <a:r>
              <a:rPr lang="en-US" sz="2400" b="1">
                <a:solidFill>
                  <a:prstClr val="black"/>
                </a:solidFill>
              </a:rPr>
              <a:t>Hydration status </a:t>
            </a:r>
            <a:r>
              <a:rPr lang="en-US" sz="2400">
                <a:solidFill>
                  <a:prstClr val="black"/>
                </a:solidFill>
              </a:rPr>
              <a:t>= % change in nude body mass</a:t>
            </a:r>
          </a:p>
          <a:p>
            <a:pPr algn="ctr" defTabSz="457200"/>
            <a:endParaRPr lang="en-US" sz="2400">
              <a:solidFill>
                <a:prstClr val="black"/>
              </a:solidFill>
            </a:endParaRPr>
          </a:p>
          <a:p>
            <a:pPr algn="ctr" defTabSz="457200"/>
            <a:endParaRPr lang="en-US" sz="2400">
              <a:solidFill>
                <a:prstClr val="black"/>
              </a:solidFill>
            </a:endParaRPr>
          </a:p>
          <a:p>
            <a:pPr algn="ctr" defTabSz="457200"/>
            <a:r>
              <a:rPr lang="en-US" sz="2000">
                <a:solidFill>
                  <a:prstClr val="black"/>
                </a:solidFill>
              </a:rPr>
              <a:t>Example: 2% hypohydration = 2% body mass deficit through fluid loss</a:t>
            </a:r>
          </a:p>
        </p:txBody>
      </p:sp>
      <p:sp>
        <p:nvSpPr>
          <p:cNvPr id="10" name="TextBox 9">
            <a:extLst>
              <a:ext uri="{FF2B5EF4-FFF2-40B4-BE49-F238E27FC236}">
                <a16:creationId xmlns:a16="http://schemas.microsoft.com/office/drawing/2014/main" id="{D73F14C0-CC46-4D4E-BFB7-66FF4FCD2B86}"/>
              </a:ext>
            </a:extLst>
          </p:cNvPr>
          <p:cNvSpPr txBox="1"/>
          <p:nvPr/>
        </p:nvSpPr>
        <p:spPr>
          <a:xfrm>
            <a:off x="7558601" y="1929053"/>
            <a:ext cx="2288781" cy="1384995"/>
          </a:xfrm>
          <a:prstGeom prst="rect">
            <a:avLst/>
          </a:prstGeom>
          <a:noFill/>
        </p:spPr>
        <p:txBody>
          <a:bodyPr wrap="square" rtlCol="0">
            <a:spAutoFit/>
          </a:bodyPr>
          <a:lstStyle/>
          <a:p>
            <a:pPr defTabSz="457200"/>
            <a:r>
              <a:rPr lang="en-US" sz="2000" b="1" u="sng">
                <a:solidFill>
                  <a:prstClr val="black"/>
                </a:solidFill>
              </a:rPr>
              <a:t>Body mass gain</a:t>
            </a:r>
          </a:p>
          <a:p>
            <a:pPr defTabSz="457200"/>
            <a:endParaRPr lang="en-US" sz="1200">
              <a:solidFill>
                <a:prstClr val="black"/>
              </a:solidFill>
            </a:endParaRPr>
          </a:p>
          <a:p>
            <a:pPr defTabSz="457200"/>
            <a:r>
              <a:rPr lang="en-US" sz="2000">
                <a:solidFill>
                  <a:prstClr val="black"/>
                </a:solidFill>
              </a:rPr>
              <a:t>Drinking</a:t>
            </a:r>
          </a:p>
          <a:p>
            <a:pPr defTabSz="457200"/>
            <a:endParaRPr lang="en-US" sz="1200">
              <a:solidFill>
                <a:prstClr val="black"/>
              </a:solidFill>
            </a:endParaRPr>
          </a:p>
          <a:p>
            <a:pPr defTabSz="457200"/>
            <a:r>
              <a:rPr lang="en-US" sz="2000">
                <a:solidFill>
                  <a:prstClr val="black"/>
                </a:solidFill>
              </a:rPr>
              <a:t>Eating</a:t>
            </a:r>
          </a:p>
        </p:txBody>
      </p:sp>
      <p:sp>
        <p:nvSpPr>
          <p:cNvPr id="11" name="TextBox 10">
            <a:extLst>
              <a:ext uri="{FF2B5EF4-FFF2-40B4-BE49-F238E27FC236}">
                <a16:creationId xmlns:a16="http://schemas.microsoft.com/office/drawing/2014/main" id="{DABAB6C1-CAB8-40B5-B7C6-D6B96709C625}"/>
              </a:ext>
            </a:extLst>
          </p:cNvPr>
          <p:cNvSpPr txBox="1"/>
          <p:nvPr/>
        </p:nvSpPr>
        <p:spPr>
          <a:xfrm>
            <a:off x="2071078" y="1938152"/>
            <a:ext cx="2050754" cy="1384995"/>
          </a:xfrm>
          <a:prstGeom prst="rect">
            <a:avLst/>
          </a:prstGeom>
          <a:noFill/>
        </p:spPr>
        <p:txBody>
          <a:bodyPr wrap="square" rtlCol="0">
            <a:spAutoFit/>
          </a:bodyPr>
          <a:lstStyle/>
          <a:p>
            <a:pPr defTabSz="457200"/>
            <a:r>
              <a:rPr lang="en-US" sz="2000" b="1" u="sng">
                <a:solidFill>
                  <a:prstClr val="black"/>
                </a:solidFill>
              </a:rPr>
              <a:t>Body mass loss</a:t>
            </a:r>
          </a:p>
          <a:p>
            <a:pPr defTabSz="457200"/>
            <a:endParaRPr lang="en-US" sz="1200">
              <a:solidFill>
                <a:prstClr val="black"/>
              </a:solidFill>
            </a:endParaRPr>
          </a:p>
          <a:p>
            <a:pPr defTabSz="457200"/>
            <a:r>
              <a:rPr lang="en-US" sz="2000">
                <a:solidFill>
                  <a:prstClr val="black"/>
                </a:solidFill>
              </a:rPr>
              <a:t>Sweat</a:t>
            </a:r>
          </a:p>
          <a:p>
            <a:pPr defTabSz="457200"/>
            <a:endParaRPr lang="en-US" sz="1200">
              <a:solidFill>
                <a:prstClr val="black"/>
              </a:solidFill>
            </a:endParaRPr>
          </a:p>
          <a:p>
            <a:pPr defTabSz="457200"/>
            <a:r>
              <a:rPr lang="en-US" sz="2000">
                <a:solidFill>
                  <a:prstClr val="black"/>
                </a:solidFill>
              </a:rPr>
              <a:t>Urine</a:t>
            </a:r>
          </a:p>
        </p:txBody>
      </p:sp>
      <p:sp>
        <p:nvSpPr>
          <p:cNvPr id="12" name="TextBox 11">
            <a:extLst>
              <a:ext uri="{FF2B5EF4-FFF2-40B4-BE49-F238E27FC236}">
                <a16:creationId xmlns:a16="http://schemas.microsoft.com/office/drawing/2014/main" id="{907D4EFD-3A72-47BE-BA86-95C8DE2C66AB}"/>
              </a:ext>
            </a:extLst>
          </p:cNvPr>
          <p:cNvSpPr txBox="1"/>
          <p:nvPr/>
        </p:nvSpPr>
        <p:spPr>
          <a:xfrm>
            <a:off x="2071078" y="3399611"/>
            <a:ext cx="2162431" cy="892552"/>
          </a:xfrm>
          <a:prstGeom prst="rect">
            <a:avLst/>
          </a:prstGeom>
          <a:noFill/>
        </p:spPr>
        <p:txBody>
          <a:bodyPr wrap="square" rtlCol="0">
            <a:spAutoFit/>
          </a:bodyPr>
          <a:lstStyle/>
          <a:p>
            <a:pPr defTabSz="457200"/>
            <a:r>
              <a:rPr lang="en-US" sz="2000">
                <a:solidFill>
                  <a:prstClr val="black"/>
                </a:solidFill>
              </a:rPr>
              <a:t>Respiration </a:t>
            </a:r>
          </a:p>
          <a:p>
            <a:pPr defTabSz="457200"/>
            <a:r>
              <a:rPr lang="en-US" sz="1600">
                <a:solidFill>
                  <a:prstClr val="black"/>
                </a:solidFill>
              </a:rPr>
              <a:t>(fuel oxidation, water vapor)</a:t>
            </a:r>
          </a:p>
        </p:txBody>
      </p:sp>
      <p:sp>
        <p:nvSpPr>
          <p:cNvPr id="13" name="TextBox 12">
            <a:extLst>
              <a:ext uri="{FF2B5EF4-FFF2-40B4-BE49-F238E27FC236}">
                <a16:creationId xmlns:a16="http://schemas.microsoft.com/office/drawing/2014/main" id="{FD784A7B-20EF-4F1F-BA51-BE112CB9F311}"/>
              </a:ext>
            </a:extLst>
          </p:cNvPr>
          <p:cNvSpPr txBox="1"/>
          <p:nvPr/>
        </p:nvSpPr>
        <p:spPr>
          <a:xfrm>
            <a:off x="1365244" y="5342446"/>
            <a:ext cx="9269932" cy="461665"/>
          </a:xfrm>
          <a:prstGeom prst="rect">
            <a:avLst/>
          </a:prstGeom>
          <a:noFill/>
        </p:spPr>
        <p:txBody>
          <a:bodyPr wrap="square" rtlCol="0">
            <a:spAutoFit/>
          </a:bodyPr>
          <a:lstStyle/>
          <a:p>
            <a:r>
              <a:rPr lang="en-US" sz="2400" b="1">
                <a:solidFill>
                  <a:prstClr val="black"/>
                </a:solidFill>
              </a:rPr>
              <a:t>  Calculation: </a:t>
            </a:r>
            <a:r>
              <a:rPr lang="en-US" sz="2400">
                <a:solidFill>
                  <a:prstClr val="black"/>
                </a:solidFill>
              </a:rPr>
              <a:t>[(∆ body mass) / baseline body mass]*100</a:t>
            </a:r>
          </a:p>
        </p:txBody>
      </p:sp>
      <p:cxnSp>
        <p:nvCxnSpPr>
          <p:cNvPr id="14" name="Straight Connector 13">
            <a:extLst>
              <a:ext uri="{FF2B5EF4-FFF2-40B4-BE49-F238E27FC236}">
                <a16:creationId xmlns:a16="http://schemas.microsoft.com/office/drawing/2014/main" id="{C209A655-3FE4-2949-82FC-CA6E289248D4}"/>
              </a:ext>
            </a:extLst>
          </p:cNvPr>
          <p:cNvCxnSpPr>
            <a:cxnSpLocks/>
          </p:cNvCxnSpPr>
          <p:nvPr/>
        </p:nvCxnSpPr>
        <p:spPr>
          <a:xfrm>
            <a:off x="861848" y="1124607"/>
            <a:ext cx="364709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535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Status</a:t>
            </a:r>
          </a:p>
        </p:txBody>
      </p:sp>
      <p:sp>
        <p:nvSpPr>
          <p:cNvPr id="4" name="Rectangle 3">
            <a:extLst>
              <a:ext uri="{FF2B5EF4-FFF2-40B4-BE49-F238E27FC236}">
                <a16:creationId xmlns:a16="http://schemas.microsoft.com/office/drawing/2014/main" id="{636322AA-371E-4E7C-BE4F-F9AF8681ABA9}"/>
              </a:ext>
            </a:extLst>
          </p:cNvPr>
          <p:cNvSpPr/>
          <p:nvPr/>
        </p:nvSpPr>
        <p:spPr>
          <a:xfrm>
            <a:off x="914400" y="3427837"/>
            <a:ext cx="10728960" cy="2862322"/>
          </a:xfrm>
          <a:prstGeom prst="rect">
            <a:avLst/>
          </a:prstGeom>
        </p:spPr>
        <p:txBody>
          <a:bodyPr wrap="square">
            <a:spAutoFit/>
          </a:bodyPr>
          <a:lstStyle/>
          <a:p>
            <a:r>
              <a:rPr lang="en-US" sz="2000"/>
              <a:t>Acute body mass change can be used to calculate sweating rate and perturbations in hydration status when corrected for urine losses, drink volume, and trapped sweat. </a:t>
            </a:r>
          </a:p>
          <a:p>
            <a:endParaRPr lang="en-US" sz="2000" b="1" u="sng"/>
          </a:p>
          <a:p>
            <a:r>
              <a:rPr lang="en-US" sz="2000"/>
              <a:t>Other non-sweat factors (fuel oxidation and respiratory water loss) can overestimate sweating rate but do not require correction for &lt; 3 h exercise.</a:t>
            </a:r>
          </a:p>
          <a:p>
            <a:endParaRPr lang="en-US" sz="2000"/>
          </a:p>
          <a:p>
            <a:r>
              <a:rPr lang="en-US" sz="2000"/>
              <a:t>Therefore, using acute body mass change to estimate hydration status is appropriate for most individual and team sports, since practices and games are typically &lt; 3 h.</a:t>
            </a:r>
          </a:p>
          <a:p>
            <a:endParaRPr lang="en-US" sz="2000"/>
          </a:p>
        </p:txBody>
      </p:sp>
      <p:pic>
        <p:nvPicPr>
          <p:cNvPr id="5" name="Picture 4">
            <a:extLst>
              <a:ext uri="{FF2B5EF4-FFF2-40B4-BE49-F238E27FC236}">
                <a16:creationId xmlns:a16="http://schemas.microsoft.com/office/drawing/2014/main" id="{3A8695B8-D43C-4B6D-8706-29895393007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36934" y="1449546"/>
            <a:ext cx="1586226" cy="1394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Box 13">
            <a:extLst>
              <a:ext uri="{FF2B5EF4-FFF2-40B4-BE49-F238E27FC236}">
                <a16:creationId xmlns:a16="http://schemas.microsoft.com/office/drawing/2014/main" id="{26CB420D-F675-4F25-AFA4-3B8240CB957C}"/>
              </a:ext>
            </a:extLst>
          </p:cNvPr>
          <p:cNvSpPr txBox="1"/>
          <p:nvPr/>
        </p:nvSpPr>
        <p:spPr>
          <a:xfrm>
            <a:off x="2426057" y="1674823"/>
            <a:ext cx="5965858" cy="400110"/>
          </a:xfrm>
          <a:prstGeom prst="rect">
            <a:avLst/>
          </a:prstGeom>
          <a:noFill/>
        </p:spPr>
        <p:txBody>
          <a:bodyPr wrap="square" rtlCol="0">
            <a:spAutoFit/>
          </a:bodyPr>
          <a:lstStyle/>
          <a:p>
            <a:r>
              <a:rPr lang="en-US" sz="2000" b="1">
                <a:solidFill>
                  <a:prstClr val="black"/>
                </a:solidFill>
              </a:rPr>
              <a:t>2007 Fluid Replacement Position Stand</a:t>
            </a:r>
          </a:p>
        </p:txBody>
      </p:sp>
      <p:sp>
        <p:nvSpPr>
          <p:cNvPr id="31" name="TextBox 30">
            <a:extLst>
              <a:ext uri="{FF2B5EF4-FFF2-40B4-BE49-F238E27FC236}">
                <a16:creationId xmlns:a16="http://schemas.microsoft.com/office/drawing/2014/main" id="{2AD7D167-4C83-495B-A88B-8DEEB4B3F08C}"/>
              </a:ext>
            </a:extLst>
          </p:cNvPr>
          <p:cNvSpPr txBox="1"/>
          <p:nvPr/>
        </p:nvSpPr>
        <p:spPr>
          <a:xfrm>
            <a:off x="6460067" y="6604084"/>
            <a:ext cx="5731933" cy="253916"/>
          </a:xfrm>
          <a:prstGeom prst="rect">
            <a:avLst/>
          </a:prstGeom>
          <a:noFill/>
        </p:spPr>
        <p:txBody>
          <a:bodyPr wrap="square" rtlCol="0">
            <a:spAutoFit/>
          </a:bodyPr>
          <a:lstStyle/>
          <a:p>
            <a:pPr algn="r"/>
            <a:r>
              <a:rPr lang="en-US" sz="1050" dirty="0">
                <a:solidFill>
                  <a:schemeClr val="bg1"/>
                </a:solidFill>
              </a:rPr>
              <a:t>Sawka MN, Burke LM, Eichner ER, et. al. </a:t>
            </a:r>
            <a:r>
              <a:rPr lang="en-US" sz="1050" i="1" dirty="0">
                <a:solidFill>
                  <a:schemeClr val="bg1"/>
                </a:solidFill>
              </a:rPr>
              <a:t>Med Sci Sports </a:t>
            </a:r>
            <a:r>
              <a:rPr lang="en-US" sz="1050" i="1" dirty="0" err="1">
                <a:solidFill>
                  <a:schemeClr val="bg1"/>
                </a:solidFill>
              </a:rPr>
              <a:t>Exerc</a:t>
            </a:r>
            <a:r>
              <a:rPr lang="en-US" sz="1050" i="1" dirty="0">
                <a:solidFill>
                  <a:schemeClr val="bg1"/>
                </a:solidFill>
              </a:rPr>
              <a:t>.</a:t>
            </a:r>
            <a:r>
              <a:rPr lang="en-US" sz="1050" dirty="0">
                <a:solidFill>
                  <a:schemeClr val="bg1"/>
                </a:solidFill>
              </a:rPr>
              <a:t> 2007;39(2):377-390</a:t>
            </a:r>
          </a:p>
        </p:txBody>
      </p:sp>
      <p:cxnSp>
        <p:nvCxnSpPr>
          <p:cNvPr id="8" name="Straight Connector 7">
            <a:extLst>
              <a:ext uri="{FF2B5EF4-FFF2-40B4-BE49-F238E27FC236}">
                <a16:creationId xmlns:a16="http://schemas.microsoft.com/office/drawing/2014/main" id="{286FC481-4576-4649-B841-B722CEEAEC91}"/>
              </a:ext>
            </a:extLst>
          </p:cNvPr>
          <p:cNvCxnSpPr>
            <a:cxnSpLocks/>
          </p:cNvCxnSpPr>
          <p:nvPr/>
        </p:nvCxnSpPr>
        <p:spPr>
          <a:xfrm>
            <a:off x="861848" y="1124607"/>
            <a:ext cx="364709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627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Hydration Status</a:t>
            </a:r>
          </a:p>
        </p:txBody>
      </p:sp>
      <p:grpSp>
        <p:nvGrpSpPr>
          <p:cNvPr id="9" name="Group 8">
            <a:extLst>
              <a:ext uri="{FF2B5EF4-FFF2-40B4-BE49-F238E27FC236}">
                <a16:creationId xmlns:a16="http://schemas.microsoft.com/office/drawing/2014/main" id="{76925804-561A-4943-89E4-F0A3E5E311DC}"/>
              </a:ext>
            </a:extLst>
          </p:cNvPr>
          <p:cNvGrpSpPr/>
          <p:nvPr/>
        </p:nvGrpSpPr>
        <p:grpSpPr>
          <a:xfrm>
            <a:off x="6152114" y="3569652"/>
            <a:ext cx="4536644" cy="2110620"/>
            <a:chOff x="4614085" y="2497873"/>
            <a:chExt cx="3402483" cy="1582965"/>
          </a:xfrm>
        </p:grpSpPr>
        <p:sp>
          <p:nvSpPr>
            <p:cNvPr id="10" name="TextBox 9">
              <a:extLst>
                <a:ext uri="{FF2B5EF4-FFF2-40B4-BE49-F238E27FC236}">
                  <a16:creationId xmlns:a16="http://schemas.microsoft.com/office/drawing/2014/main" id="{EE071D98-75E0-4563-8FD7-2B6A74165B33}"/>
                </a:ext>
              </a:extLst>
            </p:cNvPr>
            <p:cNvSpPr txBox="1"/>
            <p:nvPr/>
          </p:nvSpPr>
          <p:spPr>
            <a:xfrm>
              <a:off x="5078263" y="3090427"/>
              <a:ext cx="2434982" cy="500233"/>
            </a:xfrm>
            <a:prstGeom prst="rect">
              <a:avLst/>
            </a:prstGeom>
            <a:noFill/>
          </p:spPr>
          <p:txBody>
            <a:bodyPr wrap="square" rtlCol="0">
              <a:spAutoFit/>
            </a:bodyPr>
            <a:lstStyle/>
            <a:p>
              <a:r>
                <a:rPr lang="en-US" sz="1867">
                  <a:solidFill>
                    <a:srgbClr val="0070C0"/>
                  </a:solidFill>
                </a:rPr>
                <a:t>1.2-3.5% of body mass loss due to non-sweat sources</a:t>
              </a:r>
            </a:p>
          </p:txBody>
        </p:sp>
        <p:sp>
          <p:nvSpPr>
            <p:cNvPr id="11" name="TextBox 10">
              <a:extLst>
                <a:ext uri="{FF2B5EF4-FFF2-40B4-BE49-F238E27FC236}">
                  <a16:creationId xmlns:a16="http://schemas.microsoft.com/office/drawing/2014/main" id="{AE4241C6-19A2-4191-9DB4-C905047ABA40}"/>
                </a:ext>
              </a:extLst>
            </p:cNvPr>
            <p:cNvSpPr txBox="1"/>
            <p:nvPr/>
          </p:nvSpPr>
          <p:spPr>
            <a:xfrm>
              <a:off x="4921316" y="2497873"/>
              <a:ext cx="3091217" cy="500233"/>
            </a:xfrm>
            <a:prstGeom prst="rect">
              <a:avLst/>
            </a:prstGeom>
            <a:noFill/>
          </p:spPr>
          <p:txBody>
            <a:bodyPr wrap="square" rtlCol="0">
              <a:spAutoFit/>
            </a:bodyPr>
            <a:lstStyle/>
            <a:p>
              <a:r>
                <a:rPr lang="en-US" sz="1867">
                  <a:solidFill>
                    <a:prstClr val="black"/>
                  </a:solidFill>
                </a:rPr>
                <a:t>161-km mountain ultramarathon running competition (~25-30 h)</a:t>
              </a:r>
            </a:p>
          </p:txBody>
        </p:sp>
        <p:sp>
          <p:nvSpPr>
            <p:cNvPr id="12" name="Rectangle 11">
              <a:extLst>
                <a:ext uri="{FF2B5EF4-FFF2-40B4-BE49-F238E27FC236}">
                  <a16:creationId xmlns:a16="http://schemas.microsoft.com/office/drawing/2014/main" id="{C8B220F3-0C81-409D-87F8-37C8321449CA}"/>
                </a:ext>
              </a:extLst>
            </p:cNvPr>
            <p:cNvSpPr/>
            <p:nvPr/>
          </p:nvSpPr>
          <p:spPr>
            <a:xfrm>
              <a:off x="4614085" y="3734589"/>
              <a:ext cx="3402483" cy="346249"/>
            </a:xfrm>
            <a:prstGeom prst="rect">
              <a:avLst/>
            </a:prstGeom>
          </p:spPr>
          <p:txBody>
            <a:bodyPr wrap="square">
              <a:spAutoFit/>
            </a:bodyPr>
            <a:lstStyle/>
            <a:p>
              <a:pPr algn="ctr"/>
              <a:r>
                <a:rPr lang="en-US" sz="1200">
                  <a:solidFill>
                    <a:prstClr val="black"/>
                  </a:solidFill>
                </a:rPr>
                <a:t>Hoffman et al. </a:t>
              </a:r>
              <a:r>
                <a:rPr lang="en-US" sz="1200" i="1">
                  <a:solidFill>
                    <a:prstClr val="black"/>
                  </a:solidFill>
                </a:rPr>
                <a:t>Sports Med, </a:t>
              </a:r>
              <a:r>
                <a:rPr lang="en-US" sz="1200">
                  <a:solidFill>
                    <a:prstClr val="black"/>
                  </a:solidFill>
                </a:rPr>
                <a:t>2017</a:t>
              </a:r>
            </a:p>
            <a:p>
              <a:pPr algn="ctr"/>
              <a:r>
                <a:rPr lang="en-US" sz="1200">
                  <a:solidFill>
                    <a:prstClr val="black"/>
                  </a:solidFill>
                </a:rPr>
                <a:t>Correction in </a:t>
              </a:r>
              <a:r>
                <a:rPr lang="en-US" sz="1200" i="1">
                  <a:solidFill>
                    <a:prstClr val="black"/>
                  </a:solidFill>
                </a:rPr>
                <a:t>Sports Med</a:t>
              </a:r>
              <a:r>
                <a:rPr lang="en-US" sz="1200">
                  <a:solidFill>
                    <a:prstClr val="black"/>
                  </a:solidFill>
                </a:rPr>
                <a:t>, 2018.</a:t>
              </a:r>
            </a:p>
          </p:txBody>
        </p:sp>
      </p:grpSp>
      <p:grpSp>
        <p:nvGrpSpPr>
          <p:cNvPr id="15" name="Group 14">
            <a:extLst>
              <a:ext uri="{FF2B5EF4-FFF2-40B4-BE49-F238E27FC236}">
                <a16:creationId xmlns:a16="http://schemas.microsoft.com/office/drawing/2014/main" id="{010FD4C9-7F1C-4872-80EB-E07EFCE2C2B1}"/>
              </a:ext>
            </a:extLst>
          </p:cNvPr>
          <p:cNvGrpSpPr/>
          <p:nvPr/>
        </p:nvGrpSpPr>
        <p:grpSpPr>
          <a:xfrm>
            <a:off x="1981378" y="3118702"/>
            <a:ext cx="10210622" cy="3739298"/>
            <a:chOff x="1758993" y="2149108"/>
            <a:chExt cx="7657966" cy="2804474"/>
          </a:xfrm>
        </p:grpSpPr>
        <p:graphicFrame>
          <p:nvGraphicFramePr>
            <p:cNvPr id="16" name="Chart 15">
              <a:extLst>
                <a:ext uri="{FF2B5EF4-FFF2-40B4-BE49-F238E27FC236}">
                  <a16:creationId xmlns:a16="http://schemas.microsoft.com/office/drawing/2014/main" id="{3990063C-F647-4DB5-BB49-99C9F59EC6EB}"/>
                </a:ext>
              </a:extLst>
            </p:cNvPr>
            <p:cNvGraphicFramePr>
              <a:graphicFrameLocks/>
            </p:cNvGraphicFramePr>
            <p:nvPr/>
          </p:nvGraphicFramePr>
          <p:xfrm>
            <a:off x="1977044" y="2149108"/>
            <a:ext cx="2503499" cy="2027375"/>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F4EA358E-F5EC-4401-90FE-5F392D415A6F}"/>
                </a:ext>
              </a:extLst>
            </p:cNvPr>
            <p:cNvSpPr/>
            <p:nvPr/>
          </p:nvSpPr>
          <p:spPr>
            <a:xfrm>
              <a:off x="6067235" y="4763145"/>
              <a:ext cx="3349724" cy="190437"/>
            </a:xfrm>
            <a:prstGeom prst="rect">
              <a:avLst/>
            </a:prstGeom>
          </p:spPr>
          <p:txBody>
            <a:bodyPr wrap="square">
              <a:spAutoFit/>
            </a:bodyPr>
            <a:lstStyle/>
            <a:p>
              <a:pPr algn="r"/>
              <a:r>
                <a:rPr lang="en-US" sz="1050" dirty="0">
                  <a:solidFill>
                    <a:schemeClr val="bg1"/>
                  </a:solidFill>
                </a:rPr>
                <a:t> </a:t>
              </a:r>
              <a:r>
                <a:rPr lang="en-US" sz="1050" dirty="0" err="1">
                  <a:solidFill>
                    <a:schemeClr val="bg1"/>
                  </a:solidFill>
                </a:rPr>
                <a:t>Cheuvront</a:t>
              </a:r>
              <a:r>
                <a:rPr lang="en-US" sz="1050" dirty="0">
                  <a:solidFill>
                    <a:schemeClr val="bg1"/>
                  </a:solidFill>
                </a:rPr>
                <a:t> and </a:t>
              </a:r>
              <a:r>
                <a:rPr lang="en-US" sz="1050" dirty="0" err="1">
                  <a:solidFill>
                    <a:schemeClr val="bg1"/>
                  </a:solidFill>
                </a:rPr>
                <a:t>Kenefick</a:t>
              </a:r>
              <a:r>
                <a:rPr lang="en-US" sz="1050" dirty="0">
                  <a:solidFill>
                    <a:schemeClr val="bg1"/>
                  </a:solidFill>
                </a:rPr>
                <a:t>. </a:t>
              </a:r>
              <a:r>
                <a:rPr lang="en-US" sz="1050" i="1" dirty="0">
                  <a:solidFill>
                    <a:schemeClr val="bg1"/>
                  </a:solidFill>
                </a:rPr>
                <a:t>J Appl Physiol. </a:t>
              </a:r>
              <a:r>
                <a:rPr lang="en-US" sz="1050" dirty="0">
                  <a:solidFill>
                    <a:schemeClr val="bg1"/>
                  </a:solidFill>
                </a:rPr>
                <a:t>2017;123(3):632-636</a:t>
              </a:r>
            </a:p>
          </p:txBody>
        </p:sp>
        <p:sp>
          <p:nvSpPr>
            <p:cNvPr id="18" name="TextBox 17">
              <a:extLst>
                <a:ext uri="{FF2B5EF4-FFF2-40B4-BE49-F238E27FC236}">
                  <a16:creationId xmlns:a16="http://schemas.microsoft.com/office/drawing/2014/main" id="{80015E78-7DB6-4C85-8D09-51B2DADE4301}"/>
                </a:ext>
              </a:extLst>
            </p:cNvPr>
            <p:cNvSpPr txBox="1"/>
            <p:nvPr/>
          </p:nvSpPr>
          <p:spPr>
            <a:xfrm>
              <a:off x="2411748" y="3090427"/>
              <a:ext cx="1990465" cy="284742"/>
            </a:xfrm>
            <a:prstGeom prst="rect">
              <a:avLst/>
            </a:prstGeom>
            <a:noFill/>
          </p:spPr>
          <p:txBody>
            <a:bodyPr wrap="square" rtlCol="0">
              <a:spAutoFit/>
            </a:bodyPr>
            <a:lstStyle/>
            <a:p>
              <a:r>
                <a:rPr lang="en-US" sz="1867">
                  <a:solidFill>
                    <a:srgbClr val="FF6908"/>
                  </a:solidFill>
                </a:rPr>
                <a:t> </a:t>
              </a:r>
              <a:r>
                <a:rPr lang="en-US">
                  <a:solidFill>
                    <a:srgbClr val="0070C0"/>
                  </a:solidFill>
                </a:rPr>
                <a:t>0.2%      0.8%     </a:t>
              </a:r>
              <a:r>
                <a:rPr lang="en-US" sz="1067">
                  <a:solidFill>
                    <a:srgbClr val="0070C0"/>
                  </a:solidFill>
                </a:rPr>
                <a:t> </a:t>
              </a:r>
              <a:r>
                <a:rPr lang="en-US">
                  <a:solidFill>
                    <a:srgbClr val="0070C0"/>
                  </a:solidFill>
                </a:rPr>
                <a:t>2.0%</a:t>
              </a:r>
            </a:p>
          </p:txBody>
        </p:sp>
        <p:sp>
          <p:nvSpPr>
            <p:cNvPr id="19" name="Rectangle 18">
              <a:extLst>
                <a:ext uri="{FF2B5EF4-FFF2-40B4-BE49-F238E27FC236}">
                  <a16:creationId xmlns:a16="http://schemas.microsoft.com/office/drawing/2014/main" id="{B1AB0C40-A333-4221-B93D-B4CFB895AD84}"/>
                </a:ext>
              </a:extLst>
            </p:cNvPr>
            <p:cNvSpPr/>
            <p:nvPr/>
          </p:nvSpPr>
          <p:spPr>
            <a:xfrm>
              <a:off x="3137731" y="3953983"/>
              <a:ext cx="427365" cy="72132"/>
            </a:xfrm>
            <a:prstGeom prst="rect">
              <a:avLst/>
            </a:prstGeom>
            <a:solidFill>
              <a:schemeClr val="tx1"/>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cxnSp>
          <p:nvCxnSpPr>
            <p:cNvPr id="20" name="Straight Connector 19">
              <a:extLst>
                <a:ext uri="{FF2B5EF4-FFF2-40B4-BE49-F238E27FC236}">
                  <a16:creationId xmlns:a16="http://schemas.microsoft.com/office/drawing/2014/main" id="{D6CCE9CD-DA77-4383-938F-611E0D3FB669}"/>
                </a:ext>
              </a:extLst>
            </p:cNvPr>
            <p:cNvCxnSpPr/>
            <p:nvPr/>
          </p:nvCxnSpPr>
          <p:spPr>
            <a:xfrm>
              <a:off x="2462213" y="4016593"/>
              <a:ext cx="442606"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7DF1A107-23A8-40AC-AD77-C836B240E934}"/>
                </a:ext>
              </a:extLst>
            </p:cNvPr>
            <p:cNvSpPr/>
            <p:nvPr/>
          </p:nvSpPr>
          <p:spPr>
            <a:xfrm>
              <a:off x="3797832" y="3866224"/>
              <a:ext cx="427365" cy="159891"/>
            </a:xfrm>
            <a:prstGeom prst="rect">
              <a:avLst/>
            </a:prstGeom>
            <a:solidFill>
              <a:schemeClr val="tx1"/>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22" name="Rectangle 21">
              <a:extLst>
                <a:ext uri="{FF2B5EF4-FFF2-40B4-BE49-F238E27FC236}">
                  <a16:creationId xmlns:a16="http://schemas.microsoft.com/office/drawing/2014/main" id="{59359F4A-158D-4EB7-A5F0-ABAB0BEE2515}"/>
                </a:ext>
              </a:extLst>
            </p:cNvPr>
            <p:cNvSpPr/>
            <p:nvPr/>
          </p:nvSpPr>
          <p:spPr>
            <a:xfrm>
              <a:off x="2500007" y="2554237"/>
              <a:ext cx="213682" cy="72132"/>
            </a:xfrm>
            <a:prstGeom prst="rect">
              <a:avLst/>
            </a:prstGeom>
            <a:solidFill>
              <a:schemeClr val="tx1"/>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23" name="Rectangle 22">
              <a:extLst>
                <a:ext uri="{FF2B5EF4-FFF2-40B4-BE49-F238E27FC236}">
                  <a16:creationId xmlns:a16="http://schemas.microsoft.com/office/drawing/2014/main" id="{1EF3F709-B254-4525-8C3C-85F0CD453C69}"/>
                </a:ext>
              </a:extLst>
            </p:cNvPr>
            <p:cNvSpPr/>
            <p:nvPr/>
          </p:nvSpPr>
          <p:spPr>
            <a:xfrm>
              <a:off x="2500006" y="2425741"/>
              <a:ext cx="213682" cy="72132"/>
            </a:xfrm>
            <a:prstGeom prst="rect">
              <a:avLst/>
            </a:prstGeom>
            <a:solidFill>
              <a:schemeClr val="bg1"/>
            </a:solidFill>
            <a:ln w="12700" cmpd="sng">
              <a:solidFill>
                <a:schemeClr val="tx1"/>
              </a:solid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24" name="TextBox 23">
              <a:extLst>
                <a:ext uri="{FF2B5EF4-FFF2-40B4-BE49-F238E27FC236}">
                  <a16:creationId xmlns:a16="http://schemas.microsoft.com/office/drawing/2014/main" id="{B5211D0C-2469-4109-AA27-E66A49481601}"/>
                </a:ext>
              </a:extLst>
            </p:cNvPr>
            <p:cNvSpPr txBox="1"/>
            <p:nvPr/>
          </p:nvSpPr>
          <p:spPr>
            <a:xfrm>
              <a:off x="2675585" y="2346343"/>
              <a:ext cx="919162" cy="192409"/>
            </a:xfrm>
            <a:prstGeom prst="rect">
              <a:avLst/>
            </a:prstGeom>
            <a:noFill/>
          </p:spPr>
          <p:txBody>
            <a:bodyPr wrap="square" rtlCol="0">
              <a:spAutoFit/>
            </a:bodyPr>
            <a:lstStyle/>
            <a:p>
              <a:r>
                <a:rPr lang="en-US" sz="1067">
                  <a:solidFill>
                    <a:prstClr val="black"/>
                  </a:solidFill>
                </a:rPr>
                <a:t>Sweat </a:t>
              </a:r>
            </a:p>
          </p:txBody>
        </p:sp>
        <p:sp>
          <p:nvSpPr>
            <p:cNvPr id="25" name="TextBox 24">
              <a:extLst>
                <a:ext uri="{FF2B5EF4-FFF2-40B4-BE49-F238E27FC236}">
                  <a16:creationId xmlns:a16="http://schemas.microsoft.com/office/drawing/2014/main" id="{B08DA86D-CBED-4D3B-8F42-88C5E2A1C34F}"/>
                </a:ext>
              </a:extLst>
            </p:cNvPr>
            <p:cNvSpPr txBox="1"/>
            <p:nvPr/>
          </p:nvSpPr>
          <p:spPr>
            <a:xfrm>
              <a:off x="2673530" y="2477251"/>
              <a:ext cx="919162" cy="192409"/>
            </a:xfrm>
            <a:prstGeom prst="rect">
              <a:avLst/>
            </a:prstGeom>
            <a:noFill/>
          </p:spPr>
          <p:txBody>
            <a:bodyPr wrap="square" rtlCol="0">
              <a:spAutoFit/>
            </a:bodyPr>
            <a:lstStyle/>
            <a:p>
              <a:r>
                <a:rPr lang="en-US" sz="1067">
                  <a:solidFill>
                    <a:prstClr val="black"/>
                  </a:solidFill>
                </a:rPr>
                <a:t>Non-sweat  </a:t>
              </a:r>
            </a:p>
          </p:txBody>
        </p:sp>
        <p:sp>
          <p:nvSpPr>
            <p:cNvPr id="26" name="TextBox 25">
              <a:extLst>
                <a:ext uri="{FF2B5EF4-FFF2-40B4-BE49-F238E27FC236}">
                  <a16:creationId xmlns:a16="http://schemas.microsoft.com/office/drawing/2014/main" id="{C78BF1EF-DC8D-4401-9026-6565C8702655}"/>
                </a:ext>
              </a:extLst>
            </p:cNvPr>
            <p:cNvSpPr txBox="1"/>
            <p:nvPr/>
          </p:nvSpPr>
          <p:spPr>
            <a:xfrm>
              <a:off x="2463329" y="4007363"/>
              <a:ext cx="481318" cy="253916"/>
            </a:xfrm>
            <a:prstGeom prst="rect">
              <a:avLst/>
            </a:prstGeom>
            <a:noFill/>
          </p:spPr>
          <p:txBody>
            <a:bodyPr wrap="square" rtlCol="0">
              <a:spAutoFit/>
            </a:bodyPr>
            <a:lstStyle/>
            <a:p>
              <a:r>
                <a:rPr lang="en-US" sz="1600">
                  <a:solidFill>
                    <a:prstClr val="black"/>
                  </a:solidFill>
                </a:rPr>
                <a:t> 10</a:t>
              </a:r>
            </a:p>
          </p:txBody>
        </p:sp>
        <p:sp>
          <p:nvSpPr>
            <p:cNvPr id="27" name="TextBox 26">
              <a:extLst>
                <a:ext uri="{FF2B5EF4-FFF2-40B4-BE49-F238E27FC236}">
                  <a16:creationId xmlns:a16="http://schemas.microsoft.com/office/drawing/2014/main" id="{7B2E2D96-E811-4F7D-B0E0-0C83F67C6729}"/>
                </a:ext>
              </a:extLst>
            </p:cNvPr>
            <p:cNvSpPr txBox="1"/>
            <p:nvPr/>
          </p:nvSpPr>
          <p:spPr>
            <a:xfrm>
              <a:off x="2500007" y="4196254"/>
              <a:ext cx="1733550" cy="253916"/>
            </a:xfrm>
            <a:prstGeom prst="rect">
              <a:avLst/>
            </a:prstGeom>
            <a:noFill/>
          </p:spPr>
          <p:txBody>
            <a:bodyPr wrap="square" rtlCol="0">
              <a:spAutoFit/>
            </a:bodyPr>
            <a:lstStyle/>
            <a:p>
              <a:r>
                <a:rPr lang="en-US" sz="1600">
                  <a:solidFill>
                    <a:prstClr val="black"/>
                  </a:solidFill>
                </a:rPr>
                <a:t>   Distance Run (km)</a:t>
              </a:r>
            </a:p>
          </p:txBody>
        </p:sp>
        <p:sp>
          <p:nvSpPr>
            <p:cNvPr id="28" name="TextBox 27">
              <a:extLst>
                <a:ext uri="{FF2B5EF4-FFF2-40B4-BE49-F238E27FC236}">
                  <a16:creationId xmlns:a16="http://schemas.microsoft.com/office/drawing/2014/main" id="{4FEF8489-3363-41B8-8584-039B29927DC8}"/>
                </a:ext>
              </a:extLst>
            </p:cNvPr>
            <p:cNvSpPr txBox="1"/>
            <p:nvPr/>
          </p:nvSpPr>
          <p:spPr>
            <a:xfrm>
              <a:off x="3131846" y="4006614"/>
              <a:ext cx="481318" cy="253916"/>
            </a:xfrm>
            <a:prstGeom prst="rect">
              <a:avLst/>
            </a:prstGeom>
            <a:noFill/>
          </p:spPr>
          <p:txBody>
            <a:bodyPr wrap="square" rtlCol="0">
              <a:spAutoFit/>
            </a:bodyPr>
            <a:lstStyle/>
            <a:p>
              <a:r>
                <a:rPr lang="en-US" sz="1600">
                  <a:solidFill>
                    <a:prstClr val="black"/>
                  </a:solidFill>
                </a:rPr>
                <a:t> 42</a:t>
              </a:r>
            </a:p>
          </p:txBody>
        </p:sp>
        <p:sp>
          <p:nvSpPr>
            <p:cNvPr id="29" name="TextBox 28">
              <a:extLst>
                <a:ext uri="{FF2B5EF4-FFF2-40B4-BE49-F238E27FC236}">
                  <a16:creationId xmlns:a16="http://schemas.microsoft.com/office/drawing/2014/main" id="{1AEA3C83-06F0-4A2E-8051-D6EEF1109AD2}"/>
                </a:ext>
              </a:extLst>
            </p:cNvPr>
            <p:cNvSpPr txBox="1"/>
            <p:nvPr/>
          </p:nvSpPr>
          <p:spPr>
            <a:xfrm>
              <a:off x="3750383" y="4010246"/>
              <a:ext cx="481318" cy="253916"/>
            </a:xfrm>
            <a:prstGeom prst="rect">
              <a:avLst/>
            </a:prstGeom>
            <a:noFill/>
          </p:spPr>
          <p:txBody>
            <a:bodyPr wrap="square" rtlCol="0">
              <a:spAutoFit/>
            </a:bodyPr>
            <a:lstStyle/>
            <a:p>
              <a:r>
                <a:rPr lang="en-US" sz="1600">
                  <a:solidFill>
                    <a:prstClr val="black"/>
                  </a:solidFill>
                </a:rPr>
                <a:t> 100</a:t>
              </a:r>
            </a:p>
          </p:txBody>
        </p:sp>
        <p:sp>
          <p:nvSpPr>
            <p:cNvPr id="30" name="TextBox 29">
              <a:extLst>
                <a:ext uri="{FF2B5EF4-FFF2-40B4-BE49-F238E27FC236}">
                  <a16:creationId xmlns:a16="http://schemas.microsoft.com/office/drawing/2014/main" id="{5E0E3770-6819-4C0E-AE9B-B7B3A92A5169}"/>
                </a:ext>
              </a:extLst>
            </p:cNvPr>
            <p:cNvSpPr txBox="1"/>
            <p:nvPr/>
          </p:nvSpPr>
          <p:spPr>
            <a:xfrm rot="16200000">
              <a:off x="1071563" y="3024076"/>
              <a:ext cx="1628775" cy="253915"/>
            </a:xfrm>
            <a:prstGeom prst="rect">
              <a:avLst/>
            </a:prstGeom>
            <a:noFill/>
          </p:spPr>
          <p:txBody>
            <a:bodyPr wrap="square" rtlCol="0">
              <a:spAutoFit/>
            </a:bodyPr>
            <a:lstStyle/>
            <a:p>
              <a:r>
                <a:rPr lang="en-US" sz="1600">
                  <a:solidFill>
                    <a:prstClr val="black"/>
                  </a:solidFill>
                </a:rPr>
                <a:t>Total Mass Loss (kg)</a:t>
              </a:r>
            </a:p>
          </p:txBody>
        </p:sp>
      </p:grpSp>
      <p:sp>
        <p:nvSpPr>
          <p:cNvPr id="32" name="Rectangle 31">
            <a:extLst>
              <a:ext uri="{FF2B5EF4-FFF2-40B4-BE49-F238E27FC236}">
                <a16:creationId xmlns:a16="http://schemas.microsoft.com/office/drawing/2014/main" id="{E37D3340-584C-46F4-868B-FFFB9047430F}"/>
              </a:ext>
            </a:extLst>
          </p:cNvPr>
          <p:cNvSpPr/>
          <p:nvPr/>
        </p:nvSpPr>
        <p:spPr>
          <a:xfrm>
            <a:off x="914400" y="1472285"/>
            <a:ext cx="10439400" cy="1846659"/>
          </a:xfrm>
          <a:prstGeom prst="rect">
            <a:avLst/>
          </a:prstGeom>
        </p:spPr>
        <p:txBody>
          <a:bodyPr wrap="square">
            <a:spAutoFit/>
          </a:bodyPr>
          <a:lstStyle/>
          <a:p>
            <a:r>
              <a:rPr lang="en-US" sz="2000"/>
              <a:t>Using change in body mass to determine hydration status becomes less accurate with longer events </a:t>
            </a:r>
          </a:p>
          <a:p>
            <a:endParaRPr lang="en-US" sz="1400"/>
          </a:p>
          <a:p>
            <a:r>
              <a:rPr lang="en-US" sz="2000"/>
              <a:t>For example, during </a:t>
            </a:r>
            <a:r>
              <a:rPr lang="en-US" sz="2000" err="1"/>
              <a:t>ultraendurance</a:t>
            </a:r>
            <a:r>
              <a:rPr lang="en-US" sz="2000"/>
              <a:t> events ≥ 2% of body mass loss can occur through non sweat sources:</a:t>
            </a:r>
          </a:p>
          <a:p>
            <a:endParaRPr lang="en-US" sz="2000"/>
          </a:p>
        </p:txBody>
      </p:sp>
      <p:cxnSp>
        <p:nvCxnSpPr>
          <p:cNvPr id="31" name="Straight Connector 30">
            <a:extLst>
              <a:ext uri="{FF2B5EF4-FFF2-40B4-BE49-F238E27FC236}">
                <a16:creationId xmlns:a16="http://schemas.microsoft.com/office/drawing/2014/main" id="{3BB39AC5-9EE3-DA4C-BC17-125DA80351CC}"/>
              </a:ext>
            </a:extLst>
          </p:cNvPr>
          <p:cNvCxnSpPr>
            <a:cxnSpLocks/>
          </p:cNvCxnSpPr>
          <p:nvPr/>
        </p:nvCxnSpPr>
        <p:spPr>
          <a:xfrm>
            <a:off x="861848" y="1124607"/>
            <a:ext cx="364709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850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Data Collection - Change in Hydration Status</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p:txBody>
          <a:bodyPr/>
          <a:lstStyle/>
          <a:p>
            <a:pPr marL="342900" indent="-342900">
              <a:buFont typeface="Wingdings" panose="05000000000000000000" pitchFamily="2" charset="2"/>
              <a:buChar char="ü"/>
            </a:pPr>
            <a:r>
              <a:rPr lang="en-US"/>
              <a:t>Digital platform body weight scale with precision of 0.10 kg or better</a:t>
            </a:r>
          </a:p>
          <a:p>
            <a:pPr marL="342900" indent="-342900">
              <a:buFont typeface="Wingdings" panose="05000000000000000000" pitchFamily="2" charset="2"/>
              <a:buChar char="ü"/>
            </a:pPr>
            <a:r>
              <a:rPr lang="en-US"/>
              <a:t>Towels</a:t>
            </a:r>
          </a:p>
        </p:txBody>
      </p:sp>
      <p:sp>
        <p:nvSpPr>
          <p:cNvPr id="4" name="Text Placeholder 3">
            <a:extLst>
              <a:ext uri="{FF2B5EF4-FFF2-40B4-BE49-F238E27FC236}">
                <a16:creationId xmlns:a16="http://schemas.microsoft.com/office/drawing/2014/main" id="{FEAA9CCF-8DD1-4B1D-8EFC-1623A02C5296}"/>
              </a:ext>
            </a:extLst>
          </p:cNvPr>
          <p:cNvSpPr>
            <a:spLocks noGrp="1"/>
          </p:cNvSpPr>
          <p:nvPr>
            <p:ph type="body" sz="quarter" idx="11"/>
          </p:nvPr>
        </p:nvSpPr>
        <p:spPr/>
        <p:txBody>
          <a:bodyPr/>
          <a:lstStyle/>
          <a:p>
            <a:r>
              <a:rPr lang="en-US" u="sng"/>
              <a:t>Before Exercise</a:t>
            </a:r>
          </a:p>
          <a:p>
            <a:pPr marL="342900" indent="-342900">
              <a:buFont typeface="Wingdings" panose="05000000000000000000" pitchFamily="2" charset="2"/>
              <a:buChar char="ü"/>
            </a:pPr>
            <a:r>
              <a:rPr lang="en-US"/>
              <a:t>Ask athlete to use restroom, void bladder and bowels</a:t>
            </a:r>
          </a:p>
          <a:p>
            <a:pPr marL="342900" indent="-342900">
              <a:buFont typeface="Wingdings" panose="05000000000000000000" pitchFamily="2" charset="2"/>
              <a:buChar char="ü"/>
            </a:pPr>
            <a:r>
              <a:rPr lang="en-US"/>
              <a:t>Weigh athlete while they are wearing minimal clothing (e.g., compression shorts, sports bra)</a:t>
            </a:r>
          </a:p>
          <a:p>
            <a:r>
              <a:rPr lang="en-US" u="sng"/>
              <a:t>After Exercise</a:t>
            </a:r>
          </a:p>
          <a:p>
            <a:pPr marL="342900" indent="-342900">
              <a:buFont typeface="Wingdings" panose="05000000000000000000" pitchFamily="2" charset="2"/>
              <a:buChar char="ü"/>
            </a:pPr>
            <a:r>
              <a:rPr lang="en-US"/>
              <a:t>Ask athlete to towel dry thoroughly</a:t>
            </a:r>
          </a:p>
          <a:p>
            <a:pPr marL="342900" indent="-342900">
              <a:buFont typeface="Wingdings" panose="05000000000000000000" pitchFamily="2" charset="2"/>
              <a:buChar char="ü"/>
            </a:pPr>
            <a:r>
              <a:rPr lang="en-US"/>
              <a:t>Weigh athlete while wearing the same minimal clothing as before exercise</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Supplies needed</a:t>
            </a:r>
          </a:p>
        </p:txBody>
      </p:sp>
      <p:sp>
        <p:nvSpPr>
          <p:cNvPr id="6" name="Text Placeholder 5">
            <a:extLst>
              <a:ext uri="{FF2B5EF4-FFF2-40B4-BE49-F238E27FC236}">
                <a16:creationId xmlns:a16="http://schemas.microsoft.com/office/drawing/2014/main" id="{28DD8C42-3C07-4D0B-AE86-DDFB7D075136}"/>
              </a:ext>
            </a:extLst>
          </p:cNvPr>
          <p:cNvSpPr>
            <a:spLocks noGrp="1"/>
          </p:cNvSpPr>
          <p:nvPr>
            <p:ph type="body" sz="quarter" idx="13"/>
          </p:nvPr>
        </p:nvSpPr>
        <p:spPr/>
        <p:txBody>
          <a:bodyPr/>
          <a:lstStyle/>
          <a:p>
            <a:r>
              <a:rPr lang="en-US"/>
              <a:t>Instructions</a:t>
            </a:r>
          </a:p>
        </p:txBody>
      </p:sp>
      <p:sp>
        <p:nvSpPr>
          <p:cNvPr id="12" name="Rectangle 11">
            <a:extLst>
              <a:ext uri="{FF2B5EF4-FFF2-40B4-BE49-F238E27FC236}">
                <a16:creationId xmlns:a16="http://schemas.microsoft.com/office/drawing/2014/main" id="{D422AF46-F1D7-4A9E-A55A-15C961AF1E96}"/>
              </a:ext>
            </a:extLst>
          </p:cNvPr>
          <p:cNvSpPr/>
          <p:nvPr/>
        </p:nvSpPr>
        <p:spPr>
          <a:xfrm>
            <a:off x="7655356" y="6596390"/>
            <a:ext cx="4536644" cy="261610"/>
          </a:xfrm>
          <a:prstGeom prst="rect">
            <a:avLst/>
          </a:prstGeom>
        </p:spPr>
        <p:txBody>
          <a:bodyPr wrap="square">
            <a:spAutoFit/>
          </a:bodyPr>
          <a:lstStyle/>
          <a:p>
            <a:pPr algn="r"/>
            <a:r>
              <a:rPr lang="en-US" sz="1050" dirty="0">
                <a:solidFill>
                  <a:schemeClr val="bg1"/>
                </a:solidFill>
              </a:rPr>
              <a:t>Baker. </a:t>
            </a:r>
            <a:r>
              <a:rPr lang="en-US" sz="1050" i="1" dirty="0">
                <a:solidFill>
                  <a:schemeClr val="bg1"/>
                </a:solidFill>
              </a:rPr>
              <a:t>Sports Science Exchange</a:t>
            </a:r>
            <a:r>
              <a:rPr lang="en-US" sz="1050" dirty="0">
                <a:solidFill>
                  <a:schemeClr val="bg1"/>
                </a:solidFill>
              </a:rPr>
              <a:t>. 2016;28(161)</a:t>
            </a:r>
          </a:p>
        </p:txBody>
      </p:sp>
      <p:pic>
        <p:nvPicPr>
          <p:cNvPr id="14" name="Picture 13">
            <a:extLst>
              <a:ext uri="{FF2B5EF4-FFF2-40B4-BE49-F238E27FC236}">
                <a16:creationId xmlns:a16="http://schemas.microsoft.com/office/drawing/2014/main" id="{5E69327C-687A-4D0C-AF01-685A2E75152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857916" y="3251169"/>
            <a:ext cx="2158551" cy="1724615"/>
          </a:xfrm>
          <a:prstGeom prst="rect">
            <a:avLst/>
          </a:prstGeom>
        </p:spPr>
      </p:pic>
      <p:sp>
        <p:nvSpPr>
          <p:cNvPr id="17" name="Rectangle 18">
            <a:extLst>
              <a:ext uri="{FF2B5EF4-FFF2-40B4-BE49-F238E27FC236}">
                <a16:creationId xmlns:a16="http://schemas.microsoft.com/office/drawing/2014/main" id="{174C2100-37A1-4057-93A9-4553FDEFFF01}"/>
              </a:ext>
            </a:extLst>
          </p:cNvPr>
          <p:cNvSpPr>
            <a:spLocks noChangeArrowheads="1"/>
          </p:cNvSpPr>
          <p:nvPr/>
        </p:nvSpPr>
        <p:spPr bwMode="auto">
          <a:xfrm>
            <a:off x="1859191" y="4236016"/>
            <a:ext cx="80371" cy="323933"/>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nvGrpSpPr>
          <p:cNvPr id="9" name="Group 8">
            <a:extLst>
              <a:ext uri="{FF2B5EF4-FFF2-40B4-BE49-F238E27FC236}">
                <a16:creationId xmlns:a16="http://schemas.microsoft.com/office/drawing/2014/main" id="{BF32288D-8298-42C9-BE23-36A9DF24C833}"/>
              </a:ext>
            </a:extLst>
          </p:cNvPr>
          <p:cNvGrpSpPr/>
          <p:nvPr/>
        </p:nvGrpSpPr>
        <p:grpSpPr>
          <a:xfrm>
            <a:off x="1263210" y="3392018"/>
            <a:ext cx="1249631" cy="1290750"/>
            <a:chOff x="1263210" y="3785916"/>
            <a:chExt cx="1249631" cy="1290750"/>
          </a:xfrm>
        </p:grpSpPr>
        <p:sp>
          <p:nvSpPr>
            <p:cNvPr id="16" name="Freeform 17">
              <a:extLst>
                <a:ext uri="{FF2B5EF4-FFF2-40B4-BE49-F238E27FC236}">
                  <a16:creationId xmlns:a16="http://schemas.microsoft.com/office/drawing/2014/main" id="{C2EE6DB3-E236-4932-8E86-6A4B2A034998}"/>
                </a:ext>
              </a:extLst>
            </p:cNvPr>
            <p:cNvSpPr>
              <a:spLocks noEditPoints="1"/>
            </p:cNvSpPr>
            <p:nvPr/>
          </p:nvSpPr>
          <p:spPr bwMode="auto">
            <a:xfrm>
              <a:off x="1263210" y="3785916"/>
              <a:ext cx="1249631" cy="1290750"/>
            </a:xfrm>
            <a:custGeom>
              <a:avLst/>
              <a:gdLst>
                <a:gd name="T0" fmla="*/ 56 w 482"/>
                <a:gd name="T1" fmla="*/ 483 h 518"/>
                <a:gd name="T2" fmla="*/ 92 w 482"/>
                <a:gd name="T3" fmla="*/ 513 h 518"/>
                <a:gd name="T4" fmla="*/ 367 w 482"/>
                <a:gd name="T5" fmla="*/ 518 h 518"/>
                <a:gd name="T6" fmla="*/ 412 w 482"/>
                <a:gd name="T7" fmla="*/ 501 h 518"/>
                <a:gd name="T8" fmla="*/ 436 w 482"/>
                <a:gd name="T9" fmla="*/ 460 h 518"/>
                <a:gd name="T10" fmla="*/ 482 w 482"/>
                <a:gd name="T11" fmla="*/ 167 h 518"/>
                <a:gd name="T12" fmla="*/ 477 w 482"/>
                <a:gd name="T13" fmla="*/ 145 h 518"/>
                <a:gd name="T14" fmla="*/ 467 w 482"/>
                <a:gd name="T15" fmla="*/ 130 h 518"/>
                <a:gd name="T16" fmla="*/ 446 w 482"/>
                <a:gd name="T17" fmla="*/ 119 h 518"/>
                <a:gd name="T18" fmla="*/ 384 w 482"/>
                <a:gd name="T19" fmla="*/ 116 h 518"/>
                <a:gd name="T20" fmla="*/ 372 w 482"/>
                <a:gd name="T21" fmla="*/ 81 h 518"/>
                <a:gd name="T22" fmla="*/ 342 w 482"/>
                <a:gd name="T23" fmla="*/ 41 h 518"/>
                <a:gd name="T24" fmla="*/ 301 w 482"/>
                <a:gd name="T25" fmla="*/ 14 h 518"/>
                <a:gd name="T26" fmla="*/ 253 w 482"/>
                <a:gd name="T27" fmla="*/ 1 h 518"/>
                <a:gd name="T28" fmla="*/ 214 w 482"/>
                <a:gd name="T29" fmla="*/ 2 h 518"/>
                <a:gd name="T30" fmla="*/ 166 w 482"/>
                <a:gd name="T31" fmla="*/ 20 h 518"/>
                <a:gd name="T32" fmla="*/ 129 w 482"/>
                <a:gd name="T33" fmla="*/ 50 h 518"/>
                <a:gd name="T34" fmla="*/ 102 w 482"/>
                <a:gd name="T35" fmla="*/ 92 h 518"/>
                <a:gd name="T36" fmla="*/ 54 w 482"/>
                <a:gd name="T37" fmla="*/ 116 h 518"/>
                <a:gd name="T38" fmla="*/ 31 w 482"/>
                <a:gd name="T39" fmla="*/ 121 h 518"/>
                <a:gd name="T40" fmla="*/ 13 w 482"/>
                <a:gd name="T41" fmla="*/ 135 h 518"/>
                <a:gd name="T42" fmla="*/ 3 w 482"/>
                <a:gd name="T43" fmla="*/ 150 h 518"/>
                <a:gd name="T44" fmla="*/ 0 w 482"/>
                <a:gd name="T45" fmla="*/ 173 h 518"/>
                <a:gd name="T46" fmla="*/ 239 w 482"/>
                <a:gd name="T47" fmla="*/ 32 h 518"/>
                <a:gd name="T48" fmla="*/ 284 w 482"/>
                <a:gd name="T49" fmla="*/ 41 h 518"/>
                <a:gd name="T50" fmla="*/ 322 w 482"/>
                <a:gd name="T51" fmla="*/ 67 h 518"/>
                <a:gd name="T52" fmla="*/ 347 w 482"/>
                <a:gd name="T53" fmla="*/ 104 h 518"/>
                <a:gd name="T54" fmla="*/ 356 w 482"/>
                <a:gd name="T55" fmla="*/ 149 h 518"/>
                <a:gd name="T56" fmla="*/ 351 w 482"/>
                <a:gd name="T57" fmla="*/ 184 h 518"/>
                <a:gd name="T58" fmla="*/ 329 w 482"/>
                <a:gd name="T59" fmla="*/ 224 h 518"/>
                <a:gd name="T60" fmla="*/ 295 w 482"/>
                <a:gd name="T61" fmla="*/ 252 h 518"/>
                <a:gd name="T62" fmla="*/ 252 w 482"/>
                <a:gd name="T63" fmla="*/ 266 h 518"/>
                <a:gd name="T64" fmla="*/ 216 w 482"/>
                <a:gd name="T65" fmla="*/ 264 h 518"/>
                <a:gd name="T66" fmla="*/ 174 w 482"/>
                <a:gd name="T67" fmla="*/ 246 h 518"/>
                <a:gd name="T68" fmla="*/ 142 w 482"/>
                <a:gd name="T69" fmla="*/ 214 h 518"/>
                <a:gd name="T70" fmla="*/ 124 w 482"/>
                <a:gd name="T71" fmla="*/ 172 h 518"/>
                <a:gd name="T72" fmla="*/ 122 w 482"/>
                <a:gd name="T73" fmla="*/ 138 h 518"/>
                <a:gd name="T74" fmla="*/ 137 w 482"/>
                <a:gd name="T75" fmla="*/ 93 h 518"/>
                <a:gd name="T76" fmla="*/ 164 w 482"/>
                <a:gd name="T77" fmla="*/ 59 h 518"/>
                <a:gd name="T78" fmla="*/ 204 w 482"/>
                <a:gd name="T79" fmla="*/ 37 h 518"/>
                <a:gd name="T80" fmla="*/ 239 w 482"/>
                <a:gd name="T81" fmla="*/ 32 h 518"/>
                <a:gd name="T82" fmla="*/ 45 w 482"/>
                <a:gd name="T83" fmla="*/ 150 h 518"/>
                <a:gd name="T84" fmla="*/ 91 w 482"/>
                <a:gd name="T85" fmla="*/ 148 h 518"/>
                <a:gd name="T86" fmla="*/ 94 w 482"/>
                <a:gd name="T87" fmla="*/ 180 h 518"/>
                <a:gd name="T88" fmla="*/ 116 w 482"/>
                <a:gd name="T89" fmla="*/ 232 h 518"/>
                <a:gd name="T90" fmla="*/ 156 w 482"/>
                <a:gd name="T91" fmla="*/ 273 h 518"/>
                <a:gd name="T92" fmla="*/ 210 w 482"/>
                <a:gd name="T93" fmla="*/ 295 h 518"/>
                <a:gd name="T94" fmla="*/ 255 w 482"/>
                <a:gd name="T95" fmla="*/ 298 h 518"/>
                <a:gd name="T96" fmla="*/ 310 w 482"/>
                <a:gd name="T97" fmla="*/ 280 h 518"/>
                <a:gd name="T98" fmla="*/ 354 w 482"/>
                <a:gd name="T99" fmla="*/ 244 h 518"/>
                <a:gd name="T100" fmla="*/ 382 w 482"/>
                <a:gd name="T101" fmla="*/ 193 h 518"/>
                <a:gd name="T102" fmla="*/ 388 w 482"/>
                <a:gd name="T103" fmla="*/ 149 h 518"/>
                <a:gd name="T104" fmla="*/ 434 w 482"/>
                <a:gd name="T105" fmla="*/ 149 h 518"/>
                <a:gd name="T106" fmla="*/ 446 w 482"/>
                <a:gd name="T107" fmla="*/ 155 h 518"/>
                <a:gd name="T108" fmla="*/ 450 w 482"/>
                <a:gd name="T109" fmla="*/ 174 h 518"/>
                <a:gd name="T110" fmla="*/ 400 w 482"/>
                <a:gd name="T111" fmla="*/ 467 h 518"/>
                <a:gd name="T112" fmla="*/ 381 w 482"/>
                <a:gd name="T113" fmla="*/ 483 h 518"/>
                <a:gd name="T114" fmla="*/ 115 w 482"/>
                <a:gd name="T115" fmla="*/ 486 h 518"/>
                <a:gd name="T116" fmla="*/ 92 w 482"/>
                <a:gd name="T117" fmla="*/ 477 h 518"/>
                <a:gd name="T118" fmla="*/ 78 w 482"/>
                <a:gd name="T119" fmla="*/ 454 h 518"/>
                <a:gd name="T120" fmla="*/ 32 w 482"/>
                <a:gd name="T121" fmla="*/ 164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2" h="518">
                  <a:moveTo>
                    <a:pt x="47" y="460"/>
                  </a:moveTo>
                  <a:lnTo>
                    <a:pt x="47" y="460"/>
                  </a:lnTo>
                  <a:lnTo>
                    <a:pt x="50" y="472"/>
                  </a:lnTo>
                  <a:lnTo>
                    <a:pt x="56" y="483"/>
                  </a:lnTo>
                  <a:lnTo>
                    <a:pt x="62" y="492"/>
                  </a:lnTo>
                  <a:lnTo>
                    <a:pt x="71" y="501"/>
                  </a:lnTo>
                  <a:lnTo>
                    <a:pt x="80" y="508"/>
                  </a:lnTo>
                  <a:lnTo>
                    <a:pt x="92" y="513"/>
                  </a:lnTo>
                  <a:lnTo>
                    <a:pt x="103" y="517"/>
                  </a:lnTo>
                  <a:lnTo>
                    <a:pt x="115" y="518"/>
                  </a:lnTo>
                  <a:lnTo>
                    <a:pt x="367" y="518"/>
                  </a:lnTo>
                  <a:lnTo>
                    <a:pt x="367" y="518"/>
                  </a:lnTo>
                  <a:lnTo>
                    <a:pt x="380" y="517"/>
                  </a:lnTo>
                  <a:lnTo>
                    <a:pt x="391" y="513"/>
                  </a:lnTo>
                  <a:lnTo>
                    <a:pt x="402" y="508"/>
                  </a:lnTo>
                  <a:lnTo>
                    <a:pt x="412" y="501"/>
                  </a:lnTo>
                  <a:lnTo>
                    <a:pt x="421" y="492"/>
                  </a:lnTo>
                  <a:lnTo>
                    <a:pt x="428" y="483"/>
                  </a:lnTo>
                  <a:lnTo>
                    <a:pt x="433" y="472"/>
                  </a:lnTo>
                  <a:lnTo>
                    <a:pt x="436" y="460"/>
                  </a:lnTo>
                  <a:lnTo>
                    <a:pt x="482" y="180"/>
                  </a:lnTo>
                  <a:lnTo>
                    <a:pt x="482" y="180"/>
                  </a:lnTo>
                  <a:lnTo>
                    <a:pt x="482" y="173"/>
                  </a:lnTo>
                  <a:lnTo>
                    <a:pt x="482" y="167"/>
                  </a:lnTo>
                  <a:lnTo>
                    <a:pt x="482" y="161"/>
                  </a:lnTo>
                  <a:lnTo>
                    <a:pt x="481" y="155"/>
                  </a:lnTo>
                  <a:lnTo>
                    <a:pt x="479" y="150"/>
                  </a:lnTo>
                  <a:lnTo>
                    <a:pt x="477" y="145"/>
                  </a:lnTo>
                  <a:lnTo>
                    <a:pt x="474" y="140"/>
                  </a:lnTo>
                  <a:lnTo>
                    <a:pt x="470" y="135"/>
                  </a:lnTo>
                  <a:lnTo>
                    <a:pt x="470" y="135"/>
                  </a:lnTo>
                  <a:lnTo>
                    <a:pt x="467" y="130"/>
                  </a:lnTo>
                  <a:lnTo>
                    <a:pt x="462" y="127"/>
                  </a:lnTo>
                  <a:lnTo>
                    <a:pt x="457" y="124"/>
                  </a:lnTo>
                  <a:lnTo>
                    <a:pt x="451" y="121"/>
                  </a:lnTo>
                  <a:lnTo>
                    <a:pt x="446" y="119"/>
                  </a:lnTo>
                  <a:lnTo>
                    <a:pt x="440" y="118"/>
                  </a:lnTo>
                  <a:lnTo>
                    <a:pt x="435" y="117"/>
                  </a:lnTo>
                  <a:lnTo>
                    <a:pt x="429" y="116"/>
                  </a:lnTo>
                  <a:lnTo>
                    <a:pt x="384" y="116"/>
                  </a:lnTo>
                  <a:lnTo>
                    <a:pt x="384" y="116"/>
                  </a:lnTo>
                  <a:lnTo>
                    <a:pt x="381" y="104"/>
                  </a:lnTo>
                  <a:lnTo>
                    <a:pt x="377" y="92"/>
                  </a:lnTo>
                  <a:lnTo>
                    <a:pt x="372" y="81"/>
                  </a:lnTo>
                  <a:lnTo>
                    <a:pt x="365" y="70"/>
                  </a:lnTo>
                  <a:lnTo>
                    <a:pt x="358" y="60"/>
                  </a:lnTo>
                  <a:lnTo>
                    <a:pt x="350" y="50"/>
                  </a:lnTo>
                  <a:lnTo>
                    <a:pt x="342" y="41"/>
                  </a:lnTo>
                  <a:lnTo>
                    <a:pt x="333" y="34"/>
                  </a:lnTo>
                  <a:lnTo>
                    <a:pt x="322" y="26"/>
                  </a:lnTo>
                  <a:lnTo>
                    <a:pt x="312" y="20"/>
                  </a:lnTo>
                  <a:lnTo>
                    <a:pt x="301" y="14"/>
                  </a:lnTo>
                  <a:lnTo>
                    <a:pt x="290" y="9"/>
                  </a:lnTo>
                  <a:lnTo>
                    <a:pt x="277" y="5"/>
                  </a:lnTo>
                  <a:lnTo>
                    <a:pt x="265" y="2"/>
                  </a:lnTo>
                  <a:lnTo>
                    <a:pt x="253" y="1"/>
                  </a:lnTo>
                  <a:lnTo>
                    <a:pt x="239" y="0"/>
                  </a:lnTo>
                  <a:lnTo>
                    <a:pt x="239" y="0"/>
                  </a:lnTo>
                  <a:lnTo>
                    <a:pt x="226" y="1"/>
                  </a:lnTo>
                  <a:lnTo>
                    <a:pt x="214" y="2"/>
                  </a:lnTo>
                  <a:lnTo>
                    <a:pt x="201" y="5"/>
                  </a:lnTo>
                  <a:lnTo>
                    <a:pt x="189" y="9"/>
                  </a:lnTo>
                  <a:lnTo>
                    <a:pt x="178" y="14"/>
                  </a:lnTo>
                  <a:lnTo>
                    <a:pt x="166" y="20"/>
                  </a:lnTo>
                  <a:lnTo>
                    <a:pt x="156" y="26"/>
                  </a:lnTo>
                  <a:lnTo>
                    <a:pt x="146" y="34"/>
                  </a:lnTo>
                  <a:lnTo>
                    <a:pt x="137" y="41"/>
                  </a:lnTo>
                  <a:lnTo>
                    <a:pt x="129" y="50"/>
                  </a:lnTo>
                  <a:lnTo>
                    <a:pt x="120" y="60"/>
                  </a:lnTo>
                  <a:lnTo>
                    <a:pt x="113" y="70"/>
                  </a:lnTo>
                  <a:lnTo>
                    <a:pt x="107" y="81"/>
                  </a:lnTo>
                  <a:lnTo>
                    <a:pt x="102" y="92"/>
                  </a:lnTo>
                  <a:lnTo>
                    <a:pt x="98" y="104"/>
                  </a:lnTo>
                  <a:lnTo>
                    <a:pt x="95" y="116"/>
                  </a:lnTo>
                  <a:lnTo>
                    <a:pt x="54" y="116"/>
                  </a:lnTo>
                  <a:lnTo>
                    <a:pt x="54" y="116"/>
                  </a:lnTo>
                  <a:lnTo>
                    <a:pt x="48" y="117"/>
                  </a:lnTo>
                  <a:lnTo>
                    <a:pt x="42" y="118"/>
                  </a:lnTo>
                  <a:lnTo>
                    <a:pt x="36" y="119"/>
                  </a:lnTo>
                  <a:lnTo>
                    <a:pt x="31" y="121"/>
                  </a:lnTo>
                  <a:lnTo>
                    <a:pt x="26" y="124"/>
                  </a:lnTo>
                  <a:lnTo>
                    <a:pt x="21" y="127"/>
                  </a:lnTo>
                  <a:lnTo>
                    <a:pt x="17" y="130"/>
                  </a:lnTo>
                  <a:lnTo>
                    <a:pt x="13" y="135"/>
                  </a:lnTo>
                  <a:lnTo>
                    <a:pt x="13" y="135"/>
                  </a:lnTo>
                  <a:lnTo>
                    <a:pt x="9" y="140"/>
                  </a:lnTo>
                  <a:lnTo>
                    <a:pt x="6" y="145"/>
                  </a:lnTo>
                  <a:lnTo>
                    <a:pt x="3" y="150"/>
                  </a:lnTo>
                  <a:lnTo>
                    <a:pt x="1" y="155"/>
                  </a:lnTo>
                  <a:lnTo>
                    <a:pt x="0" y="161"/>
                  </a:lnTo>
                  <a:lnTo>
                    <a:pt x="0" y="167"/>
                  </a:lnTo>
                  <a:lnTo>
                    <a:pt x="0" y="173"/>
                  </a:lnTo>
                  <a:lnTo>
                    <a:pt x="0" y="180"/>
                  </a:lnTo>
                  <a:lnTo>
                    <a:pt x="47" y="460"/>
                  </a:lnTo>
                  <a:close/>
                  <a:moveTo>
                    <a:pt x="239" y="32"/>
                  </a:moveTo>
                  <a:lnTo>
                    <a:pt x="239" y="32"/>
                  </a:lnTo>
                  <a:lnTo>
                    <a:pt x="252" y="33"/>
                  </a:lnTo>
                  <a:lnTo>
                    <a:pt x="263" y="35"/>
                  </a:lnTo>
                  <a:lnTo>
                    <a:pt x="274" y="37"/>
                  </a:lnTo>
                  <a:lnTo>
                    <a:pt x="284" y="41"/>
                  </a:lnTo>
                  <a:lnTo>
                    <a:pt x="295" y="46"/>
                  </a:lnTo>
                  <a:lnTo>
                    <a:pt x="305" y="52"/>
                  </a:lnTo>
                  <a:lnTo>
                    <a:pt x="314" y="59"/>
                  </a:lnTo>
                  <a:lnTo>
                    <a:pt x="322" y="67"/>
                  </a:lnTo>
                  <a:lnTo>
                    <a:pt x="329" y="75"/>
                  </a:lnTo>
                  <a:lnTo>
                    <a:pt x="337" y="84"/>
                  </a:lnTo>
                  <a:lnTo>
                    <a:pt x="342" y="93"/>
                  </a:lnTo>
                  <a:lnTo>
                    <a:pt x="347" y="104"/>
                  </a:lnTo>
                  <a:lnTo>
                    <a:pt x="351" y="114"/>
                  </a:lnTo>
                  <a:lnTo>
                    <a:pt x="354" y="125"/>
                  </a:lnTo>
                  <a:lnTo>
                    <a:pt x="356" y="138"/>
                  </a:lnTo>
                  <a:lnTo>
                    <a:pt x="356" y="149"/>
                  </a:lnTo>
                  <a:lnTo>
                    <a:pt x="356" y="149"/>
                  </a:lnTo>
                  <a:lnTo>
                    <a:pt x="356" y="161"/>
                  </a:lnTo>
                  <a:lnTo>
                    <a:pt x="354" y="172"/>
                  </a:lnTo>
                  <a:lnTo>
                    <a:pt x="351" y="184"/>
                  </a:lnTo>
                  <a:lnTo>
                    <a:pt x="347" y="195"/>
                  </a:lnTo>
                  <a:lnTo>
                    <a:pt x="342" y="205"/>
                  </a:lnTo>
                  <a:lnTo>
                    <a:pt x="337" y="214"/>
                  </a:lnTo>
                  <a:lnTo>
                    <a:pt x="329" y="224"/>
                  </a:lnTo>
                  <a:lnTo>
                    <a:pt x="322" y="232"/>
                  </a:lnTo>
                  <a:lnTo>
                    <a:pt x="314" y="239"/>
                  </a:lnTo>
                  <a:lnTo>
                    <a:pt x="305" y="246"/>
                  </a:lnTo>
                  <a:lnTo>
                    <a:pt x="295" y="252"/>
                  </a:lnTo>
                  <a:lnTo>
                    <a:pt x="284" y="258"/>
                  </a:lnTo>
                  <a:lnTo>
                    <a:pt x="274" y="261"/>
                  </a:lnTo>
                  <a:lnTo>
                    <a:pt x="263" y="264"/>
                  </a:lnTo>
                  <a:lnTo>
                    <a:pt x="252" y="266"/>
                  </a:lnTo>
                  <a:lnTo>
                    <a:pt x="239" y="267"/>
                  </a:lnTo>
                  <a:lnTo>
                    <a:pt x="239" y="267"/>
                  </a:lnTo>
                  <a:lnTo>
                    <a:pt x="227" y="266"/>
                  </a:lnTo>
                  <a:lnTo>
                    <a:pt x="216" y="264"/>
                  </a:lnTo>
                  <a:lnTo>
                    <a:pt x="204" y="261"/>
                  </a:lnTo>
                  <a:lnTo>
                    <a:pt x="194" y="258"/>
                  </a:lnTo>
                  <a:lnTo>
                    <a:pt x="184" y="252"/>
                  </a:lnTo>
                  <a:lnTo>
                    <a:pt x="174" y="246"/>
                  </a:lnTo>
                  <a:lnTo>
                    <a:pt x="164" y="239"/>
                  </a:lnTo>
                  <a:lnTo>
                    <a:pt x="156" y="232"/>
                  </a:lnTo>
                  <a:lnTo>
                    <a:pt x="149" y="224"/>
                  </a:lnTo>
                  <a:lnTo>
                    <a:pt x="142" y="214"/>
                  </a:lnTo>
                  <a:lnTo>
                    <a:pt x="137" y="205"/>
                  </a:lnTo>
                  <a:lnTo>
                    <a:pt x="132" y="195"/>
                  </a:lnTo>
                  <a:lnTo>
                    <a:pt x="128" y="184"/>
                  </a:lnTo>
                  <a:lnTo>
                    <a:pt x="124" y="172"/>
                  </a:lnTo>
                  <a:lnTo>
                    <a:pt x="122" y="161"/>
                  </a:lnTo>
                  <a:lnTo>
                    <a:pt x="122" y="149"/>
                  </a:lnTo>
                  <a:lnTo>
                    <a:pt x="122" y="149"/>
                  </a:lnTo>
                  <a:lnTo>
                    <a:pt x="122" y="138"/>
                  </a:lnTo>
                  <a:lnTo>
                    <a:pt x="124" y="125"/>
                  </a:lnTo>
                  <a:lnTo>
                    <a:pt x="128" y="114"/>
                  </a:lnTo>
                  <a:lnTo>
                    <a:pt x="132" y="104"/>
                  </a:lnTo>
                  <a:lnTo>
                    <a:pt x="137" y="93"/>
                  </a:lnTo>
                  <a:lnTo>
                    <a:pt x="142" y="84"/>
                  </a:lnTo>
                  <a:lnTo>
                    <a:pt x="149" y="75"/>
                  </a:lnTo>
                  <a:lnTo>
                    <a:pt x="156" y="67"/>
                  </a:lnTo>
                  <a:lnTo>
                    <a:pt x="164" y="59"/>
                  </a:lnTo>
                  <a:lnTo>
                    <a:pt x="174" y="52"/>
                  </a:lnTo>
                  <a:lnTo>
                    <a:pt x="184" y="46"/>
                  </a:lnTo>
                  <a:lnTo>
                    <a:pt x="194" y="41"/>
                  </a:lnTo>
                  <a:lnTo>
                    <a:pt x="204" y="37"/>
                  </a:lnTo>
                  <a:lnTo>
                    <a:pt x="216" y="35"/>
                  </a:lnTo>
                  <a:lnTo>
                    <a:pt x="227" y="33"/>
                  </a:lnTo>
                  <a:lnTo>
                    <a:pt x="239" y="32"/>
                  </a:lnTo>
                  <a:lnTo>
                    <a:pt x="239" y="32"/>
                  </a:lnTo>
                  <a:close/>
                  <a:moveTo>
                    <a:pt x="36" y="155"/>
                  </a:moveTo>
                  <a:lnTo>
                    <a:pt x="36" y="155"/>
                  </a:lnTo>
                  <a:lnTo>
                    <a:pt x="40" y="152"/>
                  </a:lnTo>
                  <a:lnTo>
                    <a:pt x="45" y="150"/>
                  </a:lnTo>
                  <a:lnTo>
                    <a:pt x="49" y="149"/>
                  </a:lnTo>
                  <a:lnTo>
                    <a:pt x="54" y="148"/>
                  </a:lnTo>
                  <a:lnTo>
                    <a:pt x="91" y="148"/>
                  </a:lnTo>
                  <a:lnTo>
                    <a:pt x="91" y="148"/>
                  </a:lnTo>
                  <a:lnTo>
                    <a:pt x="91" y="149"/>
                  </a:lnTo>
                  <a:lnTo>
                    <a:pt x="91" y="149"/>
                  </a:lnTo>
                  <a:lnTo>
                    <a:pt x="92" y="164"/>
                  </a:lnTo>
                  <a:lnTo>
                    <a:pt x="94" y="180"/>
                  </a:lnTo>
                  <a:lnTo>
                    <a:pt x="97" y="193"/>
                  </a:lnTo>
                  <a:lnTo>
                    <a:pt x="102" y="207"/>
                  </a:lnTo>
                  <a:lnTo>
                    <a:pt x="108" y="221"/>
                  </a:lnTo>
                  <a:lnTo>
                    <a:pt x="116" y="232"/>
                  </a:lnTo>
                  <a:lnTo>
                    <a:pt x="124" y="244"/>
                  </a:lnTo>
                  <a:lnTo>
                    <a:pt x="134" y="254"/>
                  </a:lnTo>
                  <a:lnTo>
                    <a:pt x="145" y="264"/>
                  </a:lnTo>
                  <a:lnTo>
                    <a:pt x="156" y="273"/>
                  </a:lnTo>
                  <a:lnTo>
                    <a:pt x="169" y="280"/>
                  </a:lnTo>
                  <a:lnTo>
                    <a:pt x="182" y="286"/>
                  </a:lnTo>
                  <a:lnTo>
                    <a:pt x="195" y="291"/>
                  </a:lnTo>
                  <a:lnTo>
                    <a:pt x="210" y="295"/>
                  </a:lnTo>
                  <a:lnTo>
                    <a:pt x="224" y="298"/>
                  </a:lnTo>
                  <a:lnTo>
                    <a:pt x="239" y="299"/>
                  </a:lnTo>
                  <a:lnTo>
                    <a:pt x="239" y="299"/>
                  </a:lnTo>
                  <a:lnTo>
                    <a:pt x="255" y="298"/>
                  </a:lnTo>
                  <a:lnTo>
                    <a:pt x="269" y="295"/>
                  </a:lnTo>
                  <a:lnTo>
                    <a:pt x="283" y="291"/>
                  </a:lnTo>
                  <a:lnTo>
                    <a:pt x="297" y="286"/>
                  </a:lnTo>
                  <a:lnTo>
                    <a:pt x="310" y="280"/>
                  </a:lnTo>
                  <a:lnTo>
                    <a:pt x="322" y="273"/>
                  </a:lnTo>
                  <a:lnTo>
                    <a:pt x="334" y="264"/>
                  </a:lnTo>
                  <a:lnTo>
                    <a:pt x="345" y="254"/>
                  </a:lnTo>
                  <a:lnTo>
                    <a:pt x="354" y="244"/>
                  </a:lnTo>
                  <a:lnTo>
                    <a:pt x="362" y="232"/>
                  </a:lnTo>
                  <a:lnTo>
                    <a:pt x="371" y="221"/>
                  </a:lnTo>
                  <a:lnTo>
                    <a:pt x="377" y="207"/>
                  </a:lnTo>
                  <a:lnTo>
                    <a:pt x="382" y="193"/>
                  </a:lnTo>
                  <a:lnTo>
                    <a:pt x="385" y="180"/>
                  </a:lnTo>
                  <a:lnTo>
                    <a:pt x="387" y="164"/>
                  </a:lnTo>
                  <a:lnTo>
                    <a:pt x="388" y="149"/>
                  </a:lnTo>
                  <a:lnTo>
                    <a:pt x="388" y="149"/>
                  </a:lnTo>
                  <a:lnTo>
                    <a:pt x="388" y="148"/>
                  </a:lnTo>
                  <a:lnTo>
                    <a:pt x="429" y="148"/>
                  </a:lnTo>
                  <a:lnTo>
                    <a:pt x="429" y="148"/>
                  </a:lnTo>
                  <a:lnTo>
                    <a:pt x="434" y="149"/>
                  </a:lnTo>
                  <a:lnTo>
                    <a:pt x="438" y="150"/>
                  </a:lnTo>
                  <a:lnTo>
                    <a:pt x="442" y="152"/>
                  </a:lnTo>
                  <a:lnTo>
                    <a:pt x="446" y="155"/>
                  </a:lnTo>
                  <a:lnTo>
                    <a:pt x="446" y="155"/>
                  </a:lnTo>
                  <a:lnTo>
                    <a:pt x="448" y="159"/>
                  </a:lnTo>
                  <a:lnTo>
                    <a:pt x="450" y="164"/>
                  </a:lnTo>
                  <a:lnTo>
                    <a:pt x="451" y="168"/>
                  </a:lnTo>
                  <a:lnTo>
                    <a:pt x="450" y="174"/>
                  </a:lnTo>
                  <a:lnTo>
                    <a:pt x="404" y="454"/>
                  </a:lnTo>
                  <a:lnTo>
                    <a:pt x="404" y="454"/>
                  </a:lnTo>
                  <a:lnTo>
                    <a:pt x="402" y="461"/>
                  </a:lnTo>
                  <a:lnTo>
                    <a:pt x="400" y="467"/>
                  </a:lnTo>
                  <a:lnTo>
                    <a:pt x="396" y="472"/>
                  </a:lnTo>
                  <a:lnTo>
                    <a:pt x="391" y="477"/>
                  </a:lnTo>
                  <a:lnTo>
                    <a:pt x="386" y="480"/>
                  </a:lnTo>
                  <a:lnTo>
                    <a:pt x="381" y="483"/>
                  </a:lnTo>
                  <a:lnTo>
                    <a:pt x="374" y="485"/>
                  </a:lnTo>
                  <a:lnTo>
                    <a:pt x="367" y="486"/>
                  </a:lnTo>
                  <a:lnTo>
                    <a:pt x="115" y="486"/>
                  </a:lnTo>
                  <a:lnTo>
                    <a:pt x="115" y="486"/>
                  </a:lnTo>
                  <a:lnTo>
                    <a:pt x="109" y="485"/>
                  </a:lnTo>
                  <a:lnTo>
                    <a:pt x="102" y="483"/>
                  </a:lnTo>
                  <a:lnTo>
                    <a:pt x="97" y="480"/>
                  </a:lnTo>
                  <a:lnTo>
                    <a:pt x="92" y="477"/>
                  </a:lnTo>
                  <a:lnTo>
                    <a:pt x="87" y="472"/>
                  </a:lnTo>
                  <a:lnTo>
                    <a:pt x="82" y="467"/>
                  </a:lnTo>
                  <a:lnTo>
                    <a:pt x="80" y="461"/>
                  </a:lnTo>
                  <a:lnTo>
                    <a:pt x="78" y="454"/>
                  </a:lnTo>
                  <a:lnTo>
                    <a:pt x="32" y="174"/>
                  </a:lnTo>
                  <a:lnTo>
                    <a:pt x="32" y="174"/>
                  </a:lnTo>
                  <a:lnTo>
                    <a:pt x="31" y="168"/>
                  </a:lnTo>
                  <a:lnTo>
                    <a:pt x="32" y="164"/>
                  </a:lnTo>
                  <a:lnTo>
                    <a:pt x="34" y="159"/>
                  </a:lnTo>
                  <a:lnTo>
                    <a:pt x="36" y="155"/>
                  </a:lnTo>
                  <a:lnTo>
                    <a:pt x="36" y="155"/>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8" name="Freeform 19">
              <a:extLst>
                <a:ext uri="{FF2B5EF4-FFF2-40B4-BE49-F238E27FC236}">
                  <a16:creationId xmlns:a16="http://schemas.microsoft.com/office/drawing/2014/main" id="{2DD35289-D4CF-4C63-B1D8-4E743B6B283B}"/>
                </a:ext>
              </a:extLst>
            </p:cNvPr>
            <p:cNvSpPr>
              <a:spLocks/>
            </p:cNvSpPr>
            <p:nvPr/>
          </p:nvSpPr>
          <p:spPr bwMode="auto">
            <a:xfrm>
              <a:off x="1820617" y="4015002"/>
              <a:ext cx="238519" cy="244196"/>
            </a:xfrm>
            <a:custGeom>
              <a:avLst/>
              <a:gdLst>
                <a:gd name="T0" fmla="*/ 24 w 92"/>
                <a:gd name="T1" fmla="*/ 98 h 98"/>
                <a:gd name="T2" fmla="*/ 24 w 92"/>
                <a:gd name="T3" fmla="*/ 98 h 98"/>
                <a:gd name="T4" fmla="*/ 29 w 92"/>
                <a:gd name="T5" fmla="*/ 98 h 98"/>
                <a:gd name="T6" fmla="*/ 34 w 92"/>
                <a:gd name="T7" fmla="*/ 96 h 98"/>
                <a:gd name="T8" fmla="*/ 38 w 92"/>
                <a:gd name="T9" fmla="*/ 94 h 98"/>
                <a:gd name="T10" fmla="*/ 42 w 92"/>
                <a:gd name="T11" fmla="*/ 91 h 98"/>
                <a:gd name="T12" fmla="*/ 45 w 92"/>
                <a:gd name="T13" fmla="*/ 88 h 98"/>
                <a:gd name="T14" fmla="*/ 47 w 92"/>
                <a:gd name="T15" fmla="*/ 84 h 98"/>
                <a:gd name="T16" fmla="*/ 48 w 92"/>
                <a:gd name="T17" fmla="*/ 79 h 98"/>
                <a:gd name="T18" fmla="*/ 49 w 92"/>
                <a:gd name="T19" fmla="*/ 74 h 98"/>
                <a:gd name="T20" fmla="*/ 49 w 92"/>
                <a:gd name="T21" fmla="*/ 74 h 98"/>
                <a:gd name="T22" fmla="*/ 49 w 92"/>
                <a:gd name="T23" fmla="*/ 71 h 98"/>
                <a:gd name="T24" fmla="*/ 92 w 92"/>
                <a:gd name="T25" fmla="*/ 21 h 98"/>
                <a:gd name="T26" fmla="*/ 68 w 92"/>
                <a:gd name="T27" fmla="*/ 0 h 98"/>
                <a:gd name="T28" fmla="*/ 24 w 92"/>
                <a:gd name="T29" fmla="*/ 50 h 98"/>
                <a:gd name="T30" fmla="*/ 24 w 92"/>
                <a:gd name="T31" fmla="*/ 50 h 98"/>
                <a:gd name="T32" fmla="*/ 24 w 92"/>
                <a:gd name="T33" fmla="*/ 50 h 98"/>
                <a:gd name="T34" fmla="*/ 24 w 92"/>
                <a:gd name="T35" fmla="*/ 50 h 98"/>
                <a:gd name="T36" fmla="*/ 19 w 92"/>
                <a:gd name="T37" fmla="*/ 50 h 98"/>
                <a:gd name="T38" fmla="*/ 15 w 92"/>
                <a:gd name="T39" fmla="*/ 51 h 98"/>
                <a:gd name="T40" fmla="*/ 11 w 92"/>
                <a:gd name="T41" fmla="*/ 54 h 98"/>
                <a:gd name="T42" fmla="*/ 7 w 92"/>
                <a:gd name="T43" fmla="*/ 56 h 98"/>
                <a:gd name="T44" fmla="*/ 4 w 92"/>
                <a:gd name="T45" fmla="*/ 61 h 98"/>
                <a:gd name="T46" fmla="*/ 2 w 92"/>
                <a:gd name="T47" fmla="*/ 65 h 98"/>
                <a:gd name="T48" fmla="*/ 1 w 92"/>
                <a:gd name="T49" fmla="*/ 70 h 98"/>
                <a:gd name="T50" fmla="*/ 0 w 92"/>
                <a:gd name="T51" fmla="*/ 74 h 98"/>
                <a:gd name="T52" fmla="*/ 0 w 92"/>
                <a:gd name="T53" fmla="*/ 74 h 98"/>
                <a:gd name="T54" fmla="*/ 1 w 92"/>
                <a:gd name="T55" fmla="*/ 79 h 98"/>
                <a:gd name="T56" fmla="*/ 2 w 92"/>
                <a:gd name="T57" fmla="*/ 84 h 98"/>
                <a:gd name="T58" fmla="*/ 4 w 92"/>
                <a:gd name="T59" fmla="*/ 88 h 98"/>
                <a:gd name="T60" fmla="*/ 7 w 92"/>
                <a:gd name="T61" fmla="*/ 91 h 98"/>
                <a:gd name="T62" fmla="*/ 11 w 92"/>
                <a:gd name="T63" fmla="*/ 94 h 98"/>
                <a:gd name="T64" fmla="*/ 15 w 92"/>
                <a:gd name="T65" fmla="*/ 96 h 98"/>
                <a:gd name="T66" fmla="*/ 19 w 92"/>
                <a:gd name="T67" fmla="*/ 98 h 98"/>
                <a:gd name="T68" fmla="*/ 24 w 92"/>
                <a:gd name="T69" fmla="*/ 98 h 98"/>
                <a:gd name="T70" fmla="*/ 24 w 92"/>
                <a:gd name="T7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2" h="98">
                  <a:moveTo>
                    <a:pt x="24" y="98"/>
                  </a:moveTo>
                  <a:lnTo>
                    <a:pt x="24" y="98"/>
                  </a:lnTo>
                  <a:lnTo>
                    <a:pt x="29" y="98"/>
                  </a:lnTo>
                  <a:lnTo>
                    <a:pt x="34" y="96"/>
                  </a:lnTo>
                  <a:lnTo>
                    <a:pt x="38" y="94"/>
                  </a:lnTo>
                  <a:lnTo>
                    <a:pt x="42" y="91"/>
                  </a:lnTo>
                  <a:lnTo>
                    <a:pt x="45" y="88"/>
                  </a:lnTo>
                  <a:lnTo>
                    <a:pt x="47" y="84"/>
                  </a:lnTo>
                  <a:lnTo>
                    <a:pt x="48" y="79"/>
                  </a:lnTo>
                  <a:lnTo>
                    <a:pt x="49" y="74"/>
                  </a:lnTo>
                  <a:lnTo>
                    <a:pt x="49" y="74"/>
                  </a:lnTo>
                  <a:lnTo>
                    <a:pt x="49" y="71"/>
                  </a:lnTo>
                  <a:lnTo>
                    <a:pt x="92" y="21"/>
                  </a:lnTo>
                  <a:lnTo>
                    <a:pt x="68" y="0"/>
                  </a:lnTo>
                  <a:lnTo>
                    <a:pt x="24" y="50"/>
                  </a:lnTo>
                  <a:lnTo>
                    <a:pt x="24" y="50"/>
                  </a:lnTo>
                  <a:lnTo>
                    <a:pt x="24" y="50"/>
                  </a:lnTo>
                  <a:lnTo>
                    <a:pt x="24" y="50"/>
                  </a:lnTo>
                  <a:lnTo>
                    <a:pt x="19" y="50"/>
                  </a:lnTo>
                  <a:lnTo>
                    <a:pt x="15" y="51"/>
                  </a:lnTo>
                  <a:lnTo>
                    <a:pt x="11" y="54"/>
                  </a:lnTo>
                  <a:lnTo>
                    <a:pt x="7" y="56"/>
                  </a:lnTo>
                  <a:lnTo>
                    <a:pt x="4" y="61"/>
                  </a:lnTo>
                  <a:lnTo>
                    <a:pt x="2" y="65"/>
                  </a:lnTo>
                  <a:lnTo>
                    <a:pt x="1" y="70"/>
                  </a:lnTo>
                  <a:lnTo>
                    <a:pt x="0" y="74"/>
                  </a:lnTo>
                  <a:lnTo>
                    <a:pt x="0" y="74"/>
                  </a:lnTo>
                  <a:lnTo>
                    <a:pt x="1" y="79"/>
                  </a:lnTo>
                  <a:lnTo>
                    <a:pt x="2" y="84"/>
                  </a:lnTo>
                  <a:lnTo>
                    <a:pt x="4" y="88"/>
                  </a:lnTo>
                  <a:lnTo>
                    <a:pt x="7" y="91"/>
                  </a:lnTo>
                  <a:lnTo>
                    <a:pt x="11" y="94"/>
                  </a:lnTo>
                  <a:lnTo>
                    <a:pt x="15" y="96"/>
                  </a:lnTo>
                  <a:lnTo>
                    <a:pt x="19" y="98"/>
                  </a:lnTo>
                  <a:lnTo>
                    <a:pt x="24" y="98"/>
                  </a:lnTo>
                  <a:lnTo>
                    <a:pt x="24" y="98"/>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sp>
        <p:nvSpPr>
          <p:cNvPr id="13" name="TextBox 12">
            <a:extLst>
              <a:ext uri="{FF2B5EF4-FFF2-40B4-BE49-F238E27FC236}">
                <a16:creationId xmlns:a16="http://schemas.microsoft.com/office/drawing/2014/main" id="{CC0E3BBA-12C5-4F02-B8A8-FDBAD2415775}"/>
              </a:ext>
            </a:extLst>
          </p:cNvPr>
          <p:cNvSpPr txBox="1"/>
          <p:nvPr/>
        </p:nvSpPr>
        <p:spPr>
          <a:xfrm>
            <a:off x="1250015" y="5591370"/>
            <a:ext cx="1861924" cy="461665"/>
          </a:xfrm>
          <a:prstGeom prst="rect">
            <a:avLst/>
          </a:prstGeom>
          <a:noFill/>
          <a:ln>
            <a:noFill/>
          </a:ln>
        </p:spPr>
        <p:txBody>
          <a:bodyPr wrap="square" rtlCol="0">
            <a:spAutoFit/>
          </a:bodyPr>
          <a:lstStyle/>
          <a:p>
            <a:pPr algn="ctr"/>
            <a:r>
              <a:rPr lang="en-US" sz="2400" b="1"/>
              <a:t>SSE #161</a:t>
            </a:r>
          </a:p>
        </p:txBody>
      </p:sp>
      <p:grpSp>
        <p:nvGrpSpPr>
          <p:cNvPr id="11" name="Group 10">
            <a:extLst>
              <a:ext uri="{FF2B5EF4-FFF2-40B4-BE49-F238E27FC236}">
                <a16:creationId xmlns:a16="http://schemas.microsoft.com/office/drawing/2014/main" id="{58C7E792-D22C-4D33-B916-DEE56D696EB7}"/>
              </a:ext>
            </a:extLst>
          </p:cNvPr>
          <p:cNvGrpSpPr/>
          <p:nvPr/>
        </p:nvGrpSpPr>
        <p:grpSpPr>
          <a:xfrm>
            <a:off x="1431695" y="5268090"/>
            <a:ext cx="3310451" cy="1098311"/>
            <a:chOff x="1431695" y="5268090"/>
            <a:chExt cx="3310451" cy="1098311"/>
          </a:xfrm>
        </p:grpSpPr>
        <p:sp>
          <p:nvSpPr>
            <p:cNvPr id="10" name="Rectangle 9">
              <a:extLst>
                <a:ext uri="{FF2B5EF4-FFF2-40B4-BE49-F238E27FC236}">
                  <a16:creationId xmlns:a16="http://schemas.microsoft.com/office/drawing/2014/main" id="{07E2AD12-3834-4353-A80F-6130142C8D18}"/>
                </a:ext>
              </a:extLst>
            </p:cNvPr>
            <p:cNvSpPr/>
            <p:nvPr/>
          </p:nvSpPr>
          <p:spPr>
            <a:xfrm>
              <a:off x="1431695" y="547368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650C00C-9B82-4B7A-A520-24F9EBC46A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cxnSp>
        <p:nvCxnSpPr>
          <p:cNvPr id="19" name="Straight Connector 18">
            <a:extLst>
              <a:ext uri="{FF2B5EF4-FFF2-40B4-BE49-F238E27FC236}">
                <a16:creationId xmlns:a16="http://schemas.microsoft.com/office/drawing/2014/main" id="{0F8E6CE7-08A8-1F47-89A2-6BDC214A8DC9}"/>
              </a:ext>
            </a:extLst>
          </p:cNvPr>
          <p:cNvCxnSpPr>
            <a:cxnSpLocks/>
          </p:cNvCxnSpPr>
          <p:nvPr/>
        </p:nvCxnSpPr>
        <p:spPr>
          <a:xfrm>
            <a:off x="861848" y="1135118"/>
            <a:ext cx="99743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831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49913" y="2086750"/>
            <a:ext cx="4053606" cy="3968221"/>
          </a:xfrm>
        </p:spPr>
        <p:txBody>
          <a:bodyPr/>
          <a:lstStyle/>
          <a:p>
            <a:r>
              <a:rPr lang="en-US"/>
              <a:t>Baseline body mass: 104.55 kg</a:t>
            </a:r>
          </a:p>
          <a:p>
            <a:endParaRPr lang="en-US" sz="1800"/>
          </a:p>
          <a:p>
            <a:r>
              <a:rPr lang="en-US"/>
              <a:t>Post-exercise body mass: 101.00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7" name="Picture 6">
            <a:extLst>
              <a:ext uri="{FF2B5EF4-FFF2-40B4-BE49-F238E27FC236}">
                <a16:creationId xmlns:a16="http://schemas.microsoft.com/office/drawing/2014/main" id="{7D4374A5-AAC7-49FF-AA94-043EFE8D2AD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493336" y="0"/>
            <a:ext cx="6698664" cy="6513342"/>
          </a:xfrm>
          <a:prstGeom prst="rect">
            <a:avLst/>
          </a:prstGeom>
          <a:effectLst>
            <a:outerShdw blurRad="63500" dist="38100" dir="2760000" algn="tl" rotWithShape="0">
              <a:prstClr val="black">
                <a:alpha val="16000"/>
              </a:prstClr>
            </a:outerShdw>
          </a:effectLst>
        </p:spPr>
      </p:pic>
      <p:grpSp>
        <p:nvGrpSpPr>
          <p:cNvPr id="10" name="Group 9">
            <a:extLst>
              <a:ext uri="{FF2B5EF4-FFF2-40B4-BE49-F238E27FC236}">
                <a16:creationId xmlns:a16="http://schemas.microsoft.com/office/drawing/2014/main" id="{A7573EFF-FA73-419C-98D3-B48F5A563B20}"/>
              </a:ext>
            </a:extLst>
          </p:cNvPr>
          <p:cNvGrpSpPr/>
          <p:nvPr/>
        </p:nvGrpSpPr>
        <p:grpSpPr>
          <a:xfrm>
            <a:off x="940909" y="2135968"/>
            <a:ext cx="317710" cy="362159"/>
            <a:chOff x="5840413" y="1498600"/>
            <a:chExt cx="688975" cy="688975"/>
          </a:xfrm>
          <a:solidFill>
            <a:schemeClr val="tx1"/>
          </a:solidFill>
        </p:grpSpPr>
        <p:sp>
          <p:nvSpPr>
            <p:cNvPr id="11" name="Freeform 5">
              <a:extLst>
                <a:ext uri="{FF2B5EF4-FFF2-40B4-BE49-F238E27FC236}">
                  <a16:creationId xmlns:a16="http://schemas.microsoft.com/office/drawing/2014/main" id="{E25E725A-66AE-4F51-91DE-8C48B7C19DE5}"/>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2" name="Freeform 6">
              <a:extLst>
                <a:ext uri="{FF2B5EF4-FFF2-40B4-BE49-F238E27FC236}">
                  <a16:creationId xmlns:a16="http://schemas.microsoft.com/office/drawing/2014/main" id="{C07A9567-F722-4E16-A018-50FC5A81F27C}"/>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3" name="Freeform 7">
              <a:extLst>
                <a:ext uri="{FF2B5EF4-FFF2-40B4-BE49-F238E27FC236}">
                  <a16:creationId xmlns:a16="http://schemas.microsoft.com/office/drawing/2014/main" id="{BBA0D3D4-BBDE-4C2C-890E-96CC111601DB}"/>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14" name="Group 13">
            <a:extLst>
              <a:ext uri="{FF2B5EF4-FFF2-40B4-BE49-F238E27FC236}">
                <a16:creationId xmlns:a16="http://schemas.microsoft.com/office/drawing/2014/main" id="{7EFD16B8-DC1F-487A-8509-E86128512A86}"/>
              </a:ext>
            </a:extLst>
          </p:cNvPr>
          <p:cNvGrpSpPr/>
          <p:nvPr/>
        </p:nvGrpSpPr>
        <p:grpSpPr>
          <a:xfrm>
            <a:off x="921876" y="3032056"/>
            <a:ext cx="317710" cy="362159"/>
            <a:chOff x="5840413" y="1498600"/>
            <a:chExt cx="688975" cy="688975"/>
          </a:xfrm>
          <a:solidFill>
            <a:schemeClr val="tx1"/>
          </a:solidFill>
        </p:grpSpPr>
        <p:sp>
          <p:nvSpPr>
            <p:cNvPr id="15" name="Freeform 5">
              <a:extLst>
                <a:ext uri="{FF2B5EF4-FFF2-40B4-BE49-F238E27FC236}">
                  <a16:creationId xmlns:a16="http://schemas.microsoft.com/office/drawing/2014/main" id="{CFC17AA0-DAEF-41A9-8ECA-0EA48B137F5F}"/>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6" name="Freeform 6">
              <a:extLst>
                <a:ext uri="{FF2B5EF4-FFF2-40B4-BE49-F238E27FC236}">
                  <a16:creationId xmlns:a16="http://schemas.microsoft.com/office/drawing/2014/main" id="{12F21F55-A922-4C40-B12E-3E40A8F0F201}"/>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7" name="Freeform 7">
              <a:extLst>
                <a:ext uri="{FF2B5EF4-FFF2-40B4-BE49-F238E27FC236}">
                  <a16:creationId xmlns:a16="http://schemas.microsoft.com/office/drawing/2014/main" id="{38D37A10-7631-4295-9D57-08AFD59B044A}"/>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cxnSp>
        <p:nvCxnSpPr>
          <p:cNvPr id="18" name="Straight Connector 17">
            <a:extLst>
              <a:ext uri="{FF2B5EF4-FFF2-40B4-BE49-F238E27FC236}">
                <a16:creationId xmlns:a16="http://schemas.microsoft.com/office/drawing/2014/main" id="{C9043186-E7AB-F74C-B94B-F7A8EAC64675}"/>
              </a:ext>
            </a:extLst>
          </p:cNvPr>
          <p:cNvCxnSpPr>
            <a:cxnSpLocks/>
          </p:cNvCxnSpPr>
          <p:nvPr/>
        </p:nvCxnSpPr>
        <p:spPr>
          <a:xfrm>
            <a:off x="861848" y="1124607"/>
            <a:ext cx="266962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5491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a:xfrm>
            <a:off x="843641" y="1791920"/>
            <a:ext cx="10283903" cy="508219"/>
          </a:xfrm>
        </p:spPr>
        <p:txBody>
          <a:bodyPr>
            <a:noAutofit/>
          </a:bodyPr>
          <a:lstStyle/>
          <a:p>
            <a:r>
              <a:rPr lang="en-US"/>
              <a:t>Calculate the athlete’s % change in hydration status after practice</a:t>
            </a:r>
          </a:p>
          <a:p>
            <a:endParaRPr lang="en-US"/>
          </a:p>
        </p:txBody>
      </p:sp>
      <p:sp>
        <p:nvSpPr>
          <p:cNvPr id="6" name="TextBox 5">
            <a:extLst>
              <a:ext uri="{FF2B5EF4-FFF2-40B4-BE49-F238E27FC236}">
                <a16:creationId xmlns:a16="http://schemas.microsoft.com/office/drawing/2014/main" id="{F89CA46B-38CB-493B-A5D1-AC7A49CA2502}"/>
              </a:ext>
            </a:extLst>
          </p:cNvPr>
          <p:cNvSpPr txBox="1"/>
          <p:nvPr/>
        </p:nvSpPr>
        <p:spPr>
          <a:xfrm>
            <a:off x="843642" y="3415174"/>
            <a:ext cx="10491952" cy="1938992"/>
          </a:xfrm>
          <a:prstGeom prst="rect">
            <a:avLst/>
          </a:prstGeom>
          <a:noFill/>
        </p:spPr>
        <p:txBody>
          <a:bodyPr wrap="square" rtlCol="0">
            <a:spAutoFit/>
          </a:bodyPr>
          <a:lstStyle/>
          <a:p>
            <a:r>
              <a:rPr lang="en-US" sz="2400" b="1" dirty="0">
                <a:solidFill>
                  <a:prstClr val="black"/>
                </a:solidFill>
              </a:rPr>
              <a:t>Hydration status = </a:t>
            </a:r>
            <a:r>
              <a:rPr lang="en-US" sz="2400" dirty="0">
                <a:solidFill>
                  <a:prstClr val="black"/>
                </a:solidFill>
              </a:rPr>
              <a:t>[(∆ body mass) / baseline body mass]*100</a:t>
            </a:r>
          </a:p>
          <a:p>
            <a:endParaRPr lang="en-US" sz="2400" dirty="0">
              <a:solidFill>
                <a:prstClr val="black"/>
              </a:solidFill>
            </a:endParaRPr>
          </a:p>
          <a:p>
            <a:r>
              <a:rPr lang="en-US" sz="2400" dirty="0">
                <a:solidFill>
                  <a:prstClr val="black"/>
                </a:solidFill>
              </a:rPr>
              <a:t>			(-3.55 kg / 104.55 kg ) *100</a:t>
            </a:r>
          </a:p>
          <a:p>
            <a:endParaRPr lang="en-US" sz="2400" dirty="0">
              <a:solidFill>
                <a:prstClr val="black"/>
              </a:solidFill>
            </a:endParaRPr>
          </a:p>
          <a:p>
            <a:r>
              <a:rPr lang="en-US" sz="2400" dirty="0">
                <a:solidFill>
                  <a:prstClr val="black"/>
                </a:solidFill>
              </a:rPr>
              <a:t>			-</a:t>
            </a:r>
            <a:r>
              <a:rPr lang="en-US" sz="2400" b="1" dirty="0">
                <a:solidFill>
                  <a:prstClr val="black"/>
                </a:solidFill>
              </a:rPr>
              <a:t>3.4%	change in body mass</a:t>
            </a:r>
          </a:p>
        </p:txBody>
      </p:sp>
      <p:sp>
        <p:nvSpPr>
          <p:cNvPr id="8" name="TextBox 7">
            <a:extLst>
              <a:ext uri="{FF2B5EF4-FFF2-40B4-BE49-F238E27FC236}">
                <a16:creationId xmlns:a16="http://schemas.microsoft.com/office/drawing/2014/main" id="{A04AF29E-DCC2-4F08-A490-F1B11FAEC92D}"/>
              </a:ext>
            </a:extLst>
          </p:cNvPr>
          <p:cNvSpPr txBox="1"/>
          <p:nvPr/>
        </p:nvSpPr>
        <p:spPr>
          <a:xfrm>
            <a:off x="861847" y="2447775"/>
            <a:ext cx="11503655" cy="400110"/>
          </a:xfrm>
          <a:prstGeom prst="rect">
            <a:avLst/>
          </a:prstGeom>
          <a:noFill/>
        </p:spPr>
        <p:txBody>
          <a:bodyPr wrap="square" rtlCol="0">
            <a:spAutoFit/>
          </a:bodyPr>
          <a:lstStyle/>
          <a:p>
            <a:r>
              <a:rPr lang="en-US" sz="2000"/>
              <a:t>Body mass decreased from 104.55 kg to 101.00 kg, so </a:t>
            </a:r>
            <a:r>
              <a:rPr lang="en-US" sz="2000">
                <a:solidFill>
                  <a:prstClr val="black"/>
                </a:solidFill>
              </a:rPr>
              <a:t>∆ body mass = -3.55 kg</a:t>
            </a:r>
            <a:r>
              <a:rPr lang="en-US" sz="2000"/>
              <a:t> </a:t>
            </a:r>
          </a:p>
        </p:txBody>
      </p:sp>
      <p:pic>
        <p:nvPicPr>
          <p:cNvPr id="7" name="Picture 6">
            <a:extLst>
              <a:ext uri="{FF2B5EF4-FFF2-40B4-BE49-F238E27FC236}">
                <a16:creationId xmlns:a16="http://schemas.microsoft.com/office/drawing/2014/main" id="{F9867F20-ECFD-4476-BC77-AE1743A88A9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70671" y="4219264"/>
            <a:ext cx="1913205" cy="1944315"/>
          </a:xfrm>
          <a:prstGeom prst="rect">
            <a:avLst/>
          </a:prstGeom>
          <a:effectLst>
            <a:outerShdw blurRad="63500" dist="38100" dir="2760000" algn="tl" rotWithShape="0">
              <a:prstClr val="black">
                <a:alpha val="16000"/>
              </a:prstClr>
            </a:outerShdw>
          </a:effectLst>
        </p:spPr>
      </p:pic>
      <p:cxnSp>
        <p:nvCxnSpPr>
          <p:cNvPr id="9" name="Straight Connector 8">
            <a:extLst>
              <a:ext uri="{FF2B5EF4-FFF2-40B4-BE49-F238E27FC236}">
                <a16:creationId xmlns:a16="http://schemas.microsoft.com/office/drawing/2014/main" id="{2147EFB4-AB3F-1647-AD8A-2F1B17ACF01C}"/>
              </a:ext>
            </a:extLst>
          </p:cNvPr>
          <p:cNvCxnSpPr>
            <a:cxnSpLocks/>
          </p:cNvCxnSpPr>
          <p:nvPr/>
        </p:nvCxnSpPr>
        <p:spPr>
          <a:xfrm>
            <a:off x="861848" y="1124607"/>
            <a:ext cx="2638097"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9421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88569" y="2141430"/>
            <a:ext cx="4443626" cy="3968221"/>
          </a:xfrm>
        </p:spPr>
        <p:txBody>
          <a:bodyPr/>
          <a:lstStyle/>
          <a:p>
            <a:r>
              <a:rPr lang="en-US"/>
              <a:t>Baseline body mass: 56.35 kg</a:t>
            </a:r>
          </a:p>
          <a:p>
            <a:endParaRPr lang="en-US"/>
          </a:p>
          <a:p>
            <a:r>
              <a:rPr lang="en-US"/>
              <a:t>Post-match body mass: 55.45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9" name="Picture 8">
            <a:extLst>
              <a:ext uri="{FF2B5EF4-FFF2-40B4-BE49-F238E27FC236}">
                <a16:creationId xmlns:a16="http://schemas.microsoft.com/office/drawing/2014/main" id="{9CBE5498-EAF2-41B5-B922-1C6AA477B163}"/>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689991" y="0"/>
            <a:ext cx="6502010" cy="6499274"/>
          </a:xfrm>
          <a:prstGeom prst="rect">
            <a:avLst/>
          </a:prstGeom>
        </p:spPr>
      </p:pic>
      <p:pic>
        <p:nvPicPr>
          <p:cNvPr id="8" name="Graphic 7">
            <a:extLst>
              <a:ext uri="{FF2B5EF4-FFF2-40B4-BE49-F238E27FC236}">
                <a16:creationId xmlns:a16="http://schemas.microsoft.com/office/drawing/2014/main" id="{1085B4A2-1AFA-407D-9527-EB06FB1F7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609" y="2166485"/>
            <a:ext cx="389164" cy="403577"/>
          </a:xfrm>
          <a:prstGeom prst="rect">
            <a:avLst/>
          </a:prstGeom>
        </p:spPr>
      </p:pic>
      <p:pic>
        <p:nvPicPr>
          <p:cNvPr id="10" name="Graphic 9">
            <a:extLst>
              <a:ext uri="{FF2B5EF4-FFF2-40B4-BE49-F238E27FC236}">
                <a16:creationId xmlns:a16="http://schemas.microsoft.com/office/drawing/2014/main" id="{1C465E00-E10B-48D6-A9A4-A355A0F6BF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405" y="3062325"/>
            <a:ext cx="389164" cy="403577"/>
          </a:xfrm>
          <a:prstGeom prst="rect">
            <a:avLst/>
          </a:prstGeom>
        </p:spPr>
      </p:pic>
      <p:cxnSp>
        <p:nvCxnSpPr>
          <p:cNvPr id="11" name="Straight Connector 10">
            <a:extLst>
              <a:ext uri="{FF2B5EF4-FFF2-40B4-BE49-F238E27FC236}">
                <a16:creationId xmlns:a16="http://schemas.microsoft.com/office/drawing/2014/main" id="{8C606822-C8F6-4B4C-8859-9DF129169B61}"/>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5506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a:xfrm>
            <a:off x="843641" y="1763782"/>
            <a:ext cx="10283903" cy="508219"/>
          </a:xfrm>
        </p:spPr>
        <p:txBody>
          <a:bodyPr>
            <a:noAutofit/>
          </a:bodyPr>
          <a:lstStyle/>
          <a:p>
            <a:r>
              <a:rPr lang="en-US"/>
              <a:t>Calculate the athlete’s % change in hydration status after the match</a:t>
            </a:r>
          </a:p>
          <a:p>
            <a:endParaRPr lang="en-US"/>
          </a:p>
        </p:txBody>
      </p:sp>
      <p:sp>
        <p:nvSpPr>
          <p:cNvPr id="6" name="TextBox 5">
            <a:extLst>
              <a:ext uri="{FF2B5EF4-FFF2-40B4-BE49-F238E27FC236}">
                <a16:creationId xmlns:a16="http://schemas.microsoft.com/office/drawing/2014/main" id="{F89CA46B-38CB-493B-A5D1-AC7A49CA2502}"/>
              </a:ext>
            </a:extLst>
          </p:cNvPr>
          <p:cNvSpPr txBox="1"/>
          <p:nvPr/>
        </p:nvSpPr>
        <p:spPr>
          <a:xfrm>
            <a:off x="843642" y="3358900"/>
            <a:ext cx="10491952" cy="1938992"/>
          </a:xfrm>
          <a:prstGeom prst="rect">
            <a:avLst/>
          </a:prstGeom>
          <a:noFill/>
        </p:spPr>
        <p:txBody>
          <a:bodyPr wrap="square" rtlCol="0">
            <a:spAutoFit/>
          </a:bodyPr>
          <a:lstStyle/>
          <a:p>
            <a:r>
              <a:rPr lang="en-US" sz="2400" b="1" dirty="0">
                <a:solidFill>
                  <a:prstClr val="black"/>
                </a:solidFill>
              </a:rPr>
              <a:t>Hydration status = </a:t>
            </a:r>
            <a:r>
              <a:rPr lang="en-US" sz="2400" dirty="0">
                <a:solidFill>
                  <a:prstClr val="black"/>
                </a:solidFill>
              </a:rPr>
              <a:t>[(∆ body mass) / baseline body mass]*100</a:t>
            </a:r>
          </a:p>
          <a:p>
            <a:endParaRPr lang="en-US" sz="2400" dirty="0">
              <a:solidFill>
                <a:prstClr val="black"/>
              </a:solidFill>
            </a:endParaRPr>
          </a:p>
          <a:p>
            <a:r>
              <a:rPr lang="en-US" sz="2400" dirty="0">
                <a:solidFill>
                  <a:prstClr val="black"/>
                </a:solidFill>
              </a:rPr>
              <a:t>			(-0.90 kg / 56.35 kg ) *100</a:t>
            </a:r>
          </a:p>
          <a:p>
            <a:endParaRPr lang="en-US" sz="2400" dirty="0">
              <a:solidFill>
                <a:prstClr val="black"/>
              </a:solidFill>
            </a:endParaRPr>
          </a:p>
          <a:p>
            <a:r>
              <a:rPr lang="en-US" sz="2400" dirty="0">
                <a:solidFill>
                  <a:prstClr val="black"/>
                </a:solidFill>
              </a:rPr>
              <a:t>			-</a:t>
            </a:r>
            <a:r>
              <a:rPr lang="en-US" sz="2400" b="1" dirty="0">
                <a:solidFill>
                  <a:prstClr val="black"/>
                </a:solidFill>
              </a:rPr>
              <a:t>1.6%	change in body mass</a:t>
            </a:r>
          </a:p>
        </p:txBody>
      </p:sp>
      <p:sp>
        <p:nvSpPr>
          <p:cNvPr id="8" name="TextBox 7">
            <a:extLst>
              <a:ext uri="{FF2B5EF4-FFF2-40B4-BE49-F238E27FC236}">
                <a16:creationId xmlns:a16="http://schemas.microsoft.com/office/drawing/2014/main" id="{A04AF29E-DCC2-4F08-A490-F1B11FAEC92D}"/>
              </a:ext>
            </a:extLst>
          </p:cNvPr>
          <p:cNvSpPr txBox="1"/>
          <p:nvPr/>
        </p:nvSpPr>
        <p:spPr>
          <a:xfrm>
            <a:off x="861847" y="2419637"/>
            <a:ext cx="11503655" cy="400110"/>
          </a:xfrm>
          <a:prstGeom prst="rect">
            <a:avLst/>
          </a:prstGeom>
          <a:noFill/>
        </p:spPr>
        <p:txBody>
          <a:bodyPr wrap="square" rtlCol="0">
            <a:spAutoFit/>
          </a:bodyPr>
          <a:lstStyle/>
          <a:p>
            <a:r>
              <a:rPr lang="en-US" sz="2000"/>
              <a:t>Body mass decreased from 56.35 kg to 55.45 kg, so </a:t>
            </a:r>
            <a:r>
              <a:rPr lang="en-US" sz="2000">
                <a:solidFill>
                  <a:prstClr val="black"/>
                </a:solidFill>
              </a:rPr>
              <a:t>∆ body mass = -0.90 kg</a:t>
            </a:r>
            <a:r>
              <a:rPr lang="en-US" sz="2000"/>
              <a:t> </a:t>
            </a:r>
          </a:p>
        </p:txBody>
      </p:sp>
      <p:pic>
        <p:nvPicPr>
          <p:cNvPr id="7" name="Picture 6">
            <a:extLst>
              <a:ext uri="{FF2B5EF4-FFF2-40B4-BE49-F238E27FC236}">
                <a16:creationId xmlns:a16="http://schemas.microsoft.com/office/drawing/2014/main" id="{37144F06-8738-4207-B657-C11C33B952A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84500" y="4206236"/>
            <a:ext cx="2066580" cy="1833331"/>
          </a:xfrm>
          <a:prstGeom prst="rect">
            <a:avLst/>
          </a:prstGeom>
        </p:spPr>
      </p:pic>
      <p:cxnSp>
        <p:nvCxnSpPr>
          <p:cNvPr id="9" name="Straight Connector 8">
            <a:extLst>
              <a:ext uri="{FF2B5EF4-FFF2-40B4-BE49-F238E27FC236}">
                <a16:creationId xmlns:a16="http://schemas.microsoft.com/office/drawing/2014/main" id="{44A47ACF-C0BE-7742-B893-6CDB52627856}"/>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546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410489" y="2141430"/>
            <a:ext cx="4478812" cy="3968221"/>
          </a:xfrm>
        </p:spPr>
        <p:txBody>
          <a:bodyPr/>
          <a:lstStyle/>
          <a:p>
            <a:r>
              <a:rPr lang="en-US"/>
              <a:t>Baseline body mass: 66.15 kg</a:t>
            </a:r>
          </a:p>
          <a:p>
            <a:endParaRPr lang="en-US"/>
          </a:p>
          <a:p>
            <a:r>
              <a:rPr lang="en-US"/>
              <a:t>Post exercise body mass: 66.80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sp>
        <p:nvSpPr>
          <p:cNvPr id="13" name="Freeform 10">
            <a:extLst>
              <a:ext uri="{FF2B5EF4-FFF2-40B4-BE49-F238E27FC236}">
                <a16:creationId xmlns:a16="http://schemas.microsoft.com/office/drawing/2014/main" id="{FCC25E8D-EBFF-49B2-B920-446060E11CEA}"/>
              </a:ext>
            </a:extLst>
          </p:cNvPr>
          <p:cNvSpPr>
            <a:spLocks noEditPoints="1"/>
          </p:cNvSpPr>
          <p:nvPr/>
        </p:nvSpPr>
        <p:spPr bwMode="auto">
          <a:xfrm>
            <a:off x="901165" y="2142521"/>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0">
            <a:extLst>
              <a:ext uri="{FF2B5EF4-FFF2-40B4-BE49-F238E27FC236}">
                <a16:creationId xmlns:a16="http://schemas.microsoft.com/office/drawing/2014/main" id="{808F6BF4-3B36-416E-83B6-66E5F6531647}"/>
              </a:ext>
            </a:extLst>
          </p:cNvPr>
          <p:cNvSpPr>
            <a:spLocks noEditPoints="1"/>
          </p:cNvSpPr>
          <p:nvPr/>
        </p:nvSpPr>
        <p:spPr bwMode="auto">
          <a:xfrm>
            <a:off x="914894" y="3116067"/>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7" name="Picture 16">
            <a:extLst>
              <a:ext uri="{FF2B5EF4-FFF2-40B4-BE49-F238E27FC236}">
                <a16:creationId xmlns:a16="http://schemas.microsoft.com/office/drawing/2014/main" id="{91E4DB6B-091B-4B2F-99C4-4750FB70C5D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875572" y="-6170"/>
            <a:ext cx="6316428" cy="6509657"/>
          </a:xfrm>
          <a:prstGeom prst="rect">
            <a:avLst/>
          </a:prstGeom>
        </p:spPr>
      </p:pic>
      <p:cxnSp>
        <p:nvCxnSpPr>
          <p:cNvPr id="8" name="Straight Connector 7">
            <a:extLst>
              <a:ext uri="{FF2B5EF4-FFF2-40B4-BE49-F238E27FC236}">
                <a16:creationId xmlns:a16="http://schemas.microsoft.com/office/drawing/2014/main" id="{C20A5CC7-32AB-A142-BEC5-F9F2EA2C968E}"/>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886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a:xfrm>
            <a:off x="843641" y="1820057"/>
            <a:ext cx="10283903" cy="508219"/>
          </a:xfrm>
        </p:spPr>
        <p:txBody>
          <a:bodyPr>
            <a:noAutofit/>
          </a:bodyPr>
          <a:lstStyle/>
          <a:p>
            <a:r>
              <a:rPr lang="en-US"/>
              <a:t>Calculate the athlete’s % change in hydration status after exercise</a:t>
            </a:r>
          </a:p>
          <a:p>
            <a:endParaRPr lang="en-US"/>
          </a:p>
        </p:txBody>
      </p:sp>
      <p:sp>
        <p:nvSpPr>
          <p:cNvPr id="6" name="TextBox 5">
            <a:extLst>
              <a:ext uri="{FF2B5EF4-FFF2-40B4-BE49-F238E27FC236}">
                <a16:creationId xmlns:a16="http://schemas.microsoft.com/office/drawing/2014/main" id="{F89CA46B-38CB-493B-A5D1-AC7A49CA2502}"/>
              </a:ext>
            </a:extLst>
          </p:cNvPr>
          <p:cNvSpPr txBox="1"/>
          <p:nvPr/>
        </p:nvSpPr>
        <p:spPr>
          <a:xfrm>
            <a:off x="843642" y="3401107"/>
            <a:ext cx="10491952" cy="1938992"/>
          </a:xfrm>
          <a:prstGeom prst="rect">
            <a:avLst/>
          </a:prstGeom>
          <a:noFill/>
        </p:spPr>
        <p:txBody>
          <a:bodyPr wrap="square" rtlCol="0">
            <a:spAutoFit/>
          </a:bodyPr>
          <a:lstStyle/>
          <a:p>
            <a:r>
              <a:rPr lang="en-US" sz="2400" b="1" dirty="0">
                <a:solidFill>
                  <a:prstClr val="black"/>
                </a:solidFill>
              </a:rPr>
              <a:t>Hydration status = </a:t>
            </a:r>
            <a:r>
              <a:rPr lang="en-US" sz="2400" dirty="0">
                <a:solidFill>
                  <a:prstClr val="black"/>
                </a:solidFill>
              </a:rPr>
              <a:t>[(∆ body mass) / baseline body mass]*100</a:t>
            </a:r>
          </a:p>
          <a:p>
            <a:endParaRPr lang="en-US" sz="2400" dirty="0">
              <a:solidFill>
                <a:prstClr val="black"/>
              </a:solidFill>
            </a:endParaRPr>
          </a:p>
          <a:p>
            <a:r>
              <a:rPr lang="en-US" sz="2400" dirty="0">
                <a:solidFill>
                  <a:prstClr val="black"/>
                </a:solidFill>
              </a:rPr>
              <a:t>			(0.65 kg / 66.15 kg ) *100</a:t>
            </a:r>
          </a:p>
          <a:p>
            <a:endParaRPr lang="en-US" sz="2400" dirty="0">
              <a:solidFill>
                <a:prstClr val="black"/>
              </a:solidFill>
            </a:endParaRPr>
          </a:p>
          <a:p>
            <a:r>
              <a:rPr lang="en-US" sz="2400" dirty="0">
                <a:solidFill>
                  <a:prstClr val="black"/>
                </a:solidFill>
              </a:rPr>
              <a:t>			+</a:t>
            </a:r>
            <a:r>
              <a:rPr lang="en-US" sz="2400" b="1" dirty="0">
                <a:solidFill>
                  <a:prstClr val="black"/>
                </a:solidFill>
              </a:rPr>
              <a:t>1.0%	change in body mass</a:t>
            </a:r>
          </a:p>
        </p:txBody>
      </p:sp>
      <p:sp>
        <p:nvSpPr>
          <p:cNvPr id="8" name="TextBox 7">
            <a:extLst>
              <a:ext uri="{FF2B5EF4-FFF2-40B4-BE49-F238E27FC236}">
                <a16:creationId xmlns:a16="http://schemas.microsoft.com/office/drawing/2014/main" id="{A04AF29E-DCC2-4F08-A490-F1B11FAEC92D}"/>
              </a:ext>
            </a:extLst>
          </p:cNvPr>
          <p:cNvSpPr txBox="1"/>
          <p:nvPr/>
        </p:nvSpPr>
        <p:spPr>
          <a:xfrm>
            <a:off x="861847" y="2475912"/>
            <a:ext cx="11503655" cy="400110"/>
          </a:xfrm>
          <a:prstGeom prst="rect">
            <a:avLst/>
          </a:prstGeom>
          <a:noFill/>
        </p:spPr>
        <p:txBody>
          <a:bodyPr wrap="square" rtlCol="0">
            <a:spAutoFit/>
          </a:bodyPr>
          <a:lstStyle/>
          <a:p>
            <a:r>
              <a:rPr lang="en-US" sz="2000"/>
              <a:t>Body mass increased from 66.15 kg to 67.00 kg, so </a:t>
            </a:r>
            <a:r>
              <a:rPr lang="en-US" sz="2000">
                <a:solidFill>
                  <a:prstClr val="black"/>
                </a:solidFill>
              </a:rPr>
              <a:t>∆ body mass = +0.65 kg</a:t>
            </a:r>
            <a:r>
              <a:rPr lang="en-US" sz="2000"/>
              <a:t> </a:t>
            </a:r>
          </a:p>
        </p:txBody>
      </p:sp>
      <p:pic>
        <p:nvPicPr>
          <p:cNvPr id="7" name="Picture 6">
            <a:extLst>
              <a:ext uri="{FF2B5EF4-FFF2-40B4-BE49-F238E27FC236}">
                <a16:creationId xmlns:a16="http://schemas.microsoft.com/office/drawing/2014/main" id="{95A781BB-AAAD-4777-B18B-12047287DAA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69478" y="4259425"/>
            <a:ext cx="2030279" cy="1932753"/>
          </a:xfrm>
          <a:prstGeom prst="rect">
            <a:avLst/>
          </a:prstGeom>
        </p:spPr>
      </p:pic>
      <p:cxnSp>
        <p:nvCxnSpPr>
          <p:cNvPr id="9" name="Straight Connector 8">
            <a:extLst>
              <a:ext uri="{FF2B5EF4-FFF2-40B4-BE49-F238E27FC236}">
                <a16:creationId xmlns:a16="http://schemas.microsoft.com/office/drawing/2014/main" id="{33E213EA-D5AE-E840-949C-184AC10E7499}"/>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4258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00EB-4E83-454E-AB13-7C508CF2F391}"/>
              </a:ext>
            </a:extLst>
          </p:cNvPr>
          <p:cNvSpPr>
            <a:spLocks noGrp="1"/>
          </p:cNvSpPr>
          <p:nvPr>
            <p:ph type="title"/>
          </p:nvPr>
        </p:nvSpPr>
        <p:spPr/>
        <p:txBody>
          <a:bodyPr/>
          <a:lstStyle/>
          <a:p>
            <a:r>
              <a:rPr lang="en-US"/>
              <a:t>Sweating Rate – Normative Data in Athletes</a:t>
            </a:r>
          </a:p>
        </p:txBody>
      </p:sp>
      <p:pic>
        <p:nvPicPr>
          <p:cNvPr id="7" name="Picture 6">
            <a:extLst>
              <a:ext uri="{FF2B5EF4-FFF2-40B4-BE49-F238E27FC236}">
                <a16:creationId xmlns:a16="http://schemas.microsoft.com/office/drawing/2014/main" id="{4944A29A-13F2-4527-BDAD-512AC976DE55}"/>
              </a:ext>
            </a:extLst>
          </p:cNvPr>
          <p:cNvPicPr>
            <a:picLocks noChangeAspect="1"/>
          </p:cNvPicPr>
          <p:nvPr/>
        </p:nvPicPr>
        <p:blipFill>
          <a:blip r:embed="rId2"/>
          <a:stretch>
            <a:fillRect/>
          </a:stretch>
        </p:blipFill>
        <p:spPr>
          <a:xfrm>
            <a:off x="1024590" y="1277652"/>
            <a:ext cx="5840441" cy="4698528"/>
          </a:xfrm>
          <a:prstGeom prst="rect">
            <a:avLst/>
          </a:prstGeom>
        </p:spPr>
      </p:pic>
      <p:graphicFrame>
        <p:nvGraphicFramePr>
          <p:cNvPr id="8" name="Table 7">
            <a:extLst>
              <a:ext uri="{FF2B5EF4-FFF2-40B4-BE49-F238E27FC236}">
                <a16:creationId xmlns:a16="http://schemas.microsoft.com/office/drawing/2014/main" id="{B0C09386-B938-489B-8C1E-8F7CEEA3E0F4}"/>
              </a:ext>
            </a:extLst>
          </p:cNvPr>
          <p:cNvGraphicFramePr>
            <a:graphicFrameLocks noGrp="1"/>
          </p:cNvGraphicFramePr>
          <p:nvPr>
            <p:extLst>
              <p:ext uri="{D42A27DB-BD31-4B8C-83A1-F6EECF244321}">
                <p14:modId xmlns:p14="http://schemas.microsoft.com/office/powerpoint/2010/main" val="4225893995"/>
              </p:ext>
            </p:extLst>
          </p:nvPr>
        </p:nvGraphicFramePr>
        <p:xfrm>
          <a:off x="5028257" y="1738451"/>
          <a:ext cx="5458504" cy="2042160"/>
        </p:xfrm>
        <a:graphic>
          <a:graphicData uri="http://schemas.openxmlformats.org/drawingml/2006/table">
            <a:tbl>
              <a:tblPr firstRow="1" bandRow="1">
                <a:tableStyleId>{5A111915-BE36-4E01-A7E5-04B1672EAD32}</a:tableStyleId>
              </a:tblPr>
              <a:tblGrid>
                <a:gridCol w="2653445">
                  <a:extLst>
                    <a:ext uri="{9D8B030D-6E8A-4147-A177-3AD203B41FA5}">
                      <a16:colId xmlns:a16="http://schemas.microsoft.com/office/drawing/2014/main" val="20000"/>
                    </a:ext>
                  </a:extLst>
                </a:gridCol>
                <a:gridCol w="2805059">
                  <a:extLst>
                    <a:ext uri="{9D8B030D-6E8A-4147-A177-3AD203B41FA5}">
                      <a16:colId xmlns:a16="http://schemas.microsoft.com/office/drawing/2014/main" val="20001"/>
                    </a:ext>
                  </a:extLst>
                </a:gridCol>
              </a:tblGrid>
              <a:tr h="0">
                <a:tc>
                  <a:txBody>
                    <a:bodyPr/>
                    <a:lstStyle/>
                    <a:p>
                      <a:r>
                        <a:rPr lang="en-US" sz="1400"/>
                        <a:t>Athlete, Environment, and Exercise Information</a:t>
                      </a:r>
                    </a:p>
                  </a:txBody>
                  <a:tcPr/>
                </a:tc>
                <a:tc>
                  <a:txBody>
                    <a:bodyPr/>
                    <a:lstStyle/>
                    <a:p>
                      <a:pPr algn="ctr"/>
                      <a:r>
                        <a:rPr lang="en-US" sz="1400"/>
                        <a:t>Mean ± SD (Range)</a:t>
                      </a:r>
                      <a:endParaRPr lang="en-US" sz="1400">
                        <a:latin typeface="+mn-lt"/>
                      </a:endParaRPr>
                    </a:p>
                  </a:txBody>
                  <a:tcPr/>
                </a:tc>
                <a:extLst>
                  <a:ext uri="{0D108BD9-81ED-4DB2-BD59-A6C34878D82A}">
                    <a16:rowId xmlns:a16="http://schemas.microsoft.com/office/drawing/2014/main" val="10000"/>
                  </a:ext>
                </a:extLst>
              </a:tr>
              <a:tr h="168812">
                <a:tc>
                  <a:txBody>
                    <a:bodyPr/>
                    <a:lstStyle/>
                    <a:p>
                      <a:r>
                        <a:rPr lang="en-US" sz="1400"/>
                        <a:t>Age (years)</a:t>
                      </a:r>
                      <a:endParaRPr lang="en-US" sz="1400" b="0"/>
                    </a:p>
                  </a:txBody>
                  <a:tcPr/>
                </a:tc>
                <a:tc>
                  <a:txBody>
                    <a:bodyPr/>
                    <a:lstStyle/>
                    <a:p>
                      <a:pPr algn="ctr"/>
                      <a:r>
                        <a:rPr lang="en-US" sz="1400"/>
                        <a:t>24 ± 9 (9-70)</a:t>
                      </a:r>
                      <a:endParaRPr lang="en-US" sz="1400" b="0">
                        <a:solidFill>
                          <a:schemeClr val="tx1"/>
                        </a:solidFill>
                      </a:endParaRPr>
                    </a:p>
                  </a:txBody>
                  <a:tcPr/>
                </a:tc>
                <a:extLst>
                  <a:ext uri="{0D108BD9-81ED-4DB2-BD59-A6C34878D82A}">
                    <a16:rowId xmlns:a16="http://schemas.microsoft.com/office/drawing/2014/main" val="10001"/>
                  </a:ext>
                </a:extLst>
              </a:tr>
              <a:tr h="168812">
                <a:tc>
                  <a:txBody>
                    <a:bodyPr/>
                    <a:lstStyle/>
                    <a:p>
                      <a:r>
                        <a:rPr lang="en-US" sz="1400"/>
                        <a:t>Body Mass (kg)</a:t>
                      </a:r>
                      <a:endParaRPr lang="en-US" sz="1400" b="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84 ± 24 (23-178)</a:t>
                      </a:r>
                      <a:endParaRPr lang="en-US" sz="1400" b="0">
                        <a:solidFill>
                          <a:schemeClr val="tx1"/>
                        </a:solidFill>
                      </a:endParaRPr>
                    </a:p>
                  </a:txBody>
                  <a:tcPr/>
                </a:tc>
                <a:extLst>
                  <a:ext uri="{0D108BD9-81ED-4DB2-BD59-A6C34878D82A}">
                    <a16:rowId xmlns:a16="http://schemas.microsoft.com/office/drawing/2014/main" val="10002"/>
                  </a:ext>
                </a:extLst>
              </a:tr>
              <a:tr h="168812">
                <a:tc>
                  <a:txBody>
                    <a:bodyPr/>
                    <a:lstStyle/>
                    <a:p>
                      <a:r>
                        <a:rPr lang="en-US" sz="1400"/>
                        <a:t>Air</a:t>
                      </a:r>
                      <a:r>
                        <a:rPr lang="en-US" sz="1400" baseline="0"/>
                        <a:t> </a:t>
                      </a:r>
                      <a:r>
                        <a:rPr lang="en-US" sz="1400"/>
                        <a:t>Temp (°C)</a:t>
                      </a:r>
                      <a:endParaRPr lang="en-US" sz="1400" b="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26 ± 5 (11-50)</a:t>
                      </a:r>
                      <a:endParaRPr lang="en-US" sz="1400" b="0">
                        <a:solidFill>
                          <a:schemeClr val="tx1"/>
                        </a:solidFill>
                      </a:endParaRPr>
                    </a:p>
                  </a:txBody>
                  <a:tcPr/>
                </a:tc>
                <a:extLst>
                  <a:ext uri="{0D108BD9-81ED-4DB2-BD59-A6C34878D82A}">
                    <a16:rowId xmlns:a16="http://schemas.microsoft.com/office/drawing/2014/main" val="10003"/>
                  </a:ext>
                </a:extLst>
              </a:tr>
              <a:tr h="168812">
                <a:tc>
                  <a:txBody>
                    <a:bodyPr/>
                    <a:lstStyle/>
                    <a:p>
                      <a:r>
                        <a:rPr lang="en-US" sz="1400"/>
                        <a:t>Relative Humidity (%)</a:t>
                      </a:r>
                      <a:endParaRPr lang="en-US" sz="1400" b="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55 ± 17 (13-95)</a:t>
                      </a:r>
                      <a:endParaRPr lang="en-US" sz="1400" b="0">
                        <a:solidFill>
                          <a:schemeClr val="tx1"/>
                        </a:solidFill>
                      </a:endParaRPr>
                    </a:p>
                  </a:txBody>
                  <a:tcPr/>
                </a:tc>
                <a:extLst>
                  <a:ext uri="{0D108BD9-81ED-4DB2-BD59-A6C34878D82A}">
                    <a16:rowId xmlns:a16="http://schemas.microsoft.com/office/drawing/2014/main" val="10004"/>
                  </a:ext>
                </a:extLst>
              </a:tr>
              <a:tr h="168812">
                <a:tc>
                  <a:txBody>
                    <a:bodyPr/>
                    <a:lstStyle/>
                    <a:p>
                      <a:r>
                        <a:rPr lang="en-US" sz="1400"/>
                        <a:t>Exercise Duration (h)</a:t>
                      </a:r>
                      <a:endParaRPr lang="en-US" sz="1400" b="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1.7 ± 0.7 (0.5-5.4)</a:t>
                      </a:r>
                      <a:endParaRPr lang="en-US" sz="1400" b="0">
                        <a:solidFill>
                          <a:schemeClr val="tx1"/>
                        </a:solidFill>
                        <a:latin typeface="+mn-lt"/>
                      </a:endParaRPr>
                    </a:p>
                  </a:txBody>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15381EAF-E23D-457E-A1F7-68785CBF9EB6}"/>
              </a:ext>
            </a:extLst>
          </p:cNvPr>
          <p:cNvSpPr/>
          <p:nvPr/>
        </p:nvSpPr>
        <p:spPr>
          <a:xfrm>
            <a:off x="5424257" y="6596390"/>
            <a:ext cx="6767744" cy="253916"/>
          </a:xfrm>
          <a:prstGeom prst="rect">
            <a:avLst/>
          </a:prstGeom>
        </p:spPr>
        <p:txBody>
          <a:bodyPr wrap="square">
            <a:spAutoFit/>
          </a:bodyPr>
          <a:lstStyle/>
          <a:p>
            <a:pPr algn="r"/>
            <a:r>
              <a:rPr lang="en-US" sz="1050" dirty="0">
                <a:solidFill>
                  <a:schemeClr val="bg1"/>
                </a:solidFill>
              </a:rPr>
              <a:t>Barnes KA, Anderson ML, Stofan JR, et. al. </a:t>
            </a:r>
            <a:r>
              <a:rPr lang="en-US" sz="1050" i="1" dirty="0">
                <a:solidFill>
                  <a:schemeClr val="bg1"/>
                </a:solidFill>
              </a:rPr>
              <a:t>J Sports Sci.</a:t>
            </a:r>
            <a:r>
              <a:rPr lang="en-US" sz="1050" dirty="0">
                <a:solidFill>
                  <a:schemeClr val="bg1"/>
                </a:solidFill>
              </a:rPr>
              <a:t> 2019;37(20):2356-2366</a:t>
            </a:r>
          </a:p>
        </p:txBody>
      </p:sp>
      <p:sp>
        <p:nvSpPr>
          <p:cNvPr id="12" name="Rectangle 11">
            <a:extLst>
              <a:ext uri="{FF2B5EF4-FFF2-40B4-BE49-F238E27FC236}">
                <a16:creationId xmlns:a16="http://schemas.microsoft.com/office/drawing/2014/main" id="{396466FE-FCA5-415C-BA75-E9AC908AB69F}"/>
              </a:ext>
            </a:extLst>
          </p:cNvPr>
          <p:cNvSpPr/>
          <p:nvPr/>
        </p:nvSpPr>
        <p:spPr>
          <a:xfrm>
            <a:off x="861848" y="1353852"/>
            <a:ext cx="3625746" cy="404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25039DB-8528-4F24-B9B7-34EE75D00AE0}"/>
              </a:ext>
            </a:extLst>
          </p:cNvPr>
          <p:cNvSpPr/>
          <p:nvPr/>
        </p:nvSpPr>
        <p:spPr>
          <a:xfrm rot="5400000">
            <a:off x="-727431" y="3500811"/>
            <a:ext cx="3625746" cy="404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897D943-A5DB-4576-99D8-103AB5B27685}"/>
              </a:ext>
            </a:extLst>
          </p:cNvPr>
          <p:cNvSpPr txBox="1"/>
          <p:nvPr/>
        </p:nvSpPr>
        <p:spPr>
          <a:xfrm rot="16200000">
            <a:off x="-508918" y="3002130"/>
            <a:ext cx="3153925" cy="369332"/>
          </a:xfrm>
          <a:prstGeom prst="rect">
            <a:avLst/>
          </a:prstGeom>
          <a:noFill/>
        </p:spPr>
        <p:txBody>
          <a:bodyPr wrap="square" rtlCol="0">
            <a:spAutoFit/>
          </a:bodyPr>
          <a:lstStyle/>
          <a:p>
            <a:r>
              <a:rPr lang="en-US"/>
              <a:t>Number of Athletes</a:t>
            </a:r>
          </a:p>
        </p:txBody>
      </p:sp>
      <p:sp>
        <p:nvSpPr>
          <p:cNvPr id="14" name="Rectangle 13">
            <a:extLst>
              <a:ext uri="{FF2B5EF4-FFF2-40B4-BE49-F238E27FC236}">
                <a16:creationId xmlns:a16="http://schemas.microsoft.com/office/drawing/2014/main" id="{EE0362FE-F5EE-41B4-A997-2A8F2A28F843}"/>
              </a:ext>
            </a:extLst>
          </p:cNvPr>
          <p:cNvSpPr/>
          <p:nvPr/>
        </p:nvSpPr>
        <p:spPr>
          <a:xfrm>
            <a:off x="2105465" y="5713661"/>
            <a:ext cx="3625746" cy="404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3136CE5-808C-4E70-A2D5-9B540806808B}"/>
              </a:ext>
            </a:extLst>
          </p:cNvPr>
          <p:cNvSpPr txBox="1"/>
          <p:nvPr/>
        </p:nvSpPr>
        <p:spPr>
          <a:xfrm>
            <a:off x="2931438" y="5718232"/>
            <a:ext cx="2412260" cy="369332"/>
          </a:xfrm>
          <a:prstGeom prst="rect">
            <a:avLst/>
          </a:prstGeom>
          <a:noFill/>
        </p:spPr>
        <p:txBody>
          <a:bodyPr wrap="square" rtlCol="0">
            <a:spAutoFit/>
          </a:bodyPr>
          <a:lstStyle/>
          <a:p>
            <a:r>
              <a:rPr lang="en-US"/>
              <a:t>Sweating Rate (L/h)</a:t>
            </a:r>
          </a:p>
        </p:txBody>
      </p:sp>
      <p:sp>
        <p:nvSpPr>
          <p:cNvPr id="15" name="TextBox 14">
            <a:extLst>
              <a:ext uri="{FF2B5EF4-FFF2-40B4-BE49-F238E27FC236}">
                <a16:creationId xmlns:a16="http://schemas.microsoft.com/office/drawing/2014/main" id="{964D19E4-EDC7-43FF-9629-F5ECD90F8063}"/>
              </a:ext>
            </a:extLst>
          </p:cNvPr>
          <p:cNvSpPr txBox="1"/>
          <p:nvPr/>
        </p:nvSpPr>
        <p:spPr>
          <a:xfrm>
            <a:off x="4837541" y="4208807"/>
            <a:ext cx="1405611" cy="769441"/>
          </a:xfrm>
          <a:prstGeom prst="rect">
            <a:avLst/>
          </a:prstGeom>
          <a:noFill/>
        </p:spPr>
        <p:txBody>
          <a:bodyPr wrap="square" rtlCol="0">
            <a:spAutoFit/>
          </a:bodyPr>
          <a:lstStyle/>
          <a:p>
            <a:r>
              <a:rPr lang="en-US">
                <a:solidFill>
                  <a:prstClr val="black"/>
                </a:solidFill>
              </a:rPr>
              <a:t>Mean</a:t>
            </a:r>
          </a:p>
          <a:p>
            <a:endParaRPr lang="en-US" sz="800"/>
          </a:p>
          <a:p>
            <a:r>
              <a:rPr lang="en-US" b="1"/>
              <a:t>n=1303</a:t>
            </a:r>
          </a:p>
        </p:txBody>
      </p:sp>
      <p:cxnSp>
        <p:nvCxnSpPr>
          <p:cNvPr id="16" name="Straight Connector 15">
            <a:extLst>
              <a:ext uri="{FF2B5EF4-FFF2-40B4-BE49-F238E27FC236}">
                <a16:creationId xmlns:a16="http://schemas.microsoft.com/office/drawing/2014/main" id="{11A2A49E-6226-491B-AD87-DF041AC46771}"/>
              </a:ext>
            </a:extLst>
          </p:cNvPr>
          <p:cNvCxnSpPr>
            <a:cxnSpLocks/>
          </p:cNvCxnSpPr>
          <p:nvPr/>
        </p:nvCxnSpPr>
        <p:spPr>
          <a:xfrm flipH="1">
            <a:off x="4137568" y="4419446"/>
            <a:ext cx="604240" cy="0"/>
          </a:xfrm>
          <a:prstGeom prst="line">
            <a:avLst/>
          </a:prstGeom>
          <a:ln w="31750" cmpd="sng">
            <a:solidFill>
              <a:srgbClr val="0066F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2E98833-CE93-48A1-86FE-513DEE8F41DC}"/>
              </a:ext>
            </a:extLst>
          </p:cNvPr>
          <p:cNvCxnSpPr>
            <a:cxnSpLocks/>
          </p:cNvCxnSpPr>
          <p:nvPr/>
        </p:nvCxnSpPr>
        <p:spPr>
          <a:xfrm>
            <a:off x="2788920" y="2286000"/>
            <a:ext cx="15649" cy="3078480"/>
          </a:xfrm>
          <a:prstGeom prst="line">
            <a:avLst/>
          </a:prstGeom>
          <a:ln w="31750" cmpd="sng">
            <a:solidFill>
              <a:srgbClr val="0066F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58224C3-B97C-884B-9516-423132938C0C}"/>
              </a:ext>
            </a:extLst>
          </p:cNvPr>
          <p:cNvCxnSpPr>
            <a:cxnSpLocks/>
          </p:cNvCxnSpPr>
          <p:nvPr/>
        </p:nvCxnSpPr>
        <p:spPr>
          <a:xfrm>
            <a:off x="861848" y="1124607"/>
            <a:ext cx="9624913"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492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0A45F4B-227D-4786-9882-DF0791F55BC7}"/>
              </a:ext>
            </a:extLst>
          </p:cNvPr>
          <p:cNvSpPr/>
          <p:nvPr/>
        </p:nvSpPr>
        <p:spPr>
          <a:xfrm>
            <a:off x="2199631" y="1396971"/>
            <a:ext cx="7136524" cy="4698696"/>
          </a:xfrm>
          <a:prstGeom prst="rect">
            <a:avLst/>
          </a:prstGeom>
          <a:solidFill>
            <a:schemeClr val="bg1"/>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sp>
        <p:nvSpPr>
          <p:cNvPr id="2" name="Title 1">
            <a:extLst>
              <a:ext uri="{FF2B5EF4-FFF2-40B4-BE49-F238E27FC236}">
                <a16:creationId xmlns:a16="http://schemas.microsoft.com/office/drawing/2014/main" id="{E30000EB-4E83-454E-AB13-7C508CF2F391}"/>
              </a:ext>
            </a:extLst>
          </p:cNvPr>
          <p:cNvSpPr>
            <a:spLocks noGrp="1"/>
          </p:cNvSpPr>
          <p:nvPr>
            <p:ph type="title"/>
          </p:nvPr>
        </p:nvSpPr>
        <p:spPr/>
        <p:txBody>
          <a:bodyPr/>
          <a:lstStyle/>
          <a:p>
            <a:r>
              <a:rPr lang="en-US"/>
              <a:t>Sweating Rate – Normative Data by Sport</a:t>
            </a:r>
          </a:p>
        </p:txBody>
      </p:sp>
      <p:sp>
        <p:nvSpPr>
          <p:cNvPr id="12" name="Rectangle 11">
            <a:extLst>
              <a:ext uri="{FF2B5EF4-FFF2-40B4-BE49-F238E27FC236}">
                <a16:creationId xmlns:a16="http://schemas.microsoft.com/office/drawing/2014/main" id="{396466FE-FCA5-415C-BA75-E9AC908AB69F}"/>
              </a:ext>
            </a:extLst>
          </p:cNvPr>
          <p:cNvSpPr/>
          <p:nvPr/>
        </p:nvSpPr>
        <p:spPr>
          <a:xfrm>
            <a:off x="861848" y="1353852"/>
            <a:ext cx="3625746" cy="404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hart 18">
            <a:extLst>
              <a:ext uri="{FF2B5EF4-FFF2-40B4-BE49-F238E27FC236}">
                <a16:creationId xmlns:a16="http://schemas.microsoft.com/office/drawing/2014/main" id="{0F51949E-4B1C-494C-9096-B738D220AE41}"/>
              </a:ext>
            </a:extLst>
          </p:cNvPr>
          <p:cNvGraphicFramePr>
            <a:graphicFrameLocks/>
          </p:cNvGraphicFramePr>
          <p:nvPr>
            <p:extLst>
              <p:ext uri="{D42A27DB-BD31-4B8C-83A1-F6EECF244321}">
                <p14:modId xmlns:p14="http://schemas.microsoft.com/office/powerpoint/2010/main" val="2581767007"/>
              </p:ext>
            </p:extLst>
          </p:nvPr>
        </p:nvGraphicFramePr>
        <p:xfrm>
          <a:off x="2809230" y="1396973"/>
          <a:ext cx="6600497" cy="3823137"/>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a:extLst>
              <a:ext uri="{FF2B5EF4-FFF2-40B4-BE49-F238E27FC236}">
                <a16:creationId xmlns:a16="http://schemas.microsoft.com/office/drawing/2014/main" id="{CD8A8987-7C59-424D-9806-B5EAE733E2FC}"/>
              </a:ext>
            </a:extLst>
          </p:cNvPr>
          <p:cNvSpPr txBox="1"/>
          <p:nvPr/>
        </p:nvSpPr>
        <p:spPr>
          <a:xfrm rot="16200000">
            <a:off x="628165" y="2975053"/>
            <a:ext cx="3823137" cy="666977"/>
          </a:xfrm>
          <a:prstGeom prst="rect">
            <a:avLst/>
          </a:prstGeom>
          <a:noFill/>
        </p:spPr>
        <p:txBody>
          <a:bodyPr wrap="square" rtlCol="0">
            <a:spAutoFit/>
          </a:bodyPr>
          <a:lstStyle/>
          <a:p>
            <a:pPr algn="ctr"/>
            <a:r>
              <a:rPr lang="en-US" sz="1867">
                <a:solidFill>
                  <a:prstClr val="black"/>
                </a:solidFill>
                <a:cs typeface="Times New Roman" pitchFamily="18" charset="0"/>
              </a:rPr>
              <a:t>Whole-Body Sweating Rate (L/h)</a:t>
            </a:r>
          </a:p>
        </p:txBody>
      </p:sp>
      <p:sp>
        <p:nvSpPr>
          <p:cNvPr id="21" name="TextBox 20">
            <a:extLst>
              <a:ext uri="{FF2B5EF4-FFF2-40B4-BE49-F238E27FC236}">
                <a16:creationId xmlns:a16="http://schemas.microsoft.com/office/drawing/2014/main" id="{3CA28704-D336-4E98-BD4E-15184B670CB2}"/>
              </a:ext>
            </a:extLst>
          </p:cNvPr>
          <p:cNvSpPr txBox="1"/>
          <p:nvPr/>
        </p:nvSpPr>
        <p:spPr>
          <a:xfrm>
            <a:off x="3891411" y="2878832"/>
            <a:ext cx="197148" cy="297454"/>
          </a:xfrm>
          <a:prstGeom prst="rect">
            <a:avLst/>
          </a:prstGeom>
          <a:noFill/>
        </p:spPr>
        <p:txBody>
          <a:bodyPr wrap="square" rtlCol="0">
            <a:spAutoFit/>
          </a:bodyPr>
          <a:lstStyle/>
          <a:p>
            <a:r>
              <a:rPr lang="en-US" sz="1333"/>
              <a:t>a</a:t>
            </a:r>
          </a:p>
        </p:txBody>
      </p:sp>
      <p:sp>
        <p:nvSpPr>
          <p:cNvPr id="22" name="TextBox 21">
            <a:extLst>
              <a:ext uri="{FF2B5EF4-FFF2-40B4-BE49-F238E27FC236}">
                <a16:creationId xmlns:a16="http://schemas.microsoft.com/office/drawing/2014/main" id="{B65F7752-D223-41CB-8222-EE426072467D}"/>
              </a:ext>
            </a:extLst>
          </p:cNvPr>
          <p:cNvSpPr txBox="1"/>
          <p:nvPr/>
        </p:nvSpPr>
        <p:spPr>
          <a:xfrm>
            <a:off x="5020652" y="2663504"/>
            <a:ext cx="525121" cy="297454"/>
          </a:xfrm>
          <a:prstGeom prst="rect">
            <a:avLst/>
          </a:prstGeom>
          <a:noFill/>
        </p:spPr>
        <p:txBody>
          <a:bodyPr wrap="square" rtlCol="0">
            <a:spAutoFit/>
          </a:bodyPr>
          <a:lstStyle/>
          <a:p>
            <a:r>
              <a:rPr lang="en-US" sz="1333"/>
              <a:t>a</a:t>
            </a:r>
          </a:p>
        </p:txBody>
      </p:sp>
      <p:sp>
        <p:nvSpPr>
          <p:cNvPr id="23" name="TextBox 22">
            <a:extLst>
              <a:ext uri="{FF2B5EF4-FFF2-40B4-BE49-F238E27FC236}">
                <a16:creationId xmlns:a16="http://schemas.microsoft.com/office/drawing/2014/main" id="{A58CD71A-FAE9-496A-AB8C-DC707A5738B0}"/>
              </a:ext>
            </a:extLst>
          </p:cNvPr>
          <p:cNvSpPr txBox="1"/>
          <p:nvPr/>
        </p:nvSpPr>
        <p:spPr>
          <a:xfrm>
            <a:off x="6190263" y="2622988"/>
            <a:ext cx="197148" cy="297454"/>
          </a:xfrm>
          <a:prstGeom prst="rect">
            <a:avLst/>
          </a:prstGeom>
          <a:noFill/>
        </p:spPr>
        <p:txBody>
          <a:bodyPr wrap="square" rtlCol="0">
            <a:spAutoFit/>
          </a:bodyPr>
          <a:lstStyle/>
          <a:p>
            <a:r>
              <a:rPr lang="en-US" sz="1333"/>
              <a:t>a</a:t>
            </a:r>
          </a:p>
        </p:txBody>
      </p:sp>
      <p:sp>
        <p:nvSpPr>
          <p:cNvPr id="24" name="TextBox 23">
            <a:extLst>
              <a:ext uri="{FF2B5EF4-FFF2-40B4-BE49-F238E27FC236}">
                <a16:creationId xmlns:a16="http://schemas.microsoft.com/office/drawing/2014/main" id="{9A2503EF-14E3-4E38-8FF5-AFC3500E2729}"/>
              </a:ext>
            </a:extLst>
          </p:cNvPr>
          <p:cNvSpPr txBox="1"/>
          <p:nvPr/>
        </p:nvSpPr>
        <p:spPr>
          <a:xfrm>
            <a:off x="7349362" y="1900815"/>
            <a:ext cx="197148" cy="297454"/>
          </a:xfrm>
          <a:prstGeom prst="rect">
            <a:avLst/>
          </a:prstGeom>
          <a:noFill/>
        </p:spPr>
        <p:txBody>
          <a:bodyPr wrap="square" rtlCol="0">
            <a:spAutoFit/>
          </a:bodyPr>
          <a:lstStyle/>
          <a:p>
            <a:r>
              <a:rPr lang="en-US" sz="1333"/>
              <a:t>b</a:t>
            </a:r>
          </a:p>
        </p:txBody>
      </p:sp>
      <p:sp>
        <p:nvSpPr>
          <p:cNvPr id="25" name="TextBox 24">
            <a:extLst>
              <a:ext uri="{FF2B5EF4-FFF2-40B4-BE49-F238E27FC236}">
                <a16:creationId xmlns:a16="http://schemas.microsoft.com/office/drawing/2014/main" id="{BDA7915C-D348-41EA-956D-A267C28E6999}"/>
              </a:ext>
            </a:extLst>
          </p:cNvPr>
          <p:cNvSpPr txBox="1"/>
          <p:nvPr/>
        </p:nvSpPr>
        <p:spPr>
          <a:xfrm>
            <a:off x="8505363" y="1474790"/>
            <a:ext cx="197148" cy="297454"/>
          </a:xfrm>
          <a:prstGeom prst="rect">
            <a:avLst/>
          </a:prstGeom>
          <a:noFill/>
        </p:spPr>
        <p:txBody>
          <a:bodyPr wrap="square" rtlCol="0">
            <a:spAutoFit/>
          </a:bodyPr>
          <a:lstStyle/>
          <a:p>
            <a:r>
              <a:rPr lang="en-US" sz="1333"/>
              <a:t>c</a:t>
            </a:r>
          </a:p>
        </p:txBody>
      </p:sp>
      <p:sp>
        <p:nvSpPr>
          <p:cNvPr id="26" name="TextBox 25">
            <a:extLst>
              <a:ext uri="{FF2B5EF4-FFF2-40B4-BE49-F238E27FC236}">
                <a16:creationId xmlns:a16="http://schemas.microsoft.com/office/drawing/2014/main" id="{F2DBD1AE-117C-4006-8D6F-C4CE69D588B7}"/>
              </a:ext>
            </a:extLst>
          </p:cNvPr>
          <p:cNvSpPr txBox="1"/>
          <p:nvPr/>
        </p:nvSpPr>
        <p:spPr>
          <a:xfrm>
            <a:off x="9450983" y="3364651"/>
            <a:ext cx="1563859" cy="912814"/>
          </a:xfrm>
          <a:prstGeom prst="rect">
            <a:avLst/>
          </a:prstGeom>
          <a:noFill/>
        </p:spPr>
        <p:txBody>
          <a:bodyPr wrap="square" rtlCol="0">
            <a:spAutoFit/>
          </a:bodyPr>
          <a:lstStyle/>
          <a:p>
            <a:r>
              <a:rPr lang="en-US" sz="1333"/>
              <a:t>Sports sharing same letter are not different (p&gt;0.05)</a:t>
            </a:r>
          </a:p>
        </p:txBody>
      </p:sp>
      <p:pic>
        <p:nvPicPr>
          <p:cNvPr id="27" name="Picture 8">
            <a:extLst>
              <a:ext uri="{FF2B5EF4-FFF2-40B4-BE49-F238E27FC236}">
                <a16:creationId xmlns:a16="http://schemas.microsoft.com/office/drawing/2014/main" id="{1DED586E-E03F-434D-A6AD-F933D14FB4E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32115" y="5170593"/>
            <a:ext cx="713615" cy="518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2">
            <a:extLst>
              <a:ext uri="{FF2B5EF4-FFF2-40B4-BE49-F238E27FC236}">
                <a16:creationId xmlns:a16="http://schemas.microsoft.com/office/drawing/2014/main" id="{9E107808-8CEC-41A4-B48C-9A3767D5D40A}"/>
              </a:ext>
            </a:extLst>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rcRect/>
          <a:stretch>
            <a:fillRect/>
          </a:stretch>
        </p:blipFill>
        <p:spPr bwMode="auto">
          <a:xfrm>
            <a:off x="3578654" y="5203574"/>
            <a:ext cx="590621" cy="554461"/>
          </a:xfrm>
          <a:prstGeom prst="rect">
            <a:avLst/>
          </a:prstGeom>
          <a:solidFill>
            <a:srgbClr val="92D050"/>
          </a:solidFill>
          <a:ln>
            <a:noFill/>
          </a:ln>
        </p:spPr>
      </p:pic>
      <p:pic>
        <p:nvPicPr>
          <p:cNvPr id="29" name="Picture 28">
            <a:extLst>
              <a:ext uri="{FF2B5EF4-FFF2-40B4-BE49-F238E27FC236}">
                <a16:creationId xmlns:a16="http://schemas.microsoft.com/office/drawing/2014/main" id="{E22EA05A-0102-4F12-A767-B9E3BACD71B3}"/>
              </a:ext>
            </a:extLst>
          </p:cNvPr>
          <p:cNvPicPr>
            <a:picLocks noChangeAspect="1"/>
          </p:cNvPicPr>
          <p:nvPr/>
        </p:nvPicPr>
        <p:blipFill>
          <a:blip r:embed="rId6" cstate="email">
            <a:biLevel thresh="75000"/>
            <a:extLst>
              <a:ext uri="{28A0092B-C50C-407E-A947-70E740481C1C}">
                <a14:useLocalDpi xmlns:a14="http://schemas.microsoft.com/office/drawing/2010/main"/>
              </a:ext>
            </a:extLst>
          </a:blip>
          <a:stretch>
            <a:fillRect/>
          </a:stretch>
        </p:blipFill>
        <p:spPr>
          <a:xfrm>
            <a:off x="6019679" y="5158337"/>
            <a:ext cx="541915" cy="594969"/>
          </a:xfrm>
          <a:prstGeom prst="rect">
            <a:avLst/>
          </a:prstGeom>
        </p:spPr>
      </p:pic>
      <p:sp>
        <p:nvSpPr>
          <p:cNvPr id="30" name="Freeform 9">
            <a:extLst>
              <a:ext uri="{FF2B5EF4-FFF2-40B4-BE49-F238E27FC236}">
                <a16:creationId xmlns:a16="http://schemas.microsoft.com/office/drawing/2014/main" id="{B17F1082-837C-45C3-8F0F-42DA43E243B5}"/>
              </a:ext>
            </a:extLst>
          </p:cNvPr>
          <p:cNvSpPr>
            <a:spLocks noEditPoints="1"/>
          </p:cNvSpPr>
          <p:nvPr/>
        </p:nvSpPr>
        <p:spPr bwMode="auto">
          <a:xfrm>
            <a:off x="4833061" y="5180728"/>
            <a:ext cx="541915" cy="533789"/>
          </a:xfrm>
          <a:custGeom>
            <a:avLst/>
            <a:gdLst>
              <a:gd name="T0" fmla="*/ 260 w 434"/>
              <a:gd name="T1" fmla="*/ 430 h 434"/>
              <a:gd name="T2" fmla="*/ 338 w 434"/>
              <a:gd name="T3" fmla="*/ 397 h 434"/>
              <a:gd name="T4" fmla="*/ 384 w 434"/>
              <a:gd name="T5" fmla="*/ 355 h 434"/>
              <a:gd name="T6" fmla="*/ 423 w 434"/>
              <a:gd name="T7" fmla="*/ 282 h 434"/>
              <a:gd name="T8" fmla="*/ 434 w 434"/>
              <a:gd name="T9" fmla="*/ 217 h 434"/>
              <a:gd name="T10" fmla="*/ 416 w 434"/>
              <a:gd name="T11" fmla="*/ 132 h 434"/>
              <a:gd name="T12" fmla="*/ 370 w 434"/>
              <a:gd name="T13" fmla="*/ 64 h 434"/>
              <a:gd name="T14" fmla="*/ 320 w 434"/>
              <a:gd name="T15" fmla="*/ 27 h 434"/>
              <a:gd name="T16" fmla="*/ 239 w 434"/>
              <a:gd name="T17" fmla="*/ 1 h 434"/>
              <a:gd name="T18" fmla="*/ 173 w 434"/>
              <a:gd name="T19" fmla="*/ 4 h 434"/>
              <a:gd name="T20" fmla="*/ 95 w 434"/>
              <a:gd name="T21" fmla="*/ 37 h 434"/>
              <a:gd name="T22" fmla="*/ 49 w 434"/>
              <a:gd name="T23" fmla="*/ 79 h 434"/>
              <a:gd name="T24" fmla="*/ 9 w 434"/>
              <a:gd name="T25" fmla="*/ 153 h 434"/>
              <a:gd name="T26" fmla="*/ 0 w 434"/>
              <a:gd name="T27" fmla="*/ 217 h 434"/>
              <a:gd name="T28" fmla="*/ 16 w 434"/>
              <a:gd name="T29" fmla="*/ 301 h 434"/>
              <a:gd name="T30" fmla="*/ 64 w 434"/>
              <a:gd name="T31" fmla="*/ 370 h 434"/>
              <a:gd name="T32" fmla="*/ 113 w 434"/>
              <a:gd name="T33" fmla="*/ 408 h 434"/>
              <a:gd name="T34" fmla="*/ 195 w 434"/>
              <a:gd name="T35" fmla="*/ 433 h 434"/>
              <a:gd name="T36" fmla="*/ 118 w 434"/>
              <a:gd name="T37" fmla="*/ 353 h 434"/>
              <a:gd name="T38" fmla="*/ 107 w 434"/>
              <a:gd name="T39" fmla="*/ 368 h 434"/>
              <a:gd name="T40" fmla="*/ 263 w 434"/>
              <a:gd name="T41" fmla="*/ 398 h 434"/>
              <a:gd name="T42" fmla="*/ 229 w 434"/>
              <a:gd name="T43" fmla="*/ 404 h 434"/>
              <a:gd name="T44" fmla="*/ 180 w 434"/>
              <a:gd name="T45" fmla="*/ 401 h 434"/>
              <a:gd name="T46" fmla="*/ 170 w 434"/>
              <a:gd name="T47" fmla="*/ 307 h 434"/>
              <a:gd name="T48" fmla="*/ 147 w 434"/>
              <a:gd name="T49" fmla="*/ 195 h 434"/>
              <a:gd name="T50" fmla="*/ 259 w 434"/>
              <a:gd name="T51" fmla="*/ 277 h 434"/>
              <a:gd name="T52" fmla="*/ 315 w 434"/>
              <a:gd name="T53" fmla="*/ 353 h 434"/>
              <a:gd name="T54" fmla="*/ 326 w 434"/>
              <a:gd name="T55" fmla="*/ 369 h 434"/>
              <a:gd name="T56" fmla="*/ 380 w 434"/>
              <a:gd name="T57" fmla="*/ 127 h 434"/>
              <a:gd name="T58" fmla="*/ 399 w 434"/>
              <a:gd name="T59" fmla="*/ 176 h 434"/>
              <a:gd name="T60" fmla="*/ 403 w 434"/>
              <a:gd name="T61" fmla="*/ 229 h 434"/>
              <a:gd name="T62" fmla="*/ 398 w 434"/>
              <a:gd name="T63" fmla="*/ 265 h 434"/>
              <a:gd name="T64" fmla="*/ 380 w 434"/>
              <a:gd name="T65" fmla="*/ 309 h 434"/>
              <a:gd name="T66" fmla="*/ 316 w 434"/>
              <a:gd name="T67" fmla="*/ 201 h 434"/>
              <a:gd name="T68" fmla="*/ 355 w 434"/>
              <a:gd name="T69" fmla="*/ 157 h 434"/>
              <a:gd name="T70" fmla="*/ 285 w 434"/>
              <a:gd name="T71" fmla="*/ 43 h 434"/>
              <a:gd name="T72" fmla="*/ 317 w 434"/>
              <a:gd name="T73" fmla="*/ 59 h 434"/>
              <a:gd name="T74" fmla="*/ 354 w 434"/>
              <a:gd name="T75" fmla="*/ 90 h 434"/>
              <a:gd name="T76" fmla="*/ 216 w 434"/>
              <a:gd name="T77" fmla="*/ 49 h 434"/>
              <a:gd name="T78" fmla="*/ 217 w 434"/>
              <a:gd name="T79" fmla="*/ 30 h 434"/>
              <a:gd name="T80" fmla="*/ 149 w 434"/>
              <a:gd name="T81" fmla="*/ 43 h 434"/>
              <a:gd name="T82" fmla="*/ 79 w 434"/>
              <a:gd name="T83" fmla="*/ 157 h 434"/>
              <a:gd name="T84" fmla="*/ 88 w 434"/>
              <a:gd name="T85" fmla="*/ 81 h 434"/>
              <a:gd name="T86" fmla="*/ 127 w 434"/>
              <a:gd name="T87" fmla="*/ 53 h 434"/>
              <a:gd name="T88" fmla="*/ 52 w 434"/>
              <a:gd name="T89" fmla="*/ 127 h 434"/>
              <a:gd name="T90" fmla="*/ 34 w 434"/>
              <a:gd name="T91" fmla="*/ 175 h 434"/>
              <a:gd name="T92" fmla="*/ 52 w 434"/>
              <a:gd name="T93" fmla="*/ 127 h 434"/>
              <a:gd name="T94" fmla="*/ 146 w 434"/>
              <a:gd name="T95" fmla="*/ 289 h 434"/>
              <a:gd name="T96" fmla="*/ 53 w 434"/>
              <a:gd name="T97" fmla="*/ 308 h 434"/>
              <a:gd name="T98" fmla="*/ 35 w 434"/>
              <a:gd name="T99" fmla="*/ 264 h 434"/>
              <a:gd name="T100" fmla="*/ 30 w 434"/>
              <a:gd name="T101" fmla="*/ 228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4" h="434">
                <a:moveTo>
                  <a:pt x="216" y="434"/>
                </a:moveTo>
                <a:lnTo>
                  <a:pt x="216" y="434"/>
                </a:lnTo>
                <a:lnTo>
                  <a:pt x="239" y="433"/>
                </a:lnTo>
                <a:lnTo>
                  <a:pt x="260" y="430"/>
                </a:lnTo>
                <a:lnTo>
                  <a:pt x="281" y="424"/>
                </a:lnTo>
                <a:lnTo>
                  <a:pt x="301" y="417"/>
                </a:lnTo>
                <a:lnTo>
                  <a:pt x="320" y="408"/>
                </a:lnTo>
                <a:lnTo>
                  <a:pt x="338" y="397"/>
                </a:lnTo>
                <a:lnTo>
                  <a:pt x="355" y="384"/>
                </a:lnTo>
                <a:lnTo>
                  <a:pt x="370" y="370"/>
                </a:lnTo>
                <a:lnTo>
                  <a:pt x="370" y="370"/>
                </a:lnTo>
                <a:lnTo>
                  <a:pt x="384" y="355"/>
                </a:lnTo>
                <a:lnTo>
                  <a:pt x="397" y="338"/>
                </a:lnTo>
                <a:lnTo>
                  <a:pt x="407" y="321"/>
                </a:lnTo>
                <a:lnTo>
                  <a:pt x="416" y="301"/>
                </a:lnTo>
                <a:lnTo>
                  <a:pt x="423" y="282"/>
                </a:lnTo>
                <a:lnTo>
                  <a:pt x="430" y="260"/>
                </a:lnTo>
                <a:lnTo>
                  <a:pt x="433" y="239"/>
                </a:lnTo>
                <a:lnTo>
                  <a:pt x="434" y="217"/>
                </a:lnTo>
                <a:lnTo>
                  <a:pt x="434" y="217"/>
                </a:lnTo>
                <a:lnTo>
                  <a:pt x="433" y="195"/>
                </a:lnTo>
                <a:lnTo>
                  <a:pt x="430" y="173"/>
                </a:lnTo>
                <a:lnTo>
                  <a:pt x="423" y="153"/>
                </a:lnTo>
                <a:lnTo>
                  <a:pt x="416" y="132"/>
                </a:lnTo>
                <a:lnTo>
                  <a:pt x="407" y="114"/>
                </a:lnTo>
                <a:lnTo>
                  <a:pt x="397" y="95"/>
                </a:lnTo>
                <a:lnTo>
                  <a:pt x="384" y="79"/>
                </a:lnTo>
                <a:lnTo>
                  <a:pt x="370" y="64"/>
                </a:lnTo>
                <a:lnTo>
                  <a:pt x="370" y="64"/>
                </a:lnTo>
                <a:lnTo>
                  <a:pt x="355" y="49"/>
                </a:lnTo>
                <a:lnTo>
                  <a:pt x="338" y="37"/>
                </a:lnTo>
                <a:lnTo>
                  <a:pt x="320" y="27"/>
                </a:lnTo>
                <a:lnTo>
                  <a:pt x="301" y="17"/>
                </a:lnTo>
                <a:lnTo>
                  <a:pt x="281" y="10"/>
                </a:lnTo>
                <a:lnTo>
                  <a:pt x="260" y="4"/>
                </a:lnTo>
                <a:lnTo>
                  <a:pt x="239" y="1"/>
                </a:lnTo>
                <a:lnTo>
                  <a:pt x="216" y="0"/>
                </a:lnTo>
                <a:lnTo>
                  <a:pt x="216" y="0"/>
                </a:lnTo>
                <a:lnTo>
                  <a:pt x="195" y="1"/>
                </a:lnTo>
                <a:lnTo>
                  <a:pt x="173" y="4"/>
                </a:lnTo>
                <a:lnTo>
                  <a:pt x="152" y="10"/>
                </a:lnTo>
                <a:lnTo>
                  <a:pt x="132" y="17"/>
                </a:lnTo>
                <a:lnTo>
                  <a:pt x="113" y="27"/>
                </a:lnTo>
                <a:lnTo>
                  <a:pt x="95" y="37"/>
                </a:lnTo>
                <a:lnTo>
                  <a:pt x="79" y="49"/>
                </a:lnTo>
                <a:lnTo>
                  <a:pt x="64" y="64"/>
                </a:lnTo>
                <a:lnTo>
                  <a:pt x="64" y="64"/>
                </a:lnTo>
                <a:lnTo>
                  <a:pt x="49" y="79"/>
                </a:lnTo>
                <a:lnTo>
                  <a:pt x="37" y="95"/>
                </a:lnTo>
                <a:lnTo>
                  <a:pt x="26" y="114"/>
                </a:lnTo>
                <a:lnTo>
                  <a:pt x="16" y="132"/>
                </a:lnTo>
                <a:lnTo>
                  <a:pt x="9" y="153"/>
                </a:lnTo>
                <a:lnTo>
                  <a:pt x="4" y="173"/>
                </a:lnTo>
                <a:lnTo>
                  <a:pt x="1" y="195"/>
                </a:lnTo>
                <a:lnTo>
                  <a:pt x="0" y="217"/>
                </a:lnTo>
                <a:lnTo>
                  <a:pt x="0" y="217"/>
                </a:lnTo>
                <a:lnTo>
                  <a:pt x="1" y="239"/>
                </a:lnTo>
                <a:lnTo>
                  <a:pt x="4" y="260"/>
                </a:lnTo>
                <a:lnTo>
                  <a:pt x="9" y="282"/>
                </a:lnTo>
                <a:lnTo>
                  <a:pt x="16" y="301"/>
                </a:lnTo>
                <a:lnTo>
                  <a:pt x="26" y="321"/>
                </a:lnTo>
                <a:lnTo>
                  <a:pt x="37" y="338"/>
                </a:lnTo>
                <a:lnTo>
                  <a:pt x="49" y="355"/>
                </a:lnTo>
                <a:lnTo>
                  <a:pt x="64" y="370"/>
                </a:lnTo>
                <a:lnTo>
                  <a:pt x="64" y="370"/>
                </a:lnTo>
                <a:lnTo>
                  <a:pt x="79" y="384"/>
                </a:lnTo>
                <a:lnTo>
                  <a:pt x="95" y="397"/>
                </a:lnTo>
                <a:lnTo>
                  <a:pt x="113" y="408"/>
                </a:lnTo>
                <a:lnTo>
                  <a:pt x="132" y="417"/>
                </a:lnTo>
                <a:lnTo>
                  <a:pt x="152" y="424"/>
                </a:lnTo>
                <a:lnTo>
                  <a:pt x="173" y="430"/>
                </a:lnTo>
                <a:lnTo>
                  <a:pt x="195" y="433"/>
                </a:lnTo>
                <a:lnTo>
                  <a:pt x="216" y="434"/>
                </a:lnTo>
                <a:lnTo>
                  <a:pt x="216" y="434"/>
                </a:lnTo>
                <a:close/>
                <a:moveTo>
                  <a:pt x="80" y="346"/>
                </a:moveTo>
                <a:lnTo>
                  <a:pt x="118" y="353"/>
                </a:lnTo>
                <a:lnTo>
                  <a:pt x="136" y="387"/>
                </a:lnTo>
                <a:lnTo>
                  <a:pt x="136" y="387"/>
                </a:lnTo>
                <a:lnTo>
                  <a:pt x="121" y="378"/>
                </a:lnTo>
                <a:lnTo>
                  <a:pt x="107" y="368"/>
                </a:lnTo>
                <a:lnTo>
                  <a:pt x="92" y="358"/>
                </a:lnTo>
                <a:lnTo>
                  <a:pt x="80" y="346"/>
                </a:lnTo>
                <a:lnTo>
                  <a:pt x="80" y="346"/>
                </a:lnTo>
                <a:close/>
                <a:moveTo>
                  <a:pt x="263" y="398"/>
                </a:moveTo>
                <a:lnTo>
                  <a:pt x="263" y="398"/>
                </a:lnTo>
                <a:lnTo>
                  <a:pt x="252" y="401"/>
                </a:lnTo>
                <a:lnTo>
                  <a:pt x="240" y="403"/>
                </a:lnTo>
                <a:lnTo>
                  <a:pt x="229" y="404"/>
                </a:lnTo>
                <a:lnTo>
                  <a:pt x="216" y="404"/>
                </a:lnTo>
                <a:lnTo>
                  <a:pt x="204" y="404"/>
                </a:lnTo>
                <a:lnTo>
                  <a:pt x="193" y="403"/>
                </a:lnTo>
                <a:lnTo>
                  <a:pt x="180" y="401"/>
                </a:lnTo>
                <a:lnTo>
                  <a:pt x="169" y="398"/>
                </a:lnTo>
                <a:lnTo>
                  <a:pt x="140" y="348"/>
                </a:lnTo>
                <a:lnTo>
                  <a:pt x="170" y="307"/>
                </a:lnTo>
                <a:lnTo>
                  <a:pt x="170" y="307"/>
                </a:lnTo>
                <a:lnTo>
                  <a:pt x="262" y="307"/>
                </a:lnTo>
                <a:lnTo>
                  <a:pt x="292" y="348"/>
                </a:lnTo>
                <a:lnTo>
                  <a:pt x="263" y="398"/>
                </a:lnTo>
                <a:close/>
                <a:moveTo>
                  <a:pt x="147" y="195"/>
                </a:moveTo>
                <a:lnTo>
                  <a:pt x="216" y="144"/>
                </a:lnTo>
                <a:lnTo>
                  <a:pt x="286" y="195"/>
                </a:lnTo>
                <a:lnTo>
                  <a:pt x="259" y="277"/>
                </a:lnTo>
                <a:lnTo>
                  <a:pt x="259" y="277"/>
                </a:lnTo>
                <a:lnTo>
                  <a:pt x="173" y="277"/>
                </a:lnTo>
                <a:lnTo>
                  <a:pt x="147" y="195"/>
                </a:lnTo>
                <a:close/>
                <a:moveTo>
                  <a:pt x="296" y="387"/>
                </a:moveTo>
                <a:lnTo>
                  <a:pt x="315" y="353"/>
                </a:lnTo>
                <a:lnTo>
                  <a:pt x="353" y="346"/>
                </a:lnTo>
                <a:lnTo>
                  <a:pt x="353" y="346"/>
                </a:lnTo>
                <a:lnTo>
                  <a:pt x="340" y="358"/>
                </a:lnTo>
                <a:lnTo>
                  <a:pt x="326" y="369"/>
                </a:lnTo>
                <a:lnTo>
                  <a:pt x="312" y="378"/>
                </a:lnTo>
                <a:lnTo>
                  <a:pt x="296" y="387"/>
                </a:lnTo>
                <a:lnTo>
                  <a:pt x="296" y="387"/>
                </a:lnTo>
                <a:close/>
                <a:moveTo>
                  <a:pt x="380" y="127"/>
                </a:moveTo>
                <a:lnTo>
                  <a:pt x="380" y="127"/>
                </a:lnTo>
                <a:lnTo>
                  <a:pt x="389" y="143"/>
                </a:lnTo>
                <a:lnTo>
                  <a:pt x="395" y="159"/>
                </a:lnTo>
                <a:lnTo>
                  <a:pt x="399" y="176"/>
                </a:lnTo>
                <a:lnTo>
                  <a:pt x="402" y="194"/>
                </a:lnTo>
                <a:lnTo>
                  <a:pt x="376" y="165"/>
                </a:lnTo>
                <a:lnTo>
                  <a:pt x="380" y="127"/>
                </a:lnTo>
                <a:close/>
                <a:moveTo>
                  <a:pt x="403" y="229"/>
                </a:moveTo>
                <a:lnTo>
                  <a:pt x="403" y="229"/>
                </a:lnTo>
                <a:lnTo>
                  <a:pt x="402" y="241"/>
                </a:lnTo>
                <a:lnTo>
                  <a:pt x="400" y="252"/>
                </a:lnTo>
                <a:lnTo>
                  <a:pt x="398" y="265"/>
                </a:lnTo>
                <a:lnTo>
                  <a:pt x="395" y="276"/>
                </a:lnTo>
                <a:lnTo>
                  <a:pt x="391" y="287"/>
                </a:lnTo>
                <a:lnTo>
                  <a:pt x="385" y="298"/>
                </a:lnTo>
                <a:lnTo>
                  <a:pt x="380" y="309"/>
                </a:lnTo>
                <a:lnTo>
                  <a:pt x="374" y="319"/>
                </a:lnTo>
                <a:lnTo>
                  <a:pt x="317" y="330"/>
                </a:lnTo>
                <a:lnTo>
                  <a:pt x="287" y="289"/>
                </a:lnTo>
                <a:lnTo>
                  <a:pt x="316" y="201"/>
                </a:lnTo>
                <a:lnTo>
                  <a:pt x="364" y="186"/>
                </a:lnTo>
                <a:lnTo>
                  <a:pt x="403" y="229"/>
                </a:lnTo>
                <a:close/>
                <a:moveTo>
                  <a:pt x="362" y="99"/>
                </a:moveTo>
                <a:lnTo>
                  <a:pt x="355" y="157"/>
                </a:lnTo>
                <a:lnTo>
                  <a:pt x="307" y="172"/>
                </a:lnTo>
                <a:lnTo>
                  <a:pt x="232" y="118"/>
                </a:lnTo>
                <a:lnTo>
                  <a:pt x="232" y="68"/>
                </a:lnTo>
                <a:lnTo>
                  <a:pt x="285" y="43"/>
                </a:lnTo>
                <a:lnTo>
                  <a:pt x="285" y="43"/>
                </a:lnTo>
                <a:lnTo>
                  <a:pt x="296" y="48"/>
                </a:lnTo>
                <a:lnTo>
                  <a:pt x="307" y="53"/>
                </a:lnTo>
                <a:lnTo>
                  <a:pt x="317" y="59"/>
                </a:lnTo>
                <a:lnTo>
                  <a:pt x="327" y="66"/>
                </a:lnTo>
                <a:lnTo>
                  <a:pt x="336" y="74"/>
                </a:lnTo>
                <a:lnTo>
                  <a:pt x="345" y="81"/>
                </a:lnTo>
                <a:lnTo>
                  <a:pt x="354" y="90"/>
                </a:lnTo>
                <a:lnTo>
                  <a:pt x="362" y="99"/>
                </a:lnTo>
                <a:lnTo>
                  <a:pt x="362" y="99"/>
                </a:lnTo>
                <a:close/>
                <a:moveTo>
                  <a:pt x="252" y="34"/>
                </a:moveTo>
                <a:lnTo>
                  <a:pt x="216" y="49"/>
                </a:lnTo>
                <a:lnTo>
                  <a:pt x="181" y="33"/>
                </a:lnTo>
                <a:lnTo>
                  <a:pt x="181" y="33"/>
                </a:lnTo>
                <a:lnTo>
                  <a:pt x="199" y="31"/>
                </a:lnTo>
                <a:lnTo>
                  <a:pt x="217" y="30"/>
                </a:lnTo>
                <a:lnTo>
                  <a:pt x="235" y="31"/>
                </a:lnTo>
                <a:lnTo>
                  <a:pt x="252" y="34"/>
                </a:lnTo>
                <a:lnTo>
                  <a:pt x="252" y="34"/>
                </a:lnTo>
                <a:close/>
                <a:moveTo>
                  <a:pt x="149" y="43"/>
                </a:moveTo>
                <a:lnTo>
                  <a:pt x="202" y="68"/>
                </a:lnTo>
                <a:lnTo>
                  <a:pt x="202" y="118"/>
                </a:lnTo>
                <a:lnTo>
                  <a:pt x="126" y="172"/>
                </a:lnTo>
                <a:lnTo>
                  <a:pt x="79" y="157"/>
                </a:lnTo>
                <a:lnTo>
                  <a:pt x="72" y="98"/>
                </a:lnTo>
                <a:lnTo>
                  <a:pt x="72" y="98"/>
                </a:lnTo>
                <a:lnTo>
                  <a:pt x="80" y="89"/>
                </a:lnTo>
                <a:lnTo>
                  <a:pt x="88" y="81"/>
                </a:lnTo>
                <a:lnTo>
                  <a:pt x="97" y="73"/>
                </a:lnTo>
                <a:lnTo>
                  <a:pt x="107" y="66"/>
                </a:lnTo>
                <a:lnTo>
                  <a:pt x="117" y="58"/>
                </a:lnTo>
                <a:lnTo>
                  <a:pt x="127" y="53"/>
                </a:lnTo>
                <a:lnTo>
                  <a:pt x="137" y="47"/>
                </a:lnTo>
                <a:lnTo>
                  <a:pt x="149" y="43"/>
                </a:lnTo>
                <a:lnTo>
                  <a:pt x="149" y="43"/>
                </a:lnTo>
                <a:close/>
                <a:moveTo>
                  <a:pt x="52" y="127"/>
                </a:moveTo>
                <a:lnTo>
                  <a:pt x="57" y="165"/>
                </a:lnTo>
                <a:lnTo>
                  <a:pt x="31" y="194"/>
                </a:lnTo>
                <a:lnTo>
                  <a:pt x="31" y="194"/>
                </a:lnTo>
                <a:lnTo>
                  <a:pt x="34" y="175"/>
                </a:lnTo>
                <a:lnTo>
                  <a:pt x="39" y="159"/>
                </a:lnTo>
                <a:lnTo>
                  <a:pt x="45" y="143"/>
                </a:lnTo>
                <a:lnTo>
                  <a:pt x="52" y="127"/>
                </a:lnTo>
                <a:lnTo>
                  <a:pt x="52" y="127"/>
                </a:lnTo>
                <a:close/>
                <a:moveTo>
                  <a:pt x="30" y="228"/>
                </a:moveTo>
                <a:lnTo>
                  <a:pt x="70" y="185"/>
                </a:lnTo>
                <a:lnTo>
                  <a:pt x="117" y="201"/>
                </a:lnTo>
                <a:lnTo>
                  <a:pt x="146" y="289"/>
                </a:lnTo>
                <a:lnTo>
                  <a:pt x="117" y="330"/>
                </a:lnTo>
                <a:lnTo>
                  <a:pt x="59" y="318"/>
                </a:lnTo>
                <a:lnTo>
                  <a:pt x="59" y="318"/>
                </a:lnTo>
                <a:lnTo>
                  <a:pt x="53" y="308"/>
                </a:lnTo>
                <a:lnTo>
                  <a:pt x="47" y="297"/>
                </a:lnTo>
                <a:lnTo>
                  <a:pt x="43" y="286"/>
                </a:lnTo>
                <a:lnTo>
                  <a:pt x="39" y="276"/>
                </a:lnTo>
                <a:lnTo>
                  <a:pt x="35" y="264"/>
                </a:lnTo>
                <a:lnTo>
                  <a:pt x="33" y="252"/>
                </a:lnTo>
                <a:lnTo>
                  <a:pt x="31" y="240"/>
                </a:lnTo>
                <a:lnTo>
                  <a:pt x="30" y="228"/>
                </a:lnTo>
                <a:lnTo>
                  <a:pt x="30" y="228"/>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ln w="0"/>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75CE5625-65AA-4259-B6BE-DA8B6F881A3B}"/>
              </a:ext>
            </a:extLst>
          </p:cNvPr>
          <p:cNvSpPr txBox="1"/>
          <p:nvPr/>
        </p:nvSpPr>
        <p:spPr>
          <a:xfrm>
            <a:off x="7101635" y="5714312"/>
            <a:ext cx="1219200" cy="338554"/>
          </a:xfrm>
          <a:prstGeom prst="rect">
            <a:avLst/>
          </a:prstGeom>
          <a:noFill/>
        </p:spPr>
        <p:txBody>
          <a:bodyPr wrap="square" rtlCol="0">
            <a:spAutoFit/>
          </a:bodyPr>
          <a:lstStyle/>
          <a:p>
            <a:r>
              <a:rPr lang="en-US" sz="1600"/>
              <a:t>n=255</a:t>
            </a:r>
          </a:p>
        </p:txBody>
      </p:sp>
      <p:sp>
        <p:nvSpPr>
          <p:cNvPr id="32" name="TextBox 31">
            <a:extLst>
              <a:ext uri="{FF2B5EF4-FFF2-40B4-BE49-F238E27FC236}">
                <a16:creationId xmlns:a16="http://schemas.microsoft.com/office/drawing/2014/main" id="{A0E65AB2-C8FB-4A13-BCEF-B15CDEF06E15}"/>
              </a:ext>
            </a:extLst>
          </p:cNvPr>
          <p:cNvSpPr txBox="1"/>
          <p:nvPr/>
        </p:nvSpPr>
        <p:spPr>
          <a:xfrm>
            <a:off x="8218700" y="5707486"/>
            <a:ext cx="1219200" cy="338554"/>
          </a:xfrm>
          <a:prstGeom prst="rect">
            <a:avLst/>
          </a:prstGeom>
          <a:noFill/>
        </p:spPr>
        <p:txBody>
          <a:bodyPr wrap="square" rtlCol="0">
            <a:spAutoFit/>
          </a:bodyPr>
          <a:lstStyle/>
          <a:p>
            <a:r>
              <a:rPr lang="en-US" sz="1600"/>
              <a:t>n=271</a:t>
            </a:r>
          </a:p>
        </p:txBody>
      </p:sp>
      <p:sp>
        <p:nvSpPr>
          <p:cNvPr id="33" name="TextBox 32">
            <a:extLst>
              <a:ext uri="{FF2B5EF4-FFF2-40B4-BE49-F238E27FC236}">
                <a16:creationId xmlns:a16="http://schemas.microsoft.com/office/drawing/2014/main" id="{57CA2690-5505-48C2-810A-E1DB73E25960}"/>
              </a:ext>
            </a:extLst>
          </p:cNvPr>
          <p:cNvSpPr txBox="1"/>
          <p:nvPr/>
        </p:nvSpPr>
        <p:spPr>
          <a:xfrm>
            <a:off x="5928732" y="5715068"/>
            <a:ext cx="1219200" cy="338554"/>
          </a:xfrm>
          <a:prstGeom prst="rect">
            <a:avLst/>
          </a:prstGeom>
          <a:noFill/>
        </p:spPr>
        <p:txBody>
          <a:bodyPr wrap="square" rtlCol="0">
            <a:spAutoFit/>
          </a:bodyPr>
          <a:lstStyle/>
          <a:p>
            <a:r>
              <a:rPr lang="en-US" sz="1600"/>
              <a:t>n=196</a:t>
            </a:r>
          </a:p>
        </p:txBody>
      </p:sp>
      <p:sp>
        <p:nvSpPr>
          <p:cNvPr id="34" name="TextBox 33">
            <a:extLst>
              <a:ext uri="{FF2B5EF4-FFF2-40B4-BE49-F238E27FC236}">
                <a16:creationId xmlns:a16="http://schemas.microsoft.com/office/drawing/2014/main" id="{AA32D992-6F6E-4597-91DE-8616E4989058}"/>
              </a:ext>
            </a:extLst>
          </p:cNvPr>
          <p:cNvSpPr txBox="1"/>
          <p:nvPr/>
        </p:nvSpPr>
        <p:spPr>
          <a:xfrm>
            <a:off x="4722351" y="5714348"/>
            <a:ext cx="1219200" cy="338554"/>
          </a:xfrm>
          <a:prstGeom prst="rect">
            <a:avLst/>
          </a:prstGeom>
          <a:noFill/>
        </p:spPr>
        <p:txBody>
          <a:bodyPr wrap="square" rtlCol="0">
            <a:spAutoFit/>
          </a:bodyPr>
          <a:lstStyle/>
          <a:p>
            <a:r>
              <a:rPr lang="en-US" sz="1600"/>
              <a:t>n=268</a:t>
            </a:r>
          </a:p>
        </p:txBody>
      </p:sp>
      <p:sp>
        <p:nvSpPr>
          <p:cNvPr id="35" name="TextBox 34">
            <a:extLst>
              <a:ext uri="{FF2B5EF4-FFF2-40B4-BE49-F238E27FC236}">
                <a16:creationId xmlns:a16="http://schemas.microsoft.com/office/drawing/2014/main" id="{63C5B65C-9643-4FCD-9269-C81B911A78FA}"/>
              </a:ext>
            </a:extLst>
          </p:cNvPr>
          <p:cNvSpPr txBox="1"/>
          <p:nvPr/>
        </p:nvSpPr>
        <p:spPr>
          <a:xfrm>
            <a:off x="3536848" y="5716999"/>
            <a:ext cx="1219200" cy="338554"/>
          </a:xfrm>
          <a:prstGeom prst="rect">
            <a:avLst/>
          </a:prstGeom>
          <a:noFill/>
        </p:spPr>
        <p:txBody>
          <a:bodyPr wrap="square" rtlCol="0">
            <a:spAutoFit/>
          </a:bodyPr>
          <a:lstStyle/>
          <a:p>
            <a:r>
              <a:rPr lang="en-US" sz="1600"/>
              <a:t>n=161</a:t>
            </a:r>
          </a:p>
        </p:txBody>
      </p:sp>
      <p:grpSp>
        <p:nvGrpSpPr>
          <p:cNvPr id="36" name="Group 35">
            <a:extLst>
              <a:ext uri="{FF2B5EF4-FFF2-40B4-BE49-F238E27FC236}">
                <a16:creationId xmlns:a16="http://schemas.microsoft.com/office/drawing/2014/main" id="{040C9100-0A8A-4D4C-AADE-0776A64A9C34}"/>
              </a:ext>
            </a:extLst>
          </p:cNvPr>
          <p:cNvGrpSpPr/>
          <p:nvPr/>
        </p:nvGrpSpPr>
        <p:grpSpPr>
          <a:xfrm>
            <a:off x="8394997" y="5163819"/>
            <a:ext cx="498652" cy="518676"/>
            <a:chOff x="5840413" y="1498600"/>
            <a:chExt cx="688975" cy="688975"/>
          </a:xfrm>
          <a:solidFill>
            <a:srgbClr val="335720"/>
          </a:solidFill>
        </p:grpSpPr>
        <p:sp>
          <p:nvSpPr>
            <p:cNvPr id="37" name="Freeform 5">
              <a:extLst>
                <a:ext uri="{FF2B5EF4-FFF2-40B4-BE49-F238E27FC236}">
                  <a16:creationId xmlns:a16="http://schemas.microsoft.com/office/drawing/2014/main" id="{000C51A5-65DF-402D-A5C0-2A7DEF3E82D0}"/>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sp>
          <p:nvSpPr>
            <p:cNvPr id="38" name="Freeform 6">
              <a:extLst>
                <a:ext uri="{FF2B5EF4-FFF2-40B4-BE49-F238E27FC236}">
                  <a16:creationId xmlns:a16="http://schemas.microsoft.com/office/drawing/2014/main" id="{3BA3E3B4-8F78-4D6C-80A7-6EC810246265}"/>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sp>
          <p:nvSpPr>
            <p:cNvPr id="39" name="Freeform 7">
              <a:extLst>
                <a:ext uri="{FF2B5EF4-FFF2-40B4-BE49-F238E27FC236}">
                  <a16:creationId xmlns:a16="http://schemas.microsoft.com/office/drawing/2014/main" id="{27D4492F-DE25-4684-B7C4-29D41A342159}"/>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grpSp>
      <p:sp>
        <p:nvSpPr>
          <p:cNvPr id="41" name="Rectangle 40">
            <a:extLst>
              <a:ext uri="{FF2B5EF4-FFF2-40B4-BE49-F238E27FC236}">
                <a16:creationId xmlns:a16="http://schemas.microsoft.com/office/drawing/2014/main" id="{7010BC79-5A46-4EA9-B980-4554DD99148F}"/>
              </a:ext>
            </a:extLst>
          </p:cNvPr>
          <p:cNvSpPr/>
          <p:nvPr/>
        </p:nvSpPr>
        <p:spPr>
          <a:xfrm>
            <a:off x="5424257" y="6596390"/>
            <a:ext cx="6767744" cy="253916"/>
          </a:xfrm>
          <a:prstGeom prst="rect">
            <a:avLst/>
          </a:prstGeom>
        </p:spPr>
        <p:txBody>
          <a:bodyPr wrap="square">
            <a:spAutoFit/>
          </a:bodyPr>
          <a:lstStyle/>
          <a:p>
            <a:pPr algn="r"/>
            <a:r>
              <a:rPr lang="en-US" sz="1050" dirty="0">
                <a:solidFill>
                  <a:schemeClr val="bg1"/>
                </a:solidFill>
              </a:rPr>
              <a:t>Barnes KA, Anderson ML, Stofan JR, et. al. </a:t>
            </a:r>
            <a:r>
              <a:rPr lang="en-US" sz="1050" i="1" dirty="0">
                <a:solidFill>
                  <a:schemeClr val="bg1"/>
                </a:solidFill>
              </a:rPr>
              <a:t>J Sports Sci.</a:t>
            </a:r>
            <a:r>
              <a:rPr lang="en-US" sz="1050" dirty="0">
                <a:solidFill>
                  <a:schemeClr val="bg1"/>
                </a:solidFill>
              </a:rPr>
              <a:t> 2019;37(20):2356-2366</a:t>
            </a:r>
          </a:p>
        </p:txBody>
      </p:sp>
      <p:cxnSp>
        <p:nvCxnSpPr>
          <p:cNvPr id="40" name="Straight Connector 39">
            <a:extLst>
              <a:ext uri="{FF2B5EF4-FFF2-40B4-BE49-F238E27FC236}">
                <a16:creationId xmlns:a16="http://schemas.microsoft.com/office/drawing/2014/main" id="{D8E8D01B-8A6C-294C-9DE6-6FC1CC7D5F97}"/>
              </a:ext>
            </a:extLst>
          </p:cNvPr>
          <p:cNvCxnSpPr>
            <a:cxnSpLocks/>
          </p:cNvCxnSpPr>
          <p:nvPr/>
        </p:nvCxnSpPr>
        <p:spPr>
          <a:xfrm>
            <a:off x="861848" y="1124607"/>
            <a:ext cx="9165021"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7637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a:xfrm>
            <a:off x="861848" y="538073"/>
            <a:ext cx="10926878" cy="849858"/>
          </a:xfrm>
        </p:spPr>
        <p:txBody>
          <a:bodyPr/>
          <a:lstStyle/>
          <a:p>
            <a:r>
              <a:rPr lang="en-US" dirty="0"/>
              <a:t>Factors impacting the variability in sweating rate</a:t>
            </a:r>
          </a:p>
        </p:txBody>
      </p:sp>
      <p:pic>
        <p:nvPicPr>
          <p:cNvPr id="4" name="Content Placeholder 5">
            <a:extLst>
              <a:ext uri="{FF2B5EF4-FFF2-40B4-BE49-F238E27FC236}">
                <a16:creationId xmlns:a16="http://schemas.microsoft.com/office/drawing/2014/main" id="{54EDB833-4955-40FF-A2B8-354B9CCF52A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37977" y="1543145"/>
            <a:ext cx="6138208" cy="4092138"/>
          </a:xfrm>
          <a:prstGeom prst="rect">
            <a:avLst/>
          </a:prstGeom>
          <a:ln>
            <a:solidFill>
              <a:schemeClr val="tx1"/>
            </a:solidFill>
          </a:ln>
        </p:spPr>
      </p:pic>
      <p:sp>
        <p:nvSpPr>
          <p:cNvPr id="5" name="Content Placeholder 2">
            <a:extLst>
              <a:ext uri="{FF2B5EF4-FFF2-40B4-BE49-F238E27FC236}">
                <a16:creationId xmlns:a16="http://schemas.microsoft.com/office/drawing/2014/main" id="{B3699942-B418-4930-BAA9-4F55E4B0E393}"/>
              </a:ext>
            </a:extLst>
          </p:cNvPr>
          <p:cNvSpPr txBox="1">
            <a:spLocks/>
          </p:cNvSpPr>
          <p:nvPr/>
        </p:nvSpPr>
        <p:spPr>
          <a:xfrm>
            <a:off x="965977" y="1513037"/>
            <a:ext cx="5983463" cy="4525119"/>
          </a:xfrm>
          <a:prstGeom prst="rect">
            <a:avLst/>
          </a:prstGeom>
        </p:spPr>
        <p:txBody>
          <a:bodyPr/>
          <a:lstStyle>
            <a:lvl1pPr marL="0" indent="0" algn="l" defTabSz="457200" rtl="0" eaLnBrk="1" latinLnBrk="0" hangingPunct="1">
              <a:spcBef>
                <a:spcPts val="1200"/>
              </a:spcBef>
              <a:buClr>
                <a:srgbClr val="FF4C00"/>
              </a:buClr>
              <a:buFont typeface="Arial"/>
              <a:buNone/>
              <a:defRPr sz="2400" b="1" i="0" kern="1200">
                <a:solidFill>
                  <a:srgbClr val="868686"/>
                </a:solidFill>
                <a:latin typeface="Proxima Nova" charset="0"/>
                <a:ea typeface="Proxima Nova" charset="0"/>
                <a:cs typeface="Proxima Nova" charset="0"/>
              </a:defRPr>
            </a:lvl1pPr>
            <a:lvl2pPr marL="0" indent="0" algn="l" defTabSz="457200" rtl="0" eaLnBrk="1" latinLnBrk="0" hangingPunct="1">
              <a:spcBef>
                <a:spcPts val="800"/>
              </a:spcBef>
              <a:buClr>
                <a:srgbClr val="FF4C00"/>
              </a:buClr>
              <a:buFont typeface="Arial"/>
              <a:buNone/>
              <a:defRPr sz="2000" b="0" i="0" kern="1200">
                <a:solidFill>
                  <a:srgbClr val="868686"/>
                </a:solidFill>
                <a:latin typeface="Proxima Nova Regular"/>
                <a:ea typeface="+mn-ea"/>
                <a:cs typeface="Proxima Nova Regular"/>
              </a:defRPr>
            </a:lvl2pPr>
            <a:lvl3pPr marL="174625" indent="-166688" algn="l" defTabSz="457200" rtl="0" eaLnBrk="1" latinLnBrk="0" hangingPunct="1">
              <a:spcBef>
                <a:spcPts val="800"/>
              </a:spcBef>
              <a:buClr>
                <a:srgbClr val="046A38"/>
              </a:buClr>
              <a:buFont typeface="Arial" charset="0"/>
              <a:buChar char="•"/>
              <a:tabLst/>
              <a:defRPr sz="2000" b="0" i="0" kern="1200">
                <a:solidFill>
                  <a:srgbClr val="868686"/>
                </a:solidFill>
                <a:latin typeface="Proxima Nova Regular"/>
                <a:ea typeface="+mn-ea"/>
                <a:cs typeface="Proxima Nova Regular"/>
              </a:defRPr>
            </a:lvl3pPr>
            <a:lvl4pPr marL="401638" indent="-166688" algn="l" defTabSz="457200" rtl="0" eaLnBrk="1" latinLnBrk="0" hangingPunct="1">
              <a:spcBef>
                <a:spcPts val="400"/>
              </a:spcBef>
              <a:buClr>
                <a:srgbClr val="046A38"/>
              </a:buClr>
              <a:buFont typeface="Arial" charset="0"/>
              <a:buChar char="•"/>
              <a:tabLst/>
              <a:defRPr sz="1600" b="0" i="0" kern="1200">
                <a:solidFill>
                  <a:srgbClr val="868686"/>
                </a:solidFill>
                <a:latin typeface="Proxima Nova Regular"/>
                <a:ea typeface="+mn-ea"/>
                <a:cs typeface="Proxima Nova Regular"/>
              </a:defRPr>
            </a:lvl4pPr>
            <a:lvl5pPr marL="630238" indent="-166688" algn="l" defTabSz="457200" rtl="0" eaLnBrk="1" latinLnBrk="0" hangingPunct="1">
              <a:spcBef>
                <a:spcPts val="400"/>
              </a:spcBef>
              <a:buClr>
                <a:srgbClr val="046A38"/>
              </a:buClr>
              <a:buFont typeface="Arial" charset="0"/>
              <a:buChar char="•"/>
              <a:tabLst/>
              <a:defRPr sz="1600" b="0" i="0" kern="1200">
                <a:solidFill>
                  <a:srgbClr val="868686"/>
                </a:solidFill>
                <a:latin typeface="Proxima Nova Regular"/>
                <a:ea typeface="+mn-ea"/>
                <a:cs typeface="Proxima Nova Regular"/>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10000"/>
              </a:lnSpc>
              <a:spcBef>
                <a:spcPts val="0"/>
              </a:spcBef>
              <a:buClrTx/>
            </a:pPr>
            <a:r>
              <a:rPr lang="en-US" sz="2000">
                <a:solidFill>
                  <a:prstClr val="black"/>
                </a:solidFill>
                <a:latin typeface="+mn-lt"/>
                <a:cs typeface="Arial" pitchFamily="34" charset="0"/>
              </a:rPr>
              <a:t>Exercise intensity</a:t>
            </a:r>
          </a:p>
          <a:p>
            <a:pPr>
              <a:lnSpc>
                <a:spcPct val="110000"/>
              </a:lnSpc>
              <a:spcBef>
                <a:spcPts val="0"/>
              </a:spcBef>
              <a:buClrTx/>
            </a:pPr>
            <a:r>
              <a:rPr lang="en-US" sz="2000">
                <a:solidFill>
                  <a:prstClr val="black"/>
                </a:solidFill>
                <a:latin typeface="+mn-lt"/>
                <a:cs typeface="Arial" pitchFamily="34" charset="0"/>
              </a:rPr>
              <a:t>Body size</a:t>
            </a:r>
          </a:p>
          <a:p>
            <a:pPr>
              <a:lnSpc>
                <a:spcPct val="110000"/>
              </a:lnSpc>
              <a:spcBef>
                <a:spcPts val="0"/>
              </a:spcBef>
              <a:buClrTx/>
            </a:pPr>
            <a:r>
              <a:rPr lang="en-US" sz="2000">
                <a:solidFill>
                  <a:prstClr val="black"/>
                </a:solidFill>
                <a:latin typeface="+mn-lt"/>
                <a:cs typeface="Arial" pitchFamily="34" charset="0"/>
              </a:rPr>
              <a:t>Environmental conditions</a:t>
            </a:r>
          </a:p>
          <a:p>
            <a:pPr>
              <a:lnSpc>
                <a:spcPct val="110000"/>
              </a:lnSpc>
              <a:spcBef>
                <a:spcPts val="0"/>
              </a:spcBef>
              <a:buClrTx/>
            </a:pPr>
            <a:r>
              <a:rPr lang="en-US" sz="1600">
                <a:solidFill>
                  <a:prstClr val="black"/>
                </a:solidFill>
                <a:latin typeface="+mn-lt"/>
                <a:cs typeface="Arial" pitchFamily="34" charset="0"/>
              </a:rPr>
              <a:t>(temperature, humidity, solar load, wind) </a:t>
            </a:r>
          </a:p>
          <a:p>
            <a:pPr>
              <a:lnSpc>
                <a:spcPct val="110000"/>
              </a:lnSpc>
              <a:spcBef>
                <a:spcPts val="0"/>
              </a:spcBef>
              <a:buClrTx/>
            </a:pPr>
            <a:r>
              <a:rPr lang="en-US" sz="2000" b="0">
                <a:solidFill>
                  <a:prstClr val="black"/>
                </a:solidFill>
                <a:latin typeface="+mn-lt"/>
                <a:cs typeface="Arial" pitchFamily="34" charset="0"/>
              </a:rPr>
              <a:t>Heat acclimatization </a:t>
            </a:r>
          </a:p>
          <a:p>
            <a:pPr>
              <a:lnSpc>
                <a:spcPct val="110000"/>
              </a:lnSpc>
              <a:spcBef>
                <a:spcPts val="0"/>
              </a:spcBef>
              <a:buClrTx/>
            </a:pPr>
            <a:r>
              <a:rPr lang="en-US" sz="2000" b="0">
                <a:solidFill>
                  <a:prstClr val="black"/>
                </a:solidFill>
                <a:latin typeface="+mn-lt"/>
                <a:cs typeface="Arial" pitchFamily="34" charset="0"/>
              </a:rPr>
              <a:t>Fitness</a:t>
            </a:r>
          </a:p>
          <a:p>
            <a:pPr>
              <a:lnSpc>
                <a:spcPct val="110000"/>
              </a:lnSpc>
              <a:spcBef>
                <a:spcPts val="0"/>
              </a:spcBef>
              <a:buClrTx/>
            </a:pPr>
            <a:r>
              <a:rPr lang="en-US" sz="2000" b="0">
                <a:solidFill>
                  <a:prstClr val="black"/>
                </a:solidFill>
                <a:latin typeface="+mn-lt"/>
                <a:cs typeface="Arial" pitchFamily="34" charset="0"/>
              </a:rPr>
              <a:t>Clothing/equipment worn</a:t>
            </a:r>
          </a:p>
          <a:p>
            <a:pPr>
              <a:lnSpc>
                <a:spcPct val="110000"/>
              </a:lnSpc>
              <a:spcBef>
                <a:spcPts val="0"/>
              </a:spcBef>
              <a:buClrTx/>
            </a:pPr>
            <a:r>
              <a:rPr lang="en-US" sz="2000" b="0">
                <a:solidFill>
                  <a:prstClr val="black"/>
                </a:solidFill>
                <a:latin typeface="+mn-lt"/>
                <a:cs typeface="Arial" pitchFamily="34" charset="0"/>
              </a:rPr>
              <a:t>Body composition</a:t>
            </a:r>
          </a:p>
          <a:p>
            <a:pPr>
              <a:lnSpc>
                <a:spcPct val="110000"/>
              </a:lnSpc>
              <a:spcBef>
                <a:spcPts val="0"/>
              </a:spcBef>
              <a:buClrTx/>
            </a:pPr>
            <a:r>
              <a:rPr lang="en-US" sz="2000" b="0">
                <a:solidFill>
                  <a:prstClr val="black"/>
                </a:solidFill>
                <a:latin typeface="+mn-lt"/>
                <a:cs typeface="Arial" pitchFamily="34" charset="0"/>
              </a:rPr>
              <a:t>Hydration status </a:t>
            </a:r>
          </a:p>
          <a:p>
            <a:pPr>
              <a:lnSpc>
                <a:spcPct val="110000"/>
              </a:lnSpc>
              <a:spcBef>
                <a:spcPts val="0"/>
              </a:spcBef>
              <a:buClrTx/>
            </a:pPr>
            <a:r>
              <a:rPr lang="en-US" sz="2000" b="0">
                <a:solidFill>
                  <a:prstClr val="black"/>
                </a:solidFill>
                <a:latin typeface="+mn-lt"/>
                <a:cs typeface="Arial" pitchFamily="34" charset="0"/>
              </a:rPr>
              <a:t>Age (maturation)</a:t>
            </a:r>
          </a:p>
          <a:p>
            <a:pPr>
              <a:lnSpc>
                <a:spcPct val="110000"/>
              </a:lnSpc>
              <a:spcBef>
                <a:spcPts val="0"/>
              </a:spcBef>
              <a:buClrTx/>
            </a:pPr>
            <a:r>
              <a:rPr lang="en-US" sz="2000" b="0">
                <a:solidFill>
                  <a:prstClr val="black"/>
                </a:solidFill>
                <a:latin typeface="+mn-lt"/>
                <a:cs typeface="Arial" pitchFamily="34" charset="0"/>
              </a:rPr>
              <a:t>Genetics</a:t>
            </a:r>
          </a:p>
          <a:p>
            <a:pPr>
              <a:lnSpc>
                <a:spcPct val="110000"/>
              </a:lnSpc>
              <a:spcBef>
                <a:spcPts val="0"/>
              </a:spcBef>
              <a:buClrTx/>
            </a:pPr>
            <a:r>
              <a:rPr lang="en-US" sz="2000" b="0">
                <a:solidFill>
                  <a:prstClr val="black"/>
                </a:solidFill>
                <a:latin typeface="+mn-lt"/>
                <a:cs typeface="Arial" pitchFamily="34" charset="0"/>
              </a:rPr>
              <a:t>Methodology</a:t>
            </a:r>
          </a:p>
          <a:p>
            <a:pPr marL="222250">
              <a:spcBef>
                <a:spcPts val="0"/>
              </a:spcBef>
            </a:pPr>
            <a:endParaRPr lang="en-US" sz="2000">
              <a:solidFill>
                <a:prstClr val="black"/>
              </a:solidFill>
              <a:latin typeface="Arial"/>
            </a:endParaRPr>
          </a:p>
          <a:p>
            <a:pPr>
              <a:spcBef>
                <a:spcPts val="0"/>
              </a:spcBef>
            </a:pPr>
            <a:endParaRPr lang="en-US" sz="2000">
              <a:solidFill>
                <a:prstClr val="black"/>
              </a:solidFill>
              <a:latin typeface="Arial"/>
            </a:endParaRPr>
          </a:p>
          <a:p>
            <a:pPr>
              <a:spcBef>
                <a:spcPts val="0"/>
              </a:spcBef>
            </a:pPr>
            <a:endParaRPr lang="en-US" sz="2000">
              <a:solidFill>
                <a:prstClr val="black"/>
              </a:solidFill>
              <a:latin typeface="Arial"/>
            </a:endParaRPr>
          </a:p>
          <a:p>
            <a:pPr>
              <a:spcBef>
                <a:spcPts val="0"/>
              </a:spcBef>
            </a:pPr>
            <a:endParaRPr lang="en-US" sz="2000">
              <a:solidFill>
                <a:prstClr val="black"/>
              </a:solidFill>
              <a:latin typeface="Arial"/>
            </a:endParaRPr>
          </a:p>
          <a:p>
            <a:pPr>
              <a:spcBef>
                <a:spcPts val="0"/>
              </a:spcBef>
            </a:pPr>
            <a:endParaRPr lang="en-US" sz="2000">
              <a:solidFill>
                <a:prstClr val="black"/>
              </a:solidFill>
              <a:latin typeface="Arial"/>
            </a:endParaRPr>
          </a:p>
          <a:p>
            <a:pPr>
              <a:spcBef>
                <a:spcPts val="0"/>
              </a:spcBef>
            </a:pPr>
            <a:endParaRPr lang="en-US" sz="2000">
              <a:solidFill>
                <a:prstClr val="black"/>
              </a:solidFill>
              <a:latin typeface="Arial"/>
            </a:endParaRPr>
          </a:p>
          <a:p>
            <a:endParaRPr lang="en-US">
              <a:latin typeface="Arial"/>
            </a:endParaRPr>
          </a:p>
        </p:txBody>
      </p:sp>
      <p:cxnSp>
        <p:nvCxnSpPr>
          <p:cNvPr id="6" name="Straight Connector 5">
            <a:extLst>
              <a:ext uri="{FF2B5EF4-FFF2-40B4-BE49-F238E27FC236}">
                <a16:creationId xmlns:a16="http://schemas.microsoft.com/office/drawing/2014/main" id="{21BD8A9F-4D92-7441-975D-7A5ADCCFB20B}"/>
              </a:ext>
            </a:extLst>
          </p:cNvPr>
          <p:cNvCxnSpPr>
            <a:cxnSpLocks/>
          </p:cNvCxnSpPr>
          <p:nvPr/>
        </p:nvCxnSpPr>
        <p:spPr>
          <a:xfrm>
            <a:off x="861848" y="1124607"/>
            <a:ext cx="10814337"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7102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Sweat Loss Calculations</a:t>
            </a:r>
          </a:p>
        </p:txBody>
      </p:sp>
      <p:grpSp>
        <p:nvGrpSpPr>
          <p:cNvPr id="4" name="Group 3">
            <a:extLst>
              <a:ext uri="{FF2B5EF4-FFF2-40B4-BE49-F238E27FC236}">
                <a16:creationId xmlns:a16="http://schemas.microsoft.com/office/drawing/2014/main" id="{D1D453BF-ADFD-4232-87A3-C18CF187451D}"/>
              </a:ext>
            </a:extLst>
          </p:cNvPr>
          <p:cNvGrpSpPr/>
          <p:nvPr/>
        </p:nvGrpSpPr>
        <p:grpSpPr>
          <a:xfrm>
            <a:off x="8157605" y="165804"/>
            <a:ext cx="2162432" cy="2072640"/>
            <a:chOff x="3090779" y="1124422"/>
            <a:chExt cx="2564602" cy="2356514"/>
          </a:xfrm>
        </p:grpSpPr>
        <p:pic>
          <p:nvPicPr>
            <p:cNvPr id="5" name="Picture 4">
              <a:extLst>
                <a:ext uri="{FF2B5EF4-FFF2-40B4-BE49-F238E27FC236}">
                  <a16:creationId xmlns:a16="http://schemas.microsoft.com/office/drawing/2014/main" id="{28A01CF5-19EF-46EB-B487-4E497605E03C}"/>
                </a:ext>
              </a:extLst>
            </p:cNvPr>
            <p:cNvPicPr>
              <a:picLocks noChangeAspect="1"/>
            </p:cNvPicPr>
            <p:nvPr/>
          </p:nvPicPr>
          <p:blipFill>
            <a:blip r:embed="rId2" cstate="email">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a:ext>
              </a:extLst>
            </a:blip>
            <a:stretch>
              <a:fillRect/>
            </a:stretch>
          </p:blipFill>
          <p:spPr>
            <a:xfrm>
              <a:off x="3090779" y="1124422"/>
              <a:ext cx="2564602" cy="2356514"/>
            </a:xfrm>
            <a:prstGeom prst="rect">
              <a:avLst/>
            </a:prstGeom>
            <a:blipFill dpi="0" rotWithShape="1">
              <a:blip r:embed="rId4">
                <a:alphaModFix amt="0"/>
              </a:blip>
              <a:srcRect/>
              <a:tile tx="0" ty="0" sx="100000" sy="100000" flip="none" algn="tl"/>
            </a:blipFill>
          </p:spPr>
        </p:pic>
        <p:sp>
          <p:nvSpPr>
            <p:cNvPr id="6" name="Up Arrow 4">
              <a:extLst>
                <a:ext uri="{FF2B5EF4-FFF2-40B4-BE49-F238E27FC236}">
                  <a16:creationId xmlns:a16="http://schemas.microsoft.com/office/drawing/2014/main" id="{F0B946D5-1558-4FE5-A425-DB9F15DB764E}"/>
                </a:ext>
              </a:extLst>
            </p:cNvPr>
            <p:cNvSpPr/>
            <p:nvPr/>
          </p:nvSpPr>
          <p:spPr>
            <a:xfrm>
              <a:off x="3411501" y="2060775"/>
              <a:ext cx="252483" cy="627797"/>
            </a:xfrm>
            <a:prstGeom prst="upArrow">
              <a:avLst/>
            </a:prstGeom>
            <a:solidFill>
              <a:srgbClr val="3BBBF2"/>
            </a:solidFill>
            <a:ln w="6350" cap="flat" cmpd="sng" algn="ctr">
              <a:solidFill>
                <a:srgbClr val="3BBBF2"/>
              </a:solidFill>
              <a:prstDash val="solid"/>
            </a:ln>
            <a:effectLst/>
            <a:sp3d/>
          </p:spPr>
          <p:txBody>
            <a:bodyPr spcFirstLastPara="0" vert="horz" wrap="square" lIns="8255" tIns="0" rIns="8255" bIns="0" numCol="1" spcCol="1270" rtlCol="0" anchor="ctr" anchorCtr="0">
              <a:noAutofit/>
            </a:bodyPr>
            <a:lstStyle/>
            <a:p>
              <a:pPr marL="0" marR="0" lvl="0" indent="0" algn="ctr" defTabSz="577850" eaLnBrk="1" fontAlgn="auto" latinLnBrk="0" hangingPunct="1">
                <a:lnSpc>
                  <a:spcPct val="100000"/>
                </a:lnSpc>
                <a:spcBef>
                  <a:spcPct val="0"/>
                </a:spcBef>
                <a:spcAft>
                  <a:spcPts val="400"/>
                </a:spcAft>
                <a:buClrTx/>
                <a:buSzTx/>
                <a:buFontTx/>
                <a:buNone/>
                <a:tabLst/>
                <a:defRPr/>
              </a:pPr>
              <a:endParaRPr kumimoji="0" lang="en-US" sz="1400" b="0" i="0" u="none" strike="noStrike" kern="0" cap="none" spc="0" normalizeH="0" baseline="0" noProof="0">
                <a:ln>
                  <a:noFill/>
                </a:ln>
                <a:solidFill>
                  <a:srgbClr val="FF4C00"/>
                </a:solidFill>
                <a:effectLst/>
                <a:uLnTx/>
                <a:uFillTx/>
                <a:latin typeface="Proxima Nova Extrabld"/>
                <a:ea typeface="+mn-ea"/>
                <a:cs typeface="Proxima Nova Extrabld"/>
              </a:endParaRPr>
            </a:p>
          </p:txBody>
        </p:sp>
        <p:sp>
          <p:nvSpPr>
            <p:cNvPr id="8" name="Up Arrow 5">
              <a:extLst>
                <a:ext uri="{FF2B5EF4-FFF2-40B4-BE49-F238E27FC236}">
                  <a16:creationId xmlns:a16="http://schemas.microsoft.com/office/drawing/2014/main" id="{BC513EC2-E874-4573-B660-3D1511073943}"/>
                </a:ext>
              </a:extLst>
            </p:cNvPr>
            <p:cNvSpPr/>
            <p:nvPr/>
          </p:nvSpPr>
          <p:spPr>
            <a:xfrm rot="10800000">
              <a:off x="5099274" y="2060775"/>
              <a:ext cx="252483" cy="627797"/>
            </a:xfrm>
            <a:prstGeom prst="upArrow">
              <a:avLst/>
            </a:prstGeom>
            <a:solidFill>
              <a:srgbClr val="3BBBF2"/>
            </a:solidFill>
            <a:ln w="6350" cap="flat" cmpd="sng" algn="ctr">
              <a:solidFill>
                <a:srgbClr val="3BBBF2"/>
              </a:solidFill>
              <a:prstDash val="solid"/>
            </a:ln>
            <a:effectLst/>
            <a:sp3d/>
          </p:spPr>
          <p:txBody>
            <a:bodyPr spcFirstLastPara="0" vert="horz" wrap="square" lIns="8255" tIns="0" rIns="8255" bIns="0" numCol="1" spcCol="1270" rtlCol="0" anchor="ctr" anchorCtr="0">
              <a:noAutofit/>
            </a:bodyPr>
            <a:lstStyle/>
            <a:p>
              <a:pPr marL="0" marR="0" lvl="0" indent="0" algn="ctr" defTabSz="577850" eaLnBrk="1" fontAlgn="auto" latinLnBrk="0" hangingPunct="1">
                <a:lnSpc>
                  <a:spcPct val="100000"/>
                </a:lnSpc>
                <a:spcBef>
                  <a:spcPct val="0"/>
                </a:spcBef>
                <a:spcAft>
                  <a:spcPts val="400"/>
                </a:spcAft>
                <a:buClrTx/>
                <a:buSzTx/>
                <a:buFontTx/>
                <a:buNone/>
                <a:tabLst/>
                <a:defRPr/>
              </a:pPr>
              <a:endParaRPr kumimoji="0" lang="en-US" sz="1400" b="0" i="0" u="none" strike="noStrike" kern="0" cap="none" spc="0" normalizeH="0" baseline="0" noProof="0">
                <a:ln>
                  <a:noFill/>
                </a:ln>
                <a:solidFill>
                  <a:srgbClr val="FF4C00"/>
                </a:solidFill>
                <a:effectLst/>
                <a:uLnTx/>
                <a:uFillTx/>
                <a:latin typeface="Proxima Nova Extrabld"/>
                <a:ea typeface="+mn-ea"/>
                <a:cs typeface="Proxima Nova Extrabld"/>
              </a:endParaRPr>
            </a:p>
          </p:txBody>
        </p:sp>
      </p:grpSp>
      <p:sp>
        <p:nvSpPr>
          <p:cNvPr id="10" name="TextBox 9">
            <a:extLst>
              <a:ext uri="{FF2B5EF4-FFF2-40B4-BE49-F238E27FC236}">
                <a16:creationId xmlns:a16="http://schemas.microsoft.com/office/drawing/2014/main" id="{D73F14C0-CC46-4D4E-BFB7-66FF4FCD2B86}"/>
              </a:ext>
            </a:extLst>
          </p:cNvPr>
          <p:cNvSpPr txBox="1"/>
          <p:nvPr/>
        </p:nvSpPr>
        <p:spPr>
          <a:xfrm>
            <a:off x="10411477" y="526983"/>
            <a:ext cx="1562669" cy="954107"/>
          </a:xfrm>
          <a:prstGeom prst="rect">
            <a:avLst/>
          </a:prstGeom>
          <a:noFill/>
        </p:spPr>
        <p:txBody>
          <a:bodyPr wrap="square" rtlCol="0">
            <a:spAutoFit/>
          </a:bodyPr>
          <a:lstStyle/>
          <a:p>
            <a:pPr defTabSz="457200"/>
            <a:r>
              <a:rPr lang="en-US" sz="1600" u="sng">
                <a:solidFill>
                  <a:prstClr val="black"/>
                </a:solidFill>
              </a:rPr>
              <a:t>Mass gain</a:t>
            </a:r>
          </a:p>
          <a:p>
            <a:pPr defTabSz="457200"/>
            <a:endParaRPr lang="en-US" sz="800">
              <a:solidFill>
                <a:prstClr val="black"/>
              </a:solidFill>
            </a:endParaRPr>
          </a:p>
          <a:p>
            <a:pPr defTabSz="457200"/>
            <a:r>
              <a:rPr lang="en-US" sz="1600">
                <a:solidFill>
                  <a:prstClr val="black"/>
                </a:solidFill>
              </a:rPr>
              <a:t>Drinking</a:t>
            </a:r>
          </a:p>
          <a:p>
            <a:pPr defTabSz="457200"/>
            <a:r>
              <a:rPr lang="en-US" sz="1600">
                <a:solidFill>
                  <a:prstClr val="black"/>
                </a:solidFill>
              </a:rPr>
              <a:t>Eating</a:t>
            </a:r>
          </a:p>
        </p:txBody>
      </p:sp>
      <p:sp>
        <p:nvSpPr>
          <p:cNvPr id="11" name="TextBox 10">
            <a:extLst>
              <a:ext uri="{FF2B5EF4-FFF2-40B4-BE49-F238E27FC236}">
                <a16:creationId xmlns:a16="http://schemas.microsoft.com/office/drawing/2014/main" id="{DABAB6C1-CAB8-40B5-B7C6-D6B96709C625}"/>
              </a:ext>
            </a:extLst>
          </p:cNvPr>
          <p:cNvSpPr txBox="1"/>
          <p:nvPr/>
        </p:nvSpPr>
        <p:spPr>
          <a:xfrm>
            <a:off x="6765335" y="553079"/>
            <a:ext cx="1562669" cy="954107"/>
          </a:xfrm>
          <a:prstGeom prst="rect">
            <a:avLst/>
          </a:prstGeom>
          <a:noFill/>
        </p:spPr>
        <p:txBody>
          <a:bodyPr wrap="square" rtlCol="0">
            <a:spAutoFit/>
          </a:bodyPr>
          <a:lstStyle/>
          <a:p>
            <a:pPr defTabSz="457200"/>
            <a:r>
              <a:rPr lang="en-US" sz="1600" u="sng">
                <a:solidFill>
                  <a:prstClr val="black"/>
                </a:solidFill>
              </a:rPr>
              <a:t>Mass loss</a:t>
            </a:r>
          </a:p>
          <a:p>
            <a:pPr defTabSz="457200"/>
            <a:endParaRPr lang="en-US" sz="800">
              <a:solidFill>
                <a:prstClr val="black"/>
              </a:solidFill>
            </a:endParaRPr>
          </a:p>
          <a:p>
            <a:pPr defTabSz="457200"/>
            <a:r>
              <a:rPr lang="en-US" sz="1600">
                <a:solidFill>
                  <a:prstClr val="black"/>
                </a:solidFill>
              </a:rPr>
              <a:t>Sweat</a:t>
            </a:r>
          </a:p>
          <a:p>
            <a:pPr defTabSz="457200"/>
            <a:r>
              <a:rPr lang="en-US" sz="1600">
                <a:solidFill>
                  <a:prstClr val="black"/>
                </a:solidFill>
              </a:rPr>
              <a:t>Urine</a:t>
            </a:r>
          </a:p>
        </p:txBody>
      </p:sp>
      <p:sp>
        <p:nvSpPr>
          <p:cNvPr id="12" name="TextBox 11">
            <a:extLst>
              <a:ext uri="{FF2B5EF4-FFF2-40B4-BE49-F238E27FC236}">
                <a16:creationId xmlns:a16="http://schemas.microsoft.com/office/drawing/2014/main" id="{907D4EFD-3A72-47BE-BA86-95C8DE2C66AB}"/>
              </a:ext>
            </a:extLst>
          </p:cNvPr>
          <p:cNvSpPr txBox="1"/>
          <p:nvPr/>
        </p:nvSpPr>
        <p:spPr>
          <a:xfrm>
            <a:off x="6765335" y="1433140"/>
            <a:ext cx="2162431" cy="707886"/>
          </a:xfrm>
          <a:prstGeom prst="rect">
            <a:avLst/>
          </a:prstGeom>
          <a:noFill/>
        </p:spPr>
        <p:txBody>
          <a:bodyPr wrap="square" rtlCol="0">
            <a:spAutoFit/>
          </a:bodyPr>
          <a:lstStyle/>
          <a:p>
            <a:pPr defTabSz="457200"/>
            <a:r>
              <a:rPr lang="en-US" sz="1600">
                <a:solidFill>
                  <a:prstClr val="black"/>
                </a:solidFill>
              </a:rPr>
              <a:t>Respiration </a:t>
            </a:r>
          </a:p>
          <a:p>
            <a:pPr defTabSz="457200"/>
            <a:r>
              <a:rPr lang="en-US" sz="1200">
                <a:solidFill>
                  <a:prstClr val="black"/>
                </a:solidFill>
              </a:rPr>
              <a:t>(fuel oxidation, </a:t>
            </a:r>
          </a:p>
          <a:p>
            <a:pPr defTabSz="457200"/>
            <a:r>
              <a:rPr lang="en-US" sz="1200">
                <a:solidFill>
                  <a:prstClr val="black"/>
                </a:solidFill>
              </a:rPr>
              <a:t>water vapor)</a:t>
            </a:r>
          </a:p>
        </p:txBody>
      </p:sp>
      <p:sp>
        <p:nvSpPr>
          <p:cNvPr id="13" name="TextBox 12">
            <a:extLst>
              <a:ext uri="{FF2B5EF4-FFF2-40B4-BE49-F238E27FC236}">
                <a16:creationId xmlns:a16="http://schemas.microsoft.com/office/drawing/2014/main" id="{41120F2E-F62A-4DD0-9E83-B00497AD5253}"/>
              </a:ext>
            </a:extLst>
          </p:cNvPr>
          <p:cNvSpPr txBox="1"/>
          <p:nvPr/>
        </p:nvSpPr>
        <p:spPr>
          <a:xfrm>
            <a:off x="953288" y="2611397"/>
            <a:ext cx="10568152" cy="3462486"/>
          </a:xfrm>
          <a:prstGeom prst="rect">
            <a:avLst/>
          </a:prstGeom>
          <a:noFill/>
        </p:spPr>
        <p:txBody>
          <a:bodyPr wrap="square" rtlCol="0">
            <a:spAutoFit/>
          </a:bodyPr>
          <a:lstStyle/>
          <a:p>
            <a:pPr>
              <a:lnSpc>
                <a:spcPct val="150000"/>
              </a:lnSpc>
            </a:pPr>
            <a:r>
              <a:rPr lang="en-US" sz="2000" b="1">
                <a:solidFill>
                  <a:prstClr val="black"/>
                </a:solidFill>
              </a:rPr>
              <a:t>Sweat Loss </a:t>
            </a:r>
            <a:r>
              <a:rPr lang="en-US" sz="2000">
                <a:solidFill>
                  <a:prstClr val="black"/>
                </a:solidFill>
              </a:rPr>
              <a:t>= [Pre-Ex Body Mass – (Post-Ex Body Mass – Fluid &amp; Food + Urine &amp; Resp)]</a:t>
            </a:r>
          </a:p>
          <a:p>
            <a:pPr>
              <a:lnSpc>
                <a:spcPct val="150000"/>
              </a:lnSpc>
            </a:pPr>
            <a:endParaRPr lang="en-US" sz="1600">
              <a:solidFill>
                <a:prstClr val="black"/>
              </a:solidFill>
            </a:endParaRPr>
          </a:p>
          <a:p>
            <a:pPr>
              <a:lnSpc>
                <a:spcPct val="150000"/>
              </a:lnSpc>
            </a:pPr>
            <a:r>
              <a:rPr lang="en-US" sz="1600">
                <a:solidFill>
                  <a:prstClr val="black"/>
                </a:solidFill>
              </a:rPr>
              <a:t>Respiratory losses = 0.2 g/kcal of energy expended during exercise.  Because of the relatively small contribution of respiratory losses to total body mass loss and because energy expenditure is difficult to measure, this part of the equation is usually dropped for acute bouts of exercise.</a:t>
            </a:r>
          </a:p>
          <a:p>
            <a:pPr>
              <a:lnSpc>
                <a:spcPct val="150000"/>
              </a:lnSpc>
            </a:pPr>
            <a:endParaRPr lang="en-US" sz="1600">
              <a:solidFill>
                <a:prstClr val="black"/>
              </a:solidFill>
            </a:endParaRPr>
          </a:p>
          <a:p>
            <a:pPr>
              <a:lnSpc>
                <a:spcPct val="150000"/>
              </a:lnSpc>
            </a:pPr>
            <a:r>
              <a:rPr lang="en-US" sz="2000" b="1">
                <a:solidFill>
                  <a:prstClr val="black"/>
                </a:solidFill>
              </a:rPr>
              <a:t>Sweat Loss </a:t>
            </a:r>
            <a:r>
              <a:rPr lang="en-US" sz="2000">
                <a:solidFill>
                  <a:prstClr val="black"/>
                </a:solidFill>
              </a:rPr>
              <a:t>= [Pre-Ex Body Mass – (Post-Ex Body Mass – Fluid &amp; Food + Urine)]</a:t>
            </a:r>
            <a:endParaRPr lang="en-US" sz="1600">
              <a:solidFill>
                <a:prstClr val="black"/>
              </a:solidFill>
            </a:endParaRPr>
          </a:p>
          <a:p>
            <a:endParaRPr lang="en-US" sz="1300">
              <a:solidFill>
                <a:prstClr val="black"/>
              </a:solidFill>
            </a:endParaRPr>
          </a:p>
          <a:p>
            <a:endParaRPr lang="en-US" sz="1300">
              <a:solidFill>
                <a:prstClr val="black"/>
              </a:solidFill>
            </a:endParaRPr>
          </a:p>
          <a:p>
            <a:r>
              <a:rPr lang="en-US" sz="1300">
                <a:solidFill>
                  <a:prstClr val="black"/>
                </a:solidFill>
              </a:rPr>
              <a:t> </a:t>
            </a:r>
          </a:p>
        </p:txBody>
      </p:sp>
      <p:sp>
        <p:nvSpPr>
          <p:cNvPr id="14" name="Rectangle 13">
            <a:extLst>
              <a:ext uri="{FF2B5EF4-FFF2-40B4-BE49-F238E27FC236}">
                <a16:creationId xmlns:a16="http://schemas.microsoft.com/office/drawing/2014/main" id="{84E9CF30-034C-4994-985C-60B0B0AC1645}"/>
              </a:ext>
            </a:extLst>
          </p:cNvPr>
          <p:cNvSpPr/>
          <p:nvPr/>
        </p:nvSpPr>
        <p:spPr>
          <a:xfrm>
            <a:off x="-2678367" y="6480371"/>
            <a:ext cx="14872231" cy="415498"/>
          </a:xfrm>
          <a:prstGeom prst="rect">
            <a:avLst/>
          </a:prstGeom>
        </p:spPr>
        <p:txBody>
          <a:bodyPr wrap="square">
            <a:spAutoFit/>
          </a:bodyPr>
          <a:lstStyle/>
          <a:p>
            <a:pPr algn="r"/>
            <a:r>
              <a:rPr lang="en-US" sz="700" dirty="0">
                <a:solidFill>
                  <a:schemeClr val="bg1"/>
                </a:solidFill>
              </a:rPr>
              <a:t>Sawka MN, Burke LM, Eichner ER, et. al. </a:t>
            </a:r>
            <a:r>
              <a:rPr lang="en-US" sz="700" i="1" dirty="0">
                <a:solidFill>
                  <a:schemeClr val="bg1"/>
                </a:solidFill>
              </a:rPr>
              <a:t>Med Sci Sports </a:t>
            </a:r>
            <a:r>
              <a:rPr lang="en-US" sz="700" i="1" dirty="0" err="1">
                <a:solidFill>
                  <a:schemeClr val="bg1"/>
                </a:solidFill>
              </a:rPr>
              <a:t>Exerc</a:t>
            </a:r>
            <a:r>
              <a:rPr lang="en-US" sz="700" i="1" dirty="0">
                <a:solidFill>
                  <a:schemeClr val="bg1"/>
                </a:solidFill>
              </a:rPr>
              <a:t>.</a:t>
            </a:r>
            <a:r>
              <a:rPr lang="en-US" sz="700" dirty="0">
                <a:solidFill>
                  <a:schemeClr val="bg1"/>
                </a:solidFill>
              </a:rPr>
              <a:t> 2007;39(2):377-390</a:t>
            </a:r>
          </a:p>
          <a:p>
            <a:pPr algn="r"/>
            <a:r>
              <a:rPr lang="en-US" sz="700" dirty="0" err="1">
                <a:solidFill>
                  <a:schemeClr val="bg1"/>
                </a:solidFill>
              </a:rPr>
              <a:t>Cheuvront</a:t>
            </a:r>
            <a:r>
              <a:rPr lang="en-US" sz="700" dirty="0">
                <a:solidFill>
                  <a:schemeClr val="bg1"/>
                </a:solidFill>
              </a:rPr>
              <a:t> and </a:t>
            </a:r>
            <a:r>
              <a:rPr lang="en-US" sz="700" dirty="0" err="1">
                <a:solidFill>
                  <a:schemeClr val="bg1"/>
                </a:solidFill>
              </a:rPr>
              <a:t>Montain</a:t>
            </a:r>
            <a:r>
              <a:rPr lang="en-US" sz="700" dirty="0">
                <a:solidFill>
                  <a:schemeClr val="bg1"/>
                </a:solidFill>
              </a:rPr>
              <a:t>. </a:t>
            </a:r>
            <a:r>
              <a:rPr lang="en-US" sz="700" i="1" dirty="0">
                <a:solidFill>
                  <a:schemeClr val="bg1"/>
                </a:solidFill>
              </a:rPr>
              <a:t>Exp Physiol.</a:t>
            </a:r>
            <a:r>
              <a:rPr lang="en-US" sz="700" dirty="0">
                <a:solidFill>
                  <a:schemeClr val="bg1"/>
                </a:solidFill>
              </a:rPr>
              <a:t> 2017;102:1047-1053</a:t>
            </a:r>
          </a:p>
          <a:p>
            <a:pPr algn="r"/>
            <a:r>
              <a:rPr lang="en-US" sz="700" dirty="0" err="1">
                <a:solidFill>
                  <a:schemeClr val="bg1"/>
                </a:solidFill>
              </a:rPr>
              <a:t>Cheuvront</a:t>
            </a:r>
            <a:r>
              <a:rPr lang="en-US" sz="700" dirty="0">
                <a:solidFill>
                  <a:schemeClr val="bg1"/>
                </a:solidFill>
              </a:rPr>
              <a:t> and </a:t>
            </a:r>
            <a:r>
              <a:rPr lang="en-US" sz="700" dirty="0" err="1">
                <a:solidFill>
                  <a:schemeClr val="bg1"/>
                </a:solidFill>
              </a:rPr>
              <a:t>Kenefick</a:t>
            </a:r>
            <a:r>
              <a:rPr lang="en-US" sz="700" dirty="0">
                <a:solidFill>
                  <a:schemeClr val="bg1"/>
                </a:solidFill>
              </a:rPr>
              <a:t>. </a:t>
            </a:r>
            <a:r>
              <a:rPr lang="en-US" sz="700" i="1" dirty="0">
                <a:solidFill>
                  <a:schemeClr val="bg1"/>
                </a:solidFill>
              </a:rPr>
              <a:t>J Appl Physiol. </a:t>
            </a:r>
            <a:r>
              <a:rPr lang="en-US" sz="700" dirty="0">
                <a:solidFill>
                  <a:schemeClr val="bg1"/>
                </a:solidFill>
              </a:rPr>
              <a:t>2017;123(3):632-636</a:t>
            </a:r>
          </a:p>
        </p:txBody>
      </p:sp>
      <p:cxnSp>
        <p:nvCxnSpPr>
          <p:cNvPr id="15" name="Straight Connector 14">
            <a:extLst>
              <a:ext uri="{FF2B5EF4-FFF2-40B4-BE49-F238E27FC236}">
                <a16:creationId xmlns:a16="http://schemas.microsoft.com/office/drawing/2014/main" id="{4D230483-CD1E-2C44-9EC4-C6B7221A1AE1}"/>
              </a:ext>
            </a:extLst>
          </p:cNvPr>
          <p:cNvCxnSpPr>
            <a:cxnSpLocks/>
          </p:cNvCxnSpPr>
          <p:nvPr/>
        </p:nvCxnSpPr>
        <p:spPr>
          <a:xfrm>
            <a:off x="861848" y="1124607"/>
            <a:ext cx="523415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984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p:txBody>
          <a:bodyPr/>
          <a:lstStyle/>
          <a:p>
            <a:pPr marL="342900" indent="-342900">
              <a:buFont typeface="Wingdings" panose="05000000000000000000" pitchFamily="2" charset="2"/>
              <a:buChar char="ü"/>
            </a:pPr>
            <a:r>
              <a:rPr lang="en-US"/>
              <a:t>Digital platform body weight scale with precision of 0.10 kg or better</a:t>
            </a:r>
          </a:p>
          <a:p>
            <a:pPr marL="342900" indent="-342900">
              <a:buFont typeface="Wingdings" panose="05000000000000000000" pitchFamily="2" charset="2"/>
              <a:buChar char="ü"/>
            </a:pPr>
            <a:r>
              <a:rPr lang="en-US"/>
              <a:t>Towels</a:t>
            </a:r>
          </a:p>
          <a:p>
            <a:pPr marL="342900" indent="-342900">
              <a:buFont typeface="Wingdings" panose="05000000000000000000" pitchFamily="2" charset="2"/>
              <a:buChar char="ü"/>
            </a:pPr>
            <a:r>
              <a:rPr lang="en-US"/>
              <a:t>Clock or Stopwatch</a:t>
            </a:r>
          </a:p>
          <a:p>
            <a:pPr marL="342900" indent="-342900">
              <a:buFont typeface="Wingdings" panose="05000000000000000000" pitchFamily="2" charset="2"/>
              <a:buChar char="ü"/>
            </a:pPr>
            <a:r>
              <a:rPr lang="en-US"/>
              <a:t>Drink Bottles</a:t>
            </a:r>
          </a:p>
          <a:p>
            <a:pPr marL="342900" indent="-342900">
              <a:buFont typeface="Wingdings" panose="05000000000000000000" pitchFamily="2" charset="2"/>
              <a:buChar char="ü"/>
            </a:pPr>
            <a:r>
              <a:rPr lang="en-US"/>
              <a:t>Small digital scale </a:t>
            </a:r>
          </a:p>
          <a:p>
            <a:pPr marL="342900" indent="-342900">
              <a:buFont typeface="Wingdings" panose="05000000000000000000" pitchFamily="2" charset="2"/>
              <a:buChar char="ü"/>
            </a:pPr>
            <a:r>
              <a:rPr lang="en-US"/>
              <a:t>Urine cup</a:t>
            </a:r>
          </a:p>
        </p:txBody>
      </p:sp>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Data Collection – Sweat Rate</a:t>
            </a:r>
          </a:p>
        </p:txBody>
      </p:sp>
      <p:sp>
        <p:nvSpPr>
          <p:cNvPr id="4" name="Text Placeholder 3">
            <a:extLst>
              <a:ext uri="{FF2B5EF4-FFF2-40B4-BE49-F238E27FC236}">
                <a16:creationId xmlns:a16="http://schemas.microsoft.com/office/drawing/2014/main" id="{FEAA9CCF-8DD1-4B1D-8EFC-1623A02C5296}"/>
              </a:ext>
            </a:extLst>
          </p:cNvPr>
          <p:cNvSpPr>
            <a:spLocks noGrp="1"/>
          </p:cNvSpPr>
          <p:nvPr>
            <p:ph type="body" sz="quarter" idx="11"/>
          </p:nvPr>
        </p:nvSpPr>
        <p:spPr>
          <a:xfrm>
            <a:off x="6316428" y="1860075"/>
            <a:ext cx="5174531" cy="3968221"/>
          </a:xfrm>
        </p:spPr>
        <p:txBody>
          <a:bodyPr/>
          <a:lstStyle/>
          <a:p>
            <a:pPr>
              <a:spcAft>
                <a:spcPts val="0"/>
              </a:spcAft>
            </a:pPr>
            <a:r>
              <a:rPr lang="en-US" sz="1600" u="sng"/>
              <a:t>Before Exercise</a:t>
            </a:r>
          </a:p>
          <a:p>
            <a:pPr marL="342900" indent="-342900">
              <a:spcAft>
                <a:spcPts val="0"/>
              </a:spcAft>
              <a:buFont typeface="Wingdings" panose="05000000000000000000" pitchFamily="2" charset="2"/>
              <a:buChar char="ü"/>
            </a:pPr>
            <a:r>
              <a:rPr lang="en-US" sz="1600"/>
              <a:t>Ask athlete to use the restroom, void bladder and bowels</a:t>
            </a:r>
          </a:p>
          <a:p>
            <a:pPr marL="342900" indent="-342900">
              <a:spcAft>
                <a:spcPts val="0"/>
              </a:spcAft>
              <a:buFont typeface="Wingdings" panose="05000000000000000000" pitchFamily="2" charset="2"/>
              <a:buChar char="ü"/>
            </a:pPr>
            <a:r>
              <a:rPr lang="en-US" sz="1600"/>
              <a:t>Weigh athlete while he/she is wearing minimal clothing (e.g., compression shorts, sports bra)</a:t>
            </a:r>
          </a:p>
          <a:p>
            <a:pPr marL="342900" indent="-342900">
              <a:spcAft>
                <a:spcPts val="0"/>
              </a:spcAft>
              <a:buFont typeface="Wingdings" panose="05000000000000000000" pitchFamily="2" charset="2"/>
              <a:buChar char="ü"/>
            </a:pPr>
            <a:r>
              <a:rPr lang="en-US" sz="1600"/>
              <a:t>Weigh drink bottles and food (bars, gels, </a:t>
            </a:r>
            <a:r>
              <a:rPr lang="en-US" sz="1600" err="1"/>
              <a:t>etc</a:t>
            </a:r>
            <a:r>
              <a:rPr lang="en-US" sz="1600"/>
              <a:t>), if applicable</a:t>
            </a:r>
          </a:p>
          <a:p>
            <a:pPr>
              <a:spcAft>
                <a:spcPts val="0"/>
              </a:spcAft>
            </a:pPr>
            <a:r>
              <a:rPr lang="en-US" sz="1600" u="sng"/>
              <a:t>During Exercise</a:t>
            </a:r>
          </a:p>
          <a:p>
            <a:pPr marL="285750" indent="-285750">
              <a:spcAft>
                <a:spcPts val="0"/>
              </a:spcAft>
              <a:buFont typeface="Wingdings" panose="05000000000000000000" pitchFamily="2" charset="2"/>
              <a:buChar char="ü"/>
            </a:pPr>
            <a:r>
              <a:rPr lang="en-US" sz="1600"/>
              <a:t>Collect urine loss in cup and weigh, if applicable</a:t>
            </a:r>
          </a:p>
          <a:p>
            <a:pPr>
              <a:spcAft>
                <a:spcPts val="0"/>
              </a:spcAft>
            </a:pPr>
            <a:r>
              <a:rPr lang="en-US" sz="1600" u="sng"/>
              <a:t>After Exercise</a:t>
            </a:r>
          </a:p>
          <a:p>
            <a:pPr marL="342900" indent="-342900">
              <a:spcAft>
                <a:spcPts val="0"/>
              </a:spcAft>
              <a:buFont typeface="Wingdings" panose="05000000000000000000" pitchFamily="2" charset="2"/>
              <a:buChar char="ü"/>
            </a:pPr>
            <a:r>
              <a:rPr lang="en-US" sz="1600"/>
              <a:t>Ask athlete to towel dry thoroughly</a:t>
            </a:r>
          </a:p>
          <a:p>
            <a:pPr marL="342900" indent="-342900">
              <a:spcAft>
                <a:spcPts val="0"/>
              </a:spcAft>
              <a:buFont typeface="Wingdings" panose="05000000000000000000" pitchFamily="2" charset="2"/>
              <a:buChar char="ü"/>
            </a:pPr>
            <a:r>
              <a:rPr lang="en-US" sz="1600"/>
              <a:t>Weigh athlete while wearing the same minimal clothing as before exercise</a:t>
            </a:r>
          </a:p>
          <a:p>
            <a:pPr marL="342900" indent="-342900">
              <a:spcAft>
                <a:spcPts val="0"/>
              </a:spcAft>
              <a:buFont typeface="Wingdings" panose="05000000000000000000" pitchFamily="2" charset="2"/>
              <a:buChar char="ü"/>
            </a:pPr>
            <a:r>
              <a:rPr lang="en-US" sz="1600"/>
              <a:t>Weigh drink bottles and food, if applicable</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Supplies needed</a:t>
            </a:r>
          </a:p>
        </p:txBody>
      </p:sp>
      <p:sp>
        <p:nvSpPr>
          <p:cNvPr id="6" name="Text Placeholder 5">
            <a:extLst>
              <a:ext uri="{FF2B5EF4-FFF2-40B4-BE49-F238E27FC236}">
                <a16:creationId xmlns:a16="http://schemas.microsoft.com/office/drawing/2014/main" id="{28DD8C42-3C07-4D0B-AE86-DDFB7D075136}"/>
              </a:ext>
            </a:extLst>
          </p:cNvPr>
          <p:cNvSpPr>
            <a:spLocks noGrp="1"/>
          </p:cNvSpPr>
          <p:nvPr>
            <p:ph type="body" sz="quarter" idx="13"/>
          </p:nvPr>
        </p:nvSpPr>
        <p:spPr>
          <a:xfrm>
            <a:off x="6316428" y="1327692"/>
            <a:ext cx="5031931" cy="508219"/>
          </a:xfrm>
        </p:spPr>
        <p:txBody>
          <a:bodyPr/>
          <a:lstStyle/>
          <a:p>
            <a:r>
              <a:rPr lang="en-US"/>
              <a:t>Instructions</a:t>
            </a:r>
          </a:p>
        </p:txBody>
      </p:sp>
      <p:pic>
        <p:nvPicPr>
          <p:cNvPr id="14" name="Picture 13">
            <a:extLst>
              <a:ext uri="{FF2B5EF4-FFF2-40B4-BE49-F238E27FC236}">
                <a16:creationId xmlns:a16="http://schemas.microsoft.com/office/drawing/2014/main" id="{5E69327C-687A-4D0C-AF01-685A2E75152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024004" y="5435841"/>
            <a:ext cx="1160497" cy="927201"/>
          </a:xfrm>
          <a:prstGeom prst="rect">
            <a:avLst/>
          </a:prstGeom>
        </p:spPr>
      </p:pic>
      <p:grpSp>
        <p:nvGrpSpPr>
          <p:cNvPr id="7" name="Group 6">
            <a:extLst>
              <a:ext uri="{FF2B5EF4-FFF2-40B4-BE49-F238E27FC236}">
                <a16:creationId xmlns:a16="http://schemas.microsoft.com/office/drawing/2014/main" id="{F531B818-57D0-4ADD-B968-4CB83639063D}"/>
              </a:ext>
            </a:extLst>
          </p:cNvPr>
          <p:cNvGrpSpPr/>
          <p:nvPr/>
        </p:nvGrpSpPr>
        <p:grpSpPr>
          <a:xfrm>
            <a:off x="1214189" y="5491639"/>
            <a:ext cx="748365" cy="735201"/>
            <a:chOff x="1263210" y="3926593"/>
            <a:chExt cx="1249631" cy="1290750"/>
          </a:xfrm>
        </p:grpSpPr>
        <p:sp>
          <p:nvSpPr>
            <p:cNvPr id="16" name="Freeform 17">
              <a:extLst>
                <a:ext uri="{FF2B5EF4-FFF2-40B4-BE49-F238E27FC236}">
                  <a16:creationId xmlns:a16="http://schemas.microsoft.com/office/drawing/2014/main" id="{C2EE6DB3-E236-4932-8E86-6A4B2A034998}"/>
                </a:ext>
              </a:extLst>
            </p:cNvPr>
            <p:cNvSpPr>
              <a:spLocks noEditPoints="1"/>
            </p:cNvSpPr>
            <p:nvPr/>
          </p:nvSpPr>
          <p:spPr bwMode="auto">
            <a:xfrm>
              <a:off x="1263210" y="3926593"/>
              <a:ext cx="1249631" cy="1290750"/>
            </a:xfrm>
            <a:custGeom>
              <a:avLst/>
              <a:gdLst>
                <a:gd name="T0" fmla="*/ 56 w 482"/>
                <a:gd name="T1" fmla="*/ 483 h 518"/>
                <a:gd name="T2" fmla="*/ 92 w 482"/>
                <a:gd name="T3" fmla="*/ 513 h 518"/>
                <a:gd name="T4" fmla="*/ 367 w 482"/>
                <a:gd name="T5" fmla="*/ 518 h 518"/>
                <a:gd name="T6" fmla="*/ 412 w 482"/>
                <a:gd name="T7" fmla="*/ 501 h 518"/>
                <a:gd name="T8" fmla="*/ 436 w 482"/>
                <a:gd name="T9" fmla="*/ 460 h 518"/>
                <a:gd name="T10" fmla="*/ 482 w 482"/>
                <a:gd name="T11" fmla="*/ 167 h 518"/>
                <a:gd name="T12" fmla="*/ 477 w 482"/>
                <a:gd name="T13" fmla="*/ 145 h 518"/>
                <a:gd name="T14" fmla="*/ 467 w 482"/>
                <a:gd name="T15" fmla="*/ 130 h 518"/>
                <a:gd name="T16" fmla="*/ 446 w 482"/>
                <a:gd name="T17" fmla="*/ 119 h 518"/>
                <a:gd name="T18" fmla="*/ 384 w 482"/>
                <a:gd name="T19" fmla="*/ 116 h 518"/>
                <a:gd name="T20" fmla="*/ 372 w 482"/>
                <a:gd name="T21" fmla="*/ 81 h 518"/>
                <a:gd name="T22" fmla="*/ 342 w 482"/>
                <a:gd name="T23" fmla="*/ 41 h 518"/>
                <a:gd name="T24" fmla="*/ 301 w 482"/>
                <a:gd name="T25" fmla="*/ 14 h 518"/>
                <a:gd name="T26" fmla="*/ 253 w 482"/>
                <a:gd name="T27" fmla="*/ 1 h 518"/>
                <a:gd name="T28" fmla="*/ 214 w 482"/>
                <a:gd name="T29" fmla="*/ 2 h 518"/>
                <a:gd name="T30" fmla="*/ 166 w 482"/>
                <a:gd name="T31" fmla="*/ 20 h 518"/>
                <a:gd name="T32" fmla="*/ 129 w 482"/>
                <a:gd name="T33" fmla="*/ 50 h 518"/>
                <a:gd name="T34" fmla="*/ 102 w 482"/>
                <a:gd name="T35" fmla="*/ 92 h 518"/>
                <a:gd name="T36" fmla="*/ 54 w 482"/>
                <a:gd name="T37" fmla="*/ 116 h 518"/>
                <a:gd name="T38" fmla="*/ 31 w 482"/>
                <a:gd name="T39" fmla="*/ 121 h 518"/>
                <a:gd name="T40" fmla="*/ 13 w 482"/>
                <a:gd name="T41" fmla="*/ 135 h 518"/>
                <a:gd name="T42" fmla="*/ 3 w 482"/>
                <a:gd name="T43" fmla="*/ 150 h 518"/>
                <a:gd name="T44" fmla="*/ 0 w 482"/>
                <a:gd name="T45" fmla="*/ 173 h 518"/>
                <a:gd name="T46" fmla="*/ 239 w 482"/>
                <a:gd name="T47" fmla="*/ 32 h 518"/>
                <a:gd name="T48" fmla="*/ 284 w 482"/>
                <a:gd name="T49" fmla="*/ 41 h 518"/>
                <a:gd name="T50" fmla="*/ 322 w 482"/>
                <a:gd name="T51" fmla="*/ 67 h 518"/>
                <a:gd name="T52" fmla="*/ 347 w 482"/>
                <a:gd name="T53" fmla="*/ 104 h 518"/>
                <a:gd name="T54" fmla="*/ 356 w 482"/>
                <a:gd name="T55" fmla="*/ 149 h 518"/>
                <a:gd name="T56" fmla="*/ 351 w 482"/>
                <a:gd name="T57" fmla="*/ 184 h 518"/>
                <a:gd name="T58" fmla="*/ 329 w 482"/>
                <a:gd name="T59" fmla="*/ 224 h 518"/>
                <a:gd name="T60" fmla="*/ 295 w 482"/>
                <a:gd name="T61" fmla="*/ 252 h 518"/>
                <a:gd name="T62" fmla="*/ 252 w 482"/>
                <a:gd name="T63" fmla="*/ 266 h 518"/>
                <a:gd name="T64" fmla="*/ 216 w 482"/>
                <a:gd name="T65" fmla="*/ 264 h 518"/>
                <a:gd name="T66" fmla="*/ 174 w 482"/>
                <a:gd name="T67" fmla="*/ 246 h 518"/>
                <a:gd name="T68" fmla="*/ 142 w 482"/>
                <a:gd name="T69" fmla="*/ 214 h 518"/>
                <a:gd name="T70" fmla="*/ 124 w 482"/>
                <a:gd name="T71" fmla="*/ 172 h 518"/>
                <a:gd name="T72" fmla="*/ 122 w 482"/>
                <a:gd name="T73" fmla="*/ 138 h 518"/>
                <a:gd name="T74" fmla="*/ 137 w 482"/>
                <a:gd name="T75" fmla="*/ 93 h 518"/>
                <a:gd name="T76" fmla="*/ 164 w 482"/>
                <a:gd name="T77" fmla="*/ 59 h 518"/>
                <a:gd name="T78" fmla="*/ 204 w 482"/>
                <a:gd name="T79" fmla="*/ 37 h 518"/>
                <a:gd name="T80" fmla="*/ 239 w 482"/>
                <a:gd name="T81" fmla="*/ 32 h 518"/>
                <a:gd name="T82" fmla="*/ 45 w 482"/>
                <a:gd name="T83" fmla="*/ 150 h 518"/>
                <a:gd name="T84" fmla="*/ 91 w 482"/>
                <a:gd name="T85" fmla="*/ 148 h 518"/>
                <a:gd name="T86" fmla="*/ 94 w 482"/>
                <a:gd name="T87" fmla="*/ 180 h 518"/>
                <a:gd name="T88" fmla="*/ 116 w 482"/>
                <a:gd name="T89" fmla="*/ 232 h 518"/>
                <a:gd name="T90" fmla="*/ 156 w 482"/>
                <a:gd name="T91" fmla="*/ 273 h 518"/>
                <a:gd name="T92" fmla="*/ 210 w 482"/>
                <a:gd name="T93" fmla="*/ 295 h 518"/>
                <a:gd name="T94" fmla="*/ 255 w 482"/>
                <a:gd name="T95" fmla="*/ 298 h 518"/>
                <a:gd name="T96" fmla="*/ 310 w 482"/>
                <a:gd name="T97" fmla="*/ 280 h 518"/>
                <a:gd name="T98" fmla="*/ 354 w 482"/>
                <a:gd name="T99" fmla="*/ 244 h 518"/>
                <a:gd name="T100" fmla="*/ 382 w 482"/>
                <a:gd name="T101" fmla="*/ 193 h 518"/>
                <a:gd name="T102" fmla="*/ 388 w 482"/>
                <a:gd name="T103" fmla="*/ 149 h 518"/>
                <a:gd name="T104" fmla="*/ 434 w 482"/>
                <a:gd name="T105" fmla="*/ 149 h 518"/>
                <a:gd name="T106" fmla="*/ 446 w 482"/>
                <a:gd name="T107" fmla="*/ 155 h 518"/>
                <a:gd name="T108" fmla="*/ 450 w 482"/>
                <a:gd name="T109" fmla="*/ 174 h 518"/>
                <a:gd name="T110" fmla="*/ 400 w 482"/>
                <a:gd name="T111" fmla="*/ 467 h 518"/>
                <a:gd name="T112" fmla="*/ 381 w 482"/>
                <a:gd name="T113" fmla="*/ 483 h 518"/>
                <a:gd name="T114" fmla="*/ 115 w 482"/>
                <a:gd name="T115" fmla="*/ 486 h 518"/>
                <a:gd name="T116" fmla="*/ 92 w 482"/>
                <a:gd name="T117" fmla="*/ 477 h 518"/>
                <a:gd name="T118" fmla="*/ 78 w 482"/>
                <a:gd name="T119" fmla="*/ 454 h 518"/>
                <a:gd name="T120" fmla="*/ 32 w 482"/>
                <a:gd name="T121" fmla="*/ 164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2" h="518">
                  <a:moveTo>
                    <a:pt x="47" y="460"/>
                  </a:moveTo>
                  <a:lnTo>
                    <a:pt x="47" y="460"/>
                  </a:lnTo>
                  <a:lnTo>
                    <a:pt x="50" y="472"/>
                  </a:lnTo>
                  <a:lnTo>
                    <a:pt x="56" y="483"/>
                  </a:lnTo>
                  <a:lnTo>
                    <a:pt x="62" y="492"/>
                  </a:lnTo>
                  <a:lnTo>
                    <a:pt x="71" y="501"/>
                  </a:lnTo>
                  <a:lnTo>
                    <a:pt x="80" y="508"/>
                  </a:lnTo>
                  <a:lnTo>
                    <a:pt x="92" y="513"/>
                  </a:lnTo>
                  <a:lnTo>
                    <a:pt x="103" y="517"/>
                  </a:lnTo>
                  <a:lnTo>
                    <a:pt x="115" y="518"/>
                  </a:lnTo>
                  <a:lnTo>
                    <a:pt x="367" y="518"/>
                  </a:lnTo>
                  <a:lnTo>
                    <a:pt x="367" y="518"/>
                  </a:lnTo>
                  <a:lnTo>
                    <a:pt x="380" y="517"/>
                  </a:lnTo>
                  <a:lnTo>
                    <a:pt x="391" y="513"/>
                  </a:lnTo>
                  <a:lnTo>
                    <a:pt x="402" y="508"/>
                  </a:lnTo>
                  <a:lnTo>
                    <a:pt x="412" y="501"/>
                  </a:lnTo>
                  <a:lnTo>
                    <a:pt x="421" y="492"/>
                  </a:lnTo>
                  <a:lnTo>
                    <a:pt x="428" y="483"/>
                  </a:lnTo>
                  <a:lnTo>
                    <a:pt x="433" y="472"/>
                  </a:lnTo>
                  <a:lnTo>
                    <a:pt x="436" y="460"/>
                  </a:lnTo>
                  <a:lnTo>
                    <a:pt x="482" y="180"/>
                  </a:lnTo>
                  <a:lnTo>
                    <a:pt x="482" y="180"/>
                  </a:lnTo>
                  <a:lnTo>
                    <a:pt x="482" y="173"/>
                  </a:lnTo>
                  <a:lnTo>
                    <a:pt x="482" y="167"/>
                  </a:lnTo>
                  <a:lnTo>
                    <a:pt x="482" y="161"/>
                  </a:lnTo>
                  <a:lnTo>
                    <a:pt x="481" y="155"/>
                  </a:lnTo>
                  <a:lnTo>
                    <a:pt x="479" y="150"/>
                  </a:lnTo>
                  <a:lnTo>
                    <a:pt x="477" y="145"/>
                  </a:lnTo>
                  <a:lnTo>
                    <a:pt x="474" y="140"/>
                  </a:lnTo>
                  <a:lnTo>
                    <a:pt x="470" y="135"/>
                  </a:lnTo>
                  <a:lnTo>
                    <a:pt x="470" y="135"/>
                  </a:lnTo>
                  <a:lnTo>
                    <a:pt x="467" y="130"/>
                  </a:lnTo>
                  <a:lnTo>
                    <a:pt x="462" y="127"/>
                  </a:lnTo>
                  <a:lnTo>
                    <a:pt x="457" y="124"/>
                  </a:lnTo>
                  <a:lnTo>
                    <a:pt x="451" y="121"/>
                  </a:lnTo>
                  <a:lnTo>
                    <a:pt x="446" y="119"/>
                  </a:lnTo>
                  <a:lnTo>
                    <a:pt x="440" y="118"/>
                  </a:lnTo>
                  <a:lnTo>
                    <a:pt x="435" y="117"/>
                  </a:lnTo>
                  <a:lnTo>
                    <a:pt x="429" y="116"/>
                  </a:lnTo>
                  <a:lnTo>
                    <a:pt x="384" y="116"/>
                  </a:lnTo>
                  <a:lnTo>
                    <a:pt x="384" y="116"/>
                  </a:lnTo>
                  <a:lnTo>
                    <a:pt x="381" y="104"/>
                  </a:lnTo>
                  <a:lnTo>
                    <a:pt x="377" y="92"/>
                  </a:lnTo>
                  <a:lnTo>
                    <a:pt x="372" y="81"/>
                  </a:lnTo>
                  <a:lnTo>
                    <a:pt x="365" y="70"/>
                  </a:lnTo>
                  <a:lnTo>
                    <a:pt x="358" y="60"/>
                  </a:lnTo>
                  <a:lnTo>
                    <a:pt x="350" y="50"/>
                  </a:lnTo>
                  <a:lnTo>
                    <a:pt x="342" y="41"/>
                  </a:lnTo>
                  <a:lnTo>
                    <a:pt x="333" y="34"/>
                  </a:lnTo>
                  <a:lnTo>
                    <a:pt x="322" y="26"/>
                  </a:lnTo>
                  <a:lnTo>
                    <a:pt x="312" y="20"/>
                  </a:lnTo>
                  <a:lnTo>
                    <a:pt x="301" y="14"/>
                  </a:lnTo>
                  <a:lnTo>
                    <a:pt x="290" y="9"/>
                  </a:lnTo>
                  <a:lnTo>
                    <a:pt x="277" y="5"/>
                  </a:lnTo>
                  <a:lnTo>
                    <a:pt x="265" y="2"/>
                  </a:lnTo>
                  <a:lnTo>
                    <a:pt x="253" y="1"/>
                  </a:lnTo>
                  <a:lnTo>
                    <a:pt x="239" y="0"/>
                  </a:lnTo>
                  <a:lnTo>
                    <a:pt x="239" y="0"/>
                  </a:lnTo>
                  <a:lnTo>
                    <a:pt x="226" y="1"/>
                  </a:lnTo>
                  <a:lnTo>
                    <a:pt x="214" y="2"/>
                  </a:lnTo>
                  <a:lnTo>
                    <a:pt x="201" y="5"/>
                  </a:lnTo>
                  <a:lnTo>
                    <a:pt x="189" y="9"/>
                  </a:lnTo>
                  <a:lnTo>
                    <a:pt x="178" y="14"/>
                  </a:lnTo>
                  <a:lnTo>
                    <a:pt x="166" y="20"/>
                  </a:lnTo>
                  <a:lnTo>
                    <a:pt x="156" y="26"/>
                  </a:lnTo>
                  <a:lnTo>
                    <a:pt x="146" y="34"/>
                  </a:lnTo>
                  <a:lnTo>
                    <a:pt x="137" y="41"/>
                  </a:lnTo>
                  <a:lnTo>
                    <a:pt x="129" y="50"/>
                  </a:lnTo>
                  <a:lnTo>
                    <a:pt x="120" y="60"/>
                  </a:lnTo>
                  <a:lnTo>
                    <a:pt x="113" y="70"/>
                  </a:lnTo>
                  <a:lnTo>
                    <a:pt x="107" y="81"/>
                  </a:lnTo>
                  <a:lnTo>
                    <a:pt x="102" y="92"/>
                  </a:lnTo>
                  <a:lnTo>
                    <a:pt x="98" y="104"/>
                  </a:lnTo>
                  <a:lnTo>
                    <a:pt x="95" y="116"/>
                  </a:lnTo>
                  <a:lnTo>
                    <a:pt x="54" y="116"/>
                  </a:lnTo>
                  <a:lnTo>
                    <a:pt x="54" y="116"/>
                  </a:lnTo>
                  <a:lnTo>
                    <a:pt x="48" y="117"/>
                  </a:lnTo>
                  <a:lnTo>
                    <a:pt x="42" y="118"/>
                  </a:lnTo>
                  <a:lnTo>
                    <a:pt x="36" y="119"/>
                  </a:lnTo>
                  <a:lnTo>
                    <a:pt x="31" y="121"/>
                  </a:lnTo>
                  <a:lnTo>
                    <a:pt x="26" y="124"/>
                  </a:lnTo>
                  <a:lnTo>
                    <a:pt x="21" y="127"/>
                  </a:lnTo>
                  <a:lnTo>
                    <a:pt x="17" y="130"/>
                  </a:lnTo>
                  <a:lnTo>
                    <a:pt x="13" y="135"/>
                  </a:lnTo>
                  <a:lnTo>
                    <a:pt x="13" y="135"/>
                  </a:lnTo>
                  <a:lnTo>
                    <a:pt x="9" y="140"/>
                  </a:lnTo>
                  <a:lnTo>
                    <a:pt x="6" y="145"/>
                  </a:lnTo>
                  <a:lnTo>
                    <a:pt x="3" y="150"/>
                  </a:lnTo>
                  <a:lnTo>
                    <a:pt x="1" y="155"/>
                  </a:lnTo>
                  <a:lnTo>
                    <a:pt x="0" y="161"/>
                  </a:lnTo>
                  <a:lnTo>
                    <a:pt x="0" y="167"/>
                  </a:lnTo>
                  <a:lnTo>
                    <a:pt x="0" y="173"/>
                  </a:lnTo>
                  <a:lnTo>
                    <a:pt x="0" y="180"/>
                  </a:lnTo>
                  <a:lnTo>
                    <a:pt x="47" y="460"/>
                  </a:lnTo>
                  <a:close/>
                  <a:moveTo>
                    <a:pt x="239" y="32"/>
                  </a:moveTo>
                  <a:lnTo>
                    <a:pt x="239" y="32"/>
                  </a:lnTo>
                  <a:lnTo>
                    <a:pt x="252" y="33"/>
                  </a:lnTo>
                  <a:lnTo>
                    <a:pt x="263" y="35"/>
                  </a:lnTo>
                  <a:lnTo>
                    <a:pt x="274" y="37"/>
                  </a:lnTo>
                  <a:lnTo>
                    <a:pt x="284" y="41"/>
                  </a:lnTo>
                  <a:lnTo>
                    <a:pt x="295" y="46"/>
                  </a:lnTo>
                  <a:lnTo>
                    <a:pt x="305" y="52"/>
                  </a:lnTo>
                  <a:lnTo>
                    <a:pt x="314" y="59"/>
                  </a:lnTo>
                  <a:lnTo>
                    <a:pt x="322" y="67"/>
                  </a:lnTo>
                  <a:lnTo>
                    <a:pt x="329" y="75"/>
                  </a:lnTo>
                  <a:lnTo>
                    <a:pt x="337" y="84"/>
                  </a:lnTo>
                  <a:lnTo>
                    <a:pt x="342" y="93"/>
                  </a:lnTo>
                  <a:lnTo>
                    <a:pt x="347" y="104"/>
                  </a:lnTo>
                  <a:lnTo>
                    <a:pt x="351" y="114"/>
                  </a:lnTo>
                  <a:lnTo>
                    <a:pt x="354" y="125"/>
                  </a:lnTo>
                  <a:lnTo>
                    <a:pt x="356" y="138"/>
                  </a:lnTo>
                  <a:lnTo>
                    <a:pt x="356" y="149"/>
                  </a:lnTo>
                  <a:lnTo>
                    <a:pt x="356" y="149"/>
                  </a:lnTo>
                  <a:lnTo>
                    <a:pt x="356" y="161"/>
                  </a:lnTo>
                  <a:lnTo>
                    <a:pt x="354" y="172"/>
                  </a:lnTo>
                  <a:lnTo>
                    <a:pt x="351" y="184"/>
                  </a:lnTo>
                  <a:lnTo>
                    <a:pt x="347" y="195"/>
                  </a:lnTo>
                  <a:lnTo>
                    <a:pt x="342" y="205"/>
                  </a:lnTo>
                  <a:lnTo>
                    <a:pt x="337" y="214"/>
                  </a:lnTo>
                  <a:lnTo>
                    <a:pt x="329" y="224"/>
                  </a:lnTo>
                  <a:lnTo>
                    <a:pt x="322" y="232"/>
                  </a:lnTo>
                  <a:lnTo>
                    <a:pt x="314" y="239"/>
                  </a:lnTo>
                  <a:lnTo>
                    <a:pt x="305" y="246"/>
                  </a:lnTo>
                  <a:lnTo>
                    <a:pt x="295" y="252"/>
                  </a:lnTo>
                  <a:lnTo>
                    <a:pt x="284" y="258"/>
                  </a:lnTo>
                  <a:lnTo>
                    <a:pt x="274" y="261"/>
                  </a:lnTo>
                  <a:lnTo>
                    <a:pt x="263" y="264"/>
                  </a:lnTo>
                  <a:lnTo>
                    <a:pt x="252" y="266"/>
                  </a:lnTo>
                  <a:lnTo>
                    <a:pt x="239" y="267"/>
                  </a:lnTo>
                  <a:lnTo>
                    <a:pt x="239" y="267"/>
                  </a:lnTo>
                  <a:lnTo>
                    <a:pt x="227" y="266"/>
                  </a:lnTo>
                  <a:lnTo>
                    <a:pt x="216" y="264"/>
                  </a:lnTo>
                  <a:lnTo>
                    <a:pt x="204" y="261"/>
                  </a:lnTo>
                  <a:lnTo>
                    <a:pt x="194" y="258"/>
                  </a:lnTo>
                  <a:lnTo>
                    <a:pt x="184" y="252"/>
                  </a:lnTo>
                  <a:lnTo>
                    <a:pt x="174" y="246"/>
                  </a:lnTo>
                  <a:lnTo>
                    <a:pt x="164" y="239"/>
                  </a:lnTo>
                  <a:lnTo>
                    <a:pt x="156" y="232"/>
                  </a:lnTo>
                  <a:lnTo>
                    <a:pt x="149" y="224"/>
                  </a:lnTo>
                  <a:lnTo>
                    <a:pt x="142" y="214"/>
                  </a:lnTo>
                  <a:lnTo>
                    <a:pt x="137" y="205"/>
                  </a:lnTo>
                  <a:lnTo>
                    <a:pt x="132" y="195"/>
                  </a:lnTo>
                  <a:lnTo>
                    <a:pt x="128" y="184"/>
                  </a:lnTo>
                  <a:lnTo>
                    <a:pt x="124" y="172"/>
                  </a:lnTo>
                  <a:lnTo>
                    <a:pt x="122" y="161"/>
                  </a:lnTo>
                  <a:lnTo>
                    <a:pt x="122" y="149"/>
                  </a:lnTo>
                  <a:lnTo>
                    <a:pt x="122" y="149"/>
                  </a:lnTo>
                  <a:lnTo>
                    <a:pt x="122" y="138"/>
                  </a:lnTo>
                  <a:lnTo>
                    <a:pt x="124" y="125"/>
                  </a:lnTo>
                  <a:lnTo>
                    <a:pt x="128" y="114"/>
                  </a:lnTo>
                  <a:lnTo>
                    <a:pt x="132" y="104"/>
                  </a:lnTo>
                  <a:lnTo>
                    <a:pt x="137" y="93"/>
                  </a:lnTo>
                  <a:lnTo>
                    <a:pt x="142" y="84"/>
                  </a:lnTo>
                  <a:lnTo>
                    <a:pt x="149" y="75"/>
                  </a:lnTo>
                  <a:lnTo>
                    <a:pt x="156" y="67"/>
                  </a:lnTo>
                  <a:lnTo>
                    <a:pt x="164" y="59"/>
                  </a:lnTo>
                  <a:lnTo>
                    <a:pt x="174" y="52"/>
                  </a:lnTo>
                  <a:lnTo>
                    <a:pt x="184" y="46"/>
                  </a:lnTo>
                  <a:lnTo>
                    <a:pt x="194" y="41"/>
                  </a:lnTo>
                  <a:lnTo>
                    <a:pt x="204" y="37"/>
                  </a:lnTo>
                  <a:lnTo>
                    <a:pt x="216" y="35"/>
                  </a:lnTo>
                  <a:lnTo>
                    <a:pt x="227" y="33"/>
                  </a:lnTo>
                  <a:lnTo>
                    <a:pt x="239" y="32"/>
                  </a:lnTo>
                  <a:lnTo>
                    <a:pt x="239" y="32"/>
                  </a:lnTo>
                  <a:close/>
                  <a:moveTo>
                    <a:pt x="36" y="155"/>
                  </a:moveTo>
                  <a:lnTo>
                    <a:pt x="36" y="155"/>
                  </a:lnTo>
                  <a:lnTo>
                    <a:pt x="40" y="152"/>
                  </a:lnTo>
                  <a:lnTo>
                    <a:pt x="45" y="150"/>
                  </a:lnTo>
                  <a:lnTo>
                    <a:pt x="49" y="149"/>
                  </a:lnTo>
                  <a:lnTo>
                    <a:pt x="54" y="148"/>
                  </a:lnTo>
                  <a:lnTo>
                    <a:pt x="91" y="148"/>
                  </a:lnTo>
                  <a:lnTo>
                    <a:pt x="91" y="148"/>
                  </a:lnTo>
                  <a:lnTo>
                    <a:pt x="91" y="149"/>
                  </a:lnTo>
                  <a:lnTo>
                    <a:pt x="91" y="149"/>
                  </a:lnTo>
                  <a:lnTo>
                    <a:pt x="92" y="164"/>
                  </a:lnTo>
                  <a:lnTo>
                    <a:pt x="94" y="180"/>
                  </a:lnTo>
                  <a:lnTo>
                    <a:pt x="97" y="193"/>
                  </a:lnTo>
                  <a:lnTo>
                    <a:pt x="102" y="207"/>
                  </a:lnTo>
                  <a:lnTo>
                    <a:pt x="108" y="221"/>
                  </a:lnTo>
                  <a:lnTo>
                    <a:pt x="116" y="232"/>
                  </a:lnTo>
                  <a:lnTo>
                    <a:pt x="124" y="244"/>
                  </a:lnTo>
                  <a:lnTo>
                    <a:pt x="134" y="254"/>
                  </a:lnTo>
                  <a:lnTo>
                    <a:pt x="145" y="264"/>
                  </a:lnTo>
                  <a:lnTo>
                    <a:pt x="156" y="273"/>
                  </a:lnTo>
                  <a:lnTo>
                    <a:pt x="169" y="280"/>
                  </a:lnTo>
                  <a:lnTo>
                    <a:pt x="182" y="286"/>
                  </a:lnTo>
                  <a:lnTo>
                    <a:pt x="195" y="291"/>
                  </a:lnTo>
                  <a:lnTo>
                    <a:pt x="210" y="295"/>
                  </a:lnTo>
                  <a:lnTo>
                    <a:pt x="224" y="298"/>
                  </a:lnTo>
                  <a:lnTo>
                    <a:pt x="239" y="299"/>
                  </a:lnTo>
                  <a:lnTo>
                    <a:pt x="239" y="299"/>
                  </a:lnTo>
                  <a:lnTo>
                    <a:pt x="255" y="298"/>
                  </a:lnTo>
                  <a:lnTo>
                    <a:pt x="269" y="295"/>
                  </a:lnTo>
                  <a:lnTo>
                    <a:pt x="283" y="291"/>
                  </a:lnTo>
                  <a:lnTo>
                    <a:pt x="297" y="286"/>
                  </a:lnTo>
                  <a:lnTo>
                    <a:pt x="310" y="280"/>
                  </a:lnTo>
                  <a:lnTo>
                    <a:pt x="322" y="273"/>
                  </a:lnTo>
                  <a:lnTo>
                    <a:pt x="334" y="264"/>
                  </a:lnTo>
                  <a:lnTo>
                    <a:pt x="345" y="254"/>
                  </a:lnTo>
                  <a:lnTo>
                    <a:pt x="354" y="244"/>
                  </a:lnTo>
                  <a:lnTo>
                    <a:pt x="362" y="232"/>
                  </a:lnTo>
                  <a:lnTo>
                    <a:pt x="371" y="221"/>
                  </a:lnTo>
                  <a:lnTo>
                    <a:pt x="377" y="207"/>
                  </a:lnTo>
                  <a:lnTo>
                    <a:pt x="382" y="193"/>
                  </a:lnTo>
                  <a:lnTo>
                    <a:pt x="385" y="180"/>
                  </a:lnTo>
                  <a:lnTo>
                    <a:pt x="387" y="164"/>
                  </a:lnTo>
                  <a:lnTo>
                    <a:pt x="388" y="149"/>
                  </a:lnTo>
                  <a:lnTo>
                    <a:pt x="388" y="149"/>
                  </a:lnTo>
                  <a:lnTo>
                    <a:pt x="388" y="148"/>
                  </a:lnTo>
                  <a:lnTo>
                    <a:pt x="429" y="148"/>
                  </a:lnTo>
                  <a:lnTo>
                    <a:pt x="429" y="148"/>
                  </a:lnTo>
                  <a:lnTo>
                    <a:pt x="434" y="149"/>
                  </a:lnTo>
                  <a:lnTo>
                    <a:pt x="438" y="150"/>
                  </a:lnTo>
                  <a:lnTo>
                    <a:pt x="442" y="152"/>
                  </a:lnTo>
                  <a:lnTo>
                    <a:pt x="446" y="155"/>
                  </a:lnTo>
                  <a:lnTo>
                    <a:pt x="446" y="155"/>
                  </a:lnTo>
                  <a:lnTo>
                    <a:pt x="448" y="159"/>
                  </a:lnTo>
                  <a:lnTo>
                    <a:pt x="450" y="164"/>
                  </a:lnTo>
                  <a:lnTo>
                    <a:pt x="451" y="168"/>
                  </a:lnTo>
                  <a:lnTo>
                    <a:pt x="450" y="174"/>
                  </a:lnTo>
                  <a:lnTo>
                    <a:pt x="404" y="454"/>
                  </a:lnTo>
                  <a:lnTo>
                    <a:pt x="404" y="454"/>
                  </a:lnTo>
                  <a:lnTo>
                    <a:pt x="402" y="461"/>
                  </a:lnTo>
                  <a:lnTo>
                    <a:pt x="400" y="467"/>
                  </a:lnTo>
                  <a:lnTo>
                    <a:pt x="396" y="472"/>
                  </a:lnTo>
                  <a:lnTo>
                    <a:pt x="391" y="477"/>
                  </a:lnTo>
                  <a:lnTo>
                    <a:pt x="386" y="480"/>
                  </a:lnTo>
                  <a:lnTo>
                    <a:pt x="381" y="483"/>
                  </a:lnTo>
                  <a:lnTo>
                    <a:pt x="374" y="485"/>
                  </a:lnTo>
                  <a:lnTo>
                    <a:pt x="367" y="486"/>
                  </a:lnTo>
                  <a:lnTo>
                    <a:pt x="115" y="486"/>
                  </a:lnTo>
                  <a:lnTo>
                    <a:pt x="115" y="486"/>
                  </a:lnTo>
                  <a:lnTo>
                    <a:pt x="109" y="485"/>
                  </a:lnTo>
                  <a:lnTo>
                    <a:pt x="102" y="483"/>
                  </a:lnTo>
                  <a:lnTo>
                    <a:pt x="97" y="480"/>
                  </a:lnTo>
                  <a:lnTo>
                    <a:pt x="92" y="477"/>
                  </a:lnTo>
                  <a:lnTo>
                    <a:pt x="87" y="472"/>
                  </a:lnTo>
                  <a:lnTo>
                    <a:pt x="82" y="467"/>
                  </a:lnTo>
                  <a:lnTo>
                    <a:pt x="80" y="461"/>
                  </a:lnTo>
                  <a:lnTo>
                    <a:pt x="78" y="454"/>
                  </a:lnTo>
                  <a:lnTo>
                    <a:pt x="32" y="174"/>
                  </a:lnTo>
                  <a:lnTo>
                    <a:pt x="32" y="174"/>
                  </a:lnTo>
                  <a:lnTo>
                    <a:pt x="31" y="168"/>
                  </a:lnTo>
                  <a:lnTo>
                    <a:pt x="32" y="164"/>
                  </a:lnTo>
                  <a:lnTo>
                    <a:pt x="34" y="159"/>
                  </a:lnTo>
                  <a:lnTo>
                    <a:pt x="36" y="155"/>
                  </a:lnTo>
                  <a:lnTo>
                    <a:pt x="36" y="155"/>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7" name="Rectangle 18">
              <a:extLst>
                <a:ext uri="{FF2B5EF4-FFF2-40B4-BE49-F238E27FC236}">
                  <a16:creationId xmlns:a16="http://schemas.microsoft.com/office/drawing/2014/main" id="{174C2100-37A1-4057-93A9-4553FDEFFF01}"/>
                </a:ext>
              </a:extLst>
            </p:cNvPr>
            <p:cNvSpPr>
              <a:spLocks noChangeArrowheads="1"/>
            </p:cNvSpPr>
            <p:nvPr/>
          </p:nvSpPr>
          <p:spPr bwMode="auto">
            <a:xfrm>
              <a:off x="1843951" y="4741409"/>
              <a:ext cx="80371" cy="323933"/>
            </a:xfrm>
            <a:prstGeom prst="rect">
              <a:avLst/>
            </a:prstGeom>
            <a:solidFill>
              <a:schemeClr val="tx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8" name="Freeform 19">
              <a:extLst>
                <a:ext uri="{FF2B5EF4-FFF2-40B4-BE49-F238E27FC236}">
                  <a16:creationId xmlns:a16="http://schemas.microsoft.com/office/drawing/2014/main" id="{2DD35289-D4CF-4C63-B1D8-4E743B6B283B}"/>
                </a:ext>
              </a:extLst>
            </p:cNvPr>
            <p:cNvSpPr>
              <a:spLocks/>
            </p:cNvSpPr>
            <p:nvPr/>
          </p:nvSpPr>
          <p:spPr bwMode="auto">
            <a:xfrm>
              <a:off x="1820617" y="4113477"/>
              <a:ext cx="238519" cy="244196"/>
            </a:xfrm>
            <a:custGeom>
              <a:avLst/>
              <a:gdLst>
                <a:gd name="T0" fmla="*/ 24 w 92"/>
                <a:gd name="T1" fmla="*/ 98 h 98"/>
                <a:gd name="T2" fmla="*/ 24 w 92"/>
                <a:gd name="T3" fmla="*/ 98 h 98"/>
                <a:gd name="T4" fmla="*/ 29 w 92"/>
                <a:gd name="T5" fmla="*/ 98 h 98"/>
                <a:gd name="T6" fmla="*/ 34 w 92"/>
                <a:gd name="T7" fmla="*/ 96 h 98"/>
                <a:gd name="T8" fmla="*/ 38 w 92"/>
                <a:gd name="T9" fmla="*/ 94 h 98"/>
                <a:gd name="T10" fmla="*/ 42 w 92"/>
                <a:gd name="T11" fmla="*/ 91 h 98"/>
                <a:gd name="T12" fmla="*/ 45 w 92"/>
                <a:gd name="T13" fmla="*/ 88 h 98"/>
                <a:gd name="T14" fmla="*/ 47 w 92"/>
                <a:gd name="T15" fmla="*/ 84 h 98"/>
                <a:gd name="T16" fmla="*/ 48 w 92"/>
                <a:gd name="T17" fmla="*/ 79 h 98"/>
                <a:gd name="T18" fmla="*/ 49 w 92"/>
                <a:gd name="T19" fmla="*/ 74 h 98"/>
                <a:gd name="T20" fmla="*/ 49 w 92"/>
                <a:gd name="T21" fmla="*/ 74 h 98"/>
                <a:gd name="T22" fmla="*/ 49 w 92"/>
                <a:gd name="T23" fmla="*/ 71 h 98"/>
                <a:gd name="T24" fmla="*/ 92 w 92"/>
                <a:gd name="T25" fmla="*/ 21 h 98"/>
                <a:gd name="T26" fmla="*/ 68 w 92"/>
                <a:gd name="T27" fmla="*/ 0 h 98"/>
                <a:gd name="T28" fmla="*/ 24 w 92"/>
                <a:gd name="T29" fmla="*/ 50 h 98"/>
                <a:gd name="T30" fmla="*/ 24 w 92"/>
                <a:gd name="T31" fmla="*/ 50 h 98"/>
                <a:gd name="T32" fmla="*/ 24 w 92"/>
                <a:gd name="T33" fmla="*/ 50 h 98"/>
                <a:gd name="T34" fmla="*/ 24 w 92"/>
                <a:gd name="T35" fmla="*/ 50 h 98"/>
                <a:gd name="T36" fmla="*/ 19 w 92"/>
                <a:gd name="T37" fmla="*/ 50 h 98"/>
                <a:gd name="T38" fmla="*/ 15 w 92"/>
                <a:gd name="T39" fmla="*/ 51 h 98"/>
                <a:gd name="T40" fmla="*/ 11 w 92"/>
                <a:gd name="T41" fmla="*/ 54 h 98"/>
                <a:gd name="T42" fmla="*/ 7 w 92"/>
                <a:gd name="T43" fmla="*/ 56 h 98"/>
                <a:gd name="T44" fmla="*/ 4 w 92"/>
                <a:gd name="T45" fmla="*/ 61 h 98"/>
                <a:gd name="T46" fmla="*/ 2 w 92"/>
                <a:gd name="T47" fmla="*/ 65 h 98"/>
                <a:gd name="T48" fmla="*/ 1 w 92"/>
                <a:gd name="T49" fmla="*/ 70 h 98"/>
                <a:gd name="T50" fmla="*/ 0 w 92"/>
                <a:gd name="T51" fmla="*/ 74 h 98"/>
                <a:gd name="T52" fmla="*/ 0 w 92"/>
                <a:gd name="T53" fmla="*/ 74 h 98"/>
                <a:gd name="T54" fmla="*/ 1 w 92"/>
                <a:gd name="T55" fmla="*/ 79 h 98"/>
                <a:gd name="T56" fmla="*/ 2 w 92"/>
                <a:gd name="T57" fmla="*/ 84 h 98"/>
                <a:gd name="T58" fmla="*/ 4 w 92"/>
                <a:gd name="T59" fmla="*/ 88 h 98"/>
                <a:gd name="T60" fmla="*/ 7 w 92"/>
                <a:gd name="T61" fmla="*/ 91 h 98"/>
                <a:gd name="T62" fmla="*/ 11 w 92"/>
                <a:gd name="T63" fmla="*/ 94 h 98"/>
                <a:gd name="T64" fmla="*/ 15 w 92"/>
                <a:gd name="T65" fmla="*/ 96 h 98"/>
                <a:gd name="T66" fmla="*/ 19 w 92"/>
                <a:gd name="T67" fmla="*/ 98 h 98"/>
                <a:gd name="T68" fmla="*/ 24 w 92"/>
                <a:gd name="T69" fmla="*/ 98 h 98"/>
                <a:gd name="T70" fmla="*/ 24 w 92"/>
                <a:gd name="T71"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2" h="98">
                  <a:moveTo>
                    <a:pt x="24" y="98"/>
                  </a:moveTo>
                  <a:lnTo>
                    <a:pt x="24" y="98"/>
                  </a:lnTo>
                  <a:lnTo>
                    <a:pt x="29" y="98"/>
                  </a:lnTo>
                  <a:lnTo>
                    <a:pt x="34" y="96"/>
                  </a:lnTo>
                  <a:lnTo>
                    <a:pt x="38" y="94"/>
                  </a:lnTo>
                  <a:lnTo>
                    <a:pt x="42" y="91"/>
                  </a:lnTo>
                  <a:lnTo>
                    <a:pt x="45" y="88"/>
                  </a:lnTo>
                  <a:lnTo>
                    <a:pt x="47" y="84"/>
                  </a:lnTo>
                  <a:lnTo>
                    <a:pt x="48" y="79"/>
                  </a:lnTo>
                  <a:lnTo>
                    <a:pt x="49" y="74"/>
                  </a:lnTo>
                  <a:lnTo>
                    <a:pt x="49" y="74"/>
                  </a:lnTo>
                  <a:lnTo>
                    <a:pt x="49" y="71"/>
                  </a:lnTo>
                  <a:lnTo>
                    <a:pt x="92" y="21"/>
                  </a:lnTo>
                  <a:lnTo>
                    <a:pt x="68" y="0"/>
                  </a:lnTo>
                  <a:lnTo>
                    <a:pt x="24" y="50"/>
                  </a:lnTo>
                  <a:lnTo>
                    <a:pt x="24" y="50"/>
                  </a:lnTo>
                  <a:lnTo>
                    <a:pt x="24" y="50"/>
                  </a:lnTo>
                  <a:lnTo>
                    <a:pt x="24" y="50"/>
                  </a:lnTo>
                  <a:lnTo>
                    <a:pt x="19" y="50"/>
                  </a:lnTo>
                  <a:lnTo>
                    <a:pt x="15" y="51"/>
                  </a:lnTo>
                  <a:lnTo>
                    <a:pt x="11" y="54"/>
                  </a:lnTo>
                  <a:lnTo>
                    <a:pt x="7" y="56"/>
                  </a:lnTo>
                  <a:lnTo>
                    <a:pt x="4" y="61"/>
                  </a:lnTo>
                  <a:lnTo>
                    <a:pt x="2" y="65"/>
                  </a:lnTo>
                  <a:lnTo>
                    <a:pt x="1" y="70"/>
                  </a:lnTo>
                  <a:lnTo>
                    <a:pt x="0" y="74"/>
                  </a:lnTo>
                  <a:lnTo>
                    <a:pt x="0" y="74"/>
                  </a:lnTo>
                  <a:lnTo>
                    <a:pt x="1" y="79"/>
                  </a:lnTo>
                  <a:lnTo>
                    <a:pt x="2" y="84"/>
                  </a:lnTo>
                  <a:lnTo>
                    <a:pt x="4" y="88"/>
                  </a:lnTo>
                  <a:lnTo>
                    <a:pt x="7" y="91"/>
                  </a:lnTo>
                  <a:lnTo>
                    <a:pt x="11" y="94"/>
                  </a:lnTo>
                  <a:lnTo>
                    <a:pt x="15" y="96"/>
                  </a:lnTo>
                  <a:lnTo>
                    <a:pt x="19" y="98"/>
                  </a:lnTo>
                  <a:lnTo>
                    <a:pt x="24" y="98"/>
                  </a:lnTo>
                  <a:lnTo>
                    <a:pt x="24" y="98"/>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13" name="Group 12">
            <a:extLst>
              <a:ext uri="{FF2B5EF4-FFF2-40B4-BE49-F238E27FC236}">
                <a16:creationId xmlns:a16="http://schemas.microsoft.com/office/drawing/2014/main" id="{51963BAC-0465-4113-A09F-BFBBB81B0CA9}"/>
              </a:ext>
            </a:extLst>
          </p:cNvPr>
          <p:cNvGrpSpPr/>
          <p:nvPr/>
        </p:nvGrpSpPr>
        <p:grpSpPr>
          <a:xfrm>
            <a:off x="3305609" y="5446303"/>
            <a:ext cx="313786" cy="791000"/>
            <a:chOff x="5992813" y="4398963"/>
            <a:chExt cx="381000" cy="960438"/>
          </a:xfrm>
          <a:solidFill>
            <a:schemeClr val="tx1"/>
          </a:solidFill>
        </p:grpSpPr>
        <p:sp>
          <p:nvSpPr>
            <p:cNvPr id="15" name="Freeform 24">
              <a:extLst>
                <a:ext uri="{FF2B5EF4-FFF2-40B4-BE49-F238E27FC236}">
                  <a16:creationId xmlns:a16="http://schemas.microsoft.com/office/drawing/2014/main" id="{66C72FDE-E7E1-4335-B52F-5C19CA80C0A7}"/>
                </a:ext>
              </a:extLst>
            </p:cNvPr>
            <p:cNvSpPr>
              <a:spLocks/>
            </p:cNvSpPr>
            <p:nvPr/>
          </p:nvSpPr>
          <p:spPr bwMode="auto">
            <a:xfrm>
              <a:off x="6124575" y="4854575"/>
              <a:ext cx="103188" cy="404813"/>
            </a:xfrm>
            <a:custGeom>
              <a:avLst/>
              <a:gdLst>
                <a:gd name="T0" fmla="*/ 65 w 65"/>
                <a:gd name="T1" fmla="*/ 0 h 255"/>
                <a:gd name="T2" fmla="*/ 0 w 65"/>
                <a:gd name="T3" fmla="*/ 0 h 255"/>
                <a:gd name="T4" fmla="*/ 0 w 65"/>
                <a:gd name="T5" fmla="*/ 31 h 255"/>
                <a:gd name="T6" fmla="*/ 34 w 65"/>
                <a:gd name="T7" fmla="*/ 31 h 255"/>
                <a:gd name="T8" fmla="*/ 34 w 65"/>
                <a:gd name="T9" fmla="*/ 112 h 255"/>
                <a:gd name="T10" fmla="*/ 0 w 65"/>
                <a:gd name="T11" fmla="*/ 112 h 255"/>
                <a:gd name="T12" fmla="*/ 0 w 65"/>
                <a:gd name="T13" fmla="*/ 143 h 255"/>
                <a:gd name="T14" fmla="*/ 34 w 65"/>
                <a:gd name="T15" fmla="*/ 143 h 255"/>
                <a:gd name="T16" fmla="*/ 34 w 65"/>
                <a:gd name="T17" fmla="*/ 225 h 255"/>
                <a:gd name="T18" fmla="*/ 0 w 65"/>
                <a:gd name="T19" fmla="*/ 225 h 255"/>
                <a:gd name="T20" fmla="*/ 0 w 65"/>
                <a:gd name="T21" fmla="*/ 255 h 255"/>
                <a:gd name="T22" fmla="*/ 65 w 65"/>
                <a:gd name="T23" fmla="*/ 255 h 255"/>
                <a:gd name="T24" fmla="*/ 65 w 65"/>
                <a:gd name="T25"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255">
                  <a:moveTo>
                    <a:pt x="65" y="0"/>
                  </a:moveTo>
                  <a:lnTo>
                    <a:pt x="0" y="0"/>
                  </a:lnTo>
                  <a:lnTo>
                    <a:pt x="0" y="31"/>
                  </a:lnTo>
                  <a:lnTo>
                    <a:pt x="34" y="31"/>
                  </a:lnTo>
                  <a:lnTo>
                    <a:pt x="34" y="112"/>
                  </a:lnTo>
                  <a:lnTo>
                    <a:pt x="0" y="112"/>
                  </a:lnTo>
                  <a:lnTo>
                    <a:pt x="0" y="143"/>
                  </a:lnTo>
                  <a:lnTo>
                    <a:pt x="34" y="143"/>
                  </a:lnTo>
                  <a:lnTo>
                    <a:pt x="34" y="225"/>
                  </a:lnTo>
                  <a:lnTo>
                    <a:pt x="0" y="225"/>
                  </a:lnTo>
                  <a:lnTo>
                    <a:pt x="0" y="255"/>
                  </a:lnTo>
                  <a:lnTo>
                    <a:pt x="65" y="255"/>
                  </a:lnTo>
                  <a:lnTo>
                    <a:pt x="65"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9" name="Freeform 25">
              <a:extLst>
                <a:ext uri="{FF2B5EF4-FFF2-40B4-BE49-F238E27FC236}">
                  <a16:creationId xmlns:a16="http://schemas.microsoft.com/office/drawing/2014/main" id="{A77AE831-C87F-41CD-9BE1-326BCE5A7ACB}"/>
                </a:ext>
              </a:extLst>
            </p:cNvPr>
            <p:cNvSpPr>
              <a:spLocks noEditPoints="1"/>
            </p:cNvSpPr>
            <p:nvPr/>
          </p:nvSpPr>
          <p:spPr bwMode="auto">
            <a:xfrm>
              <a:off x="5992813" y="4398963"/>
              <a:ext cx="381000" cy="960438"/>
            </a:xfrm>
            <a:custGeom>
              <a:avLst/>
              <a:gdLst>
                <a:gd name="T0" fmla="*/ 240 w 240"/>
                <a:gd name="T1" fmla="*/ 605 h 605"/>
                <a:gd name="T2" fmla="*/ 239 w 240"/>
                <a:gd name="T3" fmla="*/ 361 h 605"/>
                <a:gd name="T4" fmla="*/ 226 w 240"/>
                <a:gd name="T5" fmla="*/ 320 h 605"/>
                <a:gd name="T6" fmla="*/ 220 w 240"/>
                <a:gd name="T7" fmla="*/ 305 h 605"/>
                <a:gd name="T8" fmla="*/ 217 w 240"/>
                <a:gd name="T9" fmla="*/ 288 h 605"/>
                <a:gd name="T10" fmla="*/ 223 w 240"/>
                <a:gd name="T11" fmla="*/ 265 h 605"/>
                <a:gd name="T12" fmla="*/ 232 w 240"/>
                <a:gd name="T13" fmla="*/ 244 h 605"/>
                <a:gd name="T14" fmla="*/ 240 w 240"/>
                <a:gd name="T15" fmla="*/ 209 h 605"/>
                <a:gd name="T16" fmla="*/ 240 w 240"/>
                <a:gd name="T17" fmla="*/ 161 h 605"/>
                <a:gd name="T18" fmla="*/ 236 w 240"/>
                <a:gd name="T19" fmla="*/ 131 h 605"/>
                <a:gd name="T20" fmla="*/ 212 w 240"/>
                <a:gd name="T21" fmla="*/ 93 h 605"/>
                <a:gd name="T22" fmla="*/ 171 w 240"/>
                <a:gd name="T23" fmla="*/ 69 h 605"/>
                <a:gd name="T24" fmla="*/ 70 w 240"/>
                <a:gd name="T25" fmla="*/ 69 h 605"/>
                <a:gd name="T26" fmla="*/ 41 w 240"/>
                <a:gd name="T27" fmla="*/ 84 h 605"/>
                <a:gd name="T28" fmla="*/ 11 w 240"/>
                <a:gd name="T29" fmla="*/ 118 h 605"/>
                <a:gd name="T30" fmla="*/ 1 w 240"/>
                <a:gd name="T31" fmla="*/ 146 h 605"/>
                <a:gd name="T32" fmla="*/ 0 w 240"/>
                <a:gd name="T33" fmla="*/ 202 h 605"/>
                <a:gd name="T34" fmla="*/ 5 w 240"/>
                <a:gd name="T35" fmla="*/ 231 h 605"/>
                <a:gd name="T36" fmla="*/ 15 w 240"/>
                <a:gd name="T37" fmla="*/ 256 h 605"/>
                <a:gd name="T38" fmla="*/ 23 w 240"/>
                <a:gd name="T39" fmla="*/ 280 h 605"/>
                <a:gd name="T40" fmla="*/ 23 w 240"/>
                <a:gd name="T41" fmla="*/ 297 h 605"/>
                <a:gd name="T42" fmla="*/ 15 w 240"/>
                <a:gd name="T43" fmla="*/ 320 h 605"/>
                <a:gd name="T44" fmla="*/ 5 w 240"/>
                <a:gd name="T45" fmla="*/ 346 h 605"/>
                <a:gd name="T46" fmla="*/ 0 w 240"/>
                <a:gd name="T47" fmla="*/ 375 h 605"/>
                <a:gd name="T48" fmla="*/ 54 w 240"/>
                <a:gd name="T49" fmla="*/ 276 h 605"/>
                <a:gd name="T50" fmla="*/ 42 w 240"/>
                <a:gd name="T51" fmla="*/ 244 h 605"/>
                <a:gd name="T52" fmla="*/ 34 w 240"/>
                <a:gd name="T53" fmla="*/ 224 h 605"/>
                <a:gd name="T54" fmla="*/ 31 w 240"/>
                <a:gd name="T55" fmla="*/ 161 h 605"/>
                <a:gd name="T56" fmla="*/ 33 w 240"/>
                <a:gd name="T57" fmla="*/ 145 h 605"/>
                <a:gd name="T58" fmla="*/ 43 w 240"/>
                <a:gd name="T59" fmla="*/ 124 h 605"/>
                <a:gd name="T60" fmla="*/ 60 w 240"/>
                <a:gd name="T61" fmla="*/ 109 h 605"/>
                <a:gd name="T62" fmla="*/ 80 w 240"/>
                <a:gd name="T63" fmla="*/ 97 h 605"/>
                <a:gd name="T64" fmla="*/ 120 w 240"/>
                <a:gd name="T65" fmla="*/ 90 h 605"/>
                <a:gd name="T66" fmla="*/ 153 w 240"/>
                <a:gd name="T67" fmla="*/ 95 h 605"/>
                <a:gd name="T68" fmla="*/ 175 w 240"/>
                <a:gd name="T69" fmla="*/ 105 h 605"/>
                <a:gd name="T70" fmla="*/ 193 w 240"/>
                <a:gd name="T71" fmla="*/ 119 h 605"/>
                <a:gd name="T72" fmla="*/ 205 w 240"/>
                <a:gd name="T73" fmla="*/ 137 h 605"/>
                <a:gd name="T74" fmla="*/ 210 w 240"/>
                <a:gd name="T75" fmla="*/ 161 h 605"/>
                <a:gd name="T76" fmla="*/ 210 w 240"/>
                <a:gd name="T77" fmla="*/ 213 h 605"/>
                <a:gd name="T78" fmla="*/ 198 w 240"/>
                <a:gd name="T79" fmla="*/ 244 h 605"/>
                <a:gd name="T80" fmla="*/ 190 w 240"/>
                <a:gd name="T81" fmla="*/ 264 h 605"/>
                <a:gd name="T82" fmla="*/ 186 w 240"/>
                <a:gd name="T83" fmla="*/ 288 h 605"/>
                <a:gd name="T84" fmla="*/ 194 w 240"/>
                <a:gd name="T85" fmla="*/ 323 h 605"/>
                <a:gd name="T86" fmla="*/ 203 w 240"/>
                <a:gd name="T87" fmla="*/ 344 h 605"/>
                <a:gd name="T88" fmla="*/ 210 w 240"/>
                <a:gd name="T89" fmla="*/ 375 h 605"/>
                <a:gd name="T90" fmla="*/ 31 w 240"/>
                <a:gd name="T91" fmla="*/ 375 h 605"/>
                <a:gd name="T92" fmla="*/ 34 w 240"/>
                <a:gd name="T93" fmla="*/ 354 h 605"/>
                <a:gd name="T94" fmla="*/ 42 w 240"/>
                <a:gd name="T95" fmla="*/ 333 h 605"/>
                <a:gd name="T96" fmla="*/ 54 w 240"/>
                <a:gd name="T97" fmla="*/ 302 h 605"/>
                <a:gd name="T98" fmla="*/ 101 w 240"/>
                <a:gd name="T99" fmla="*/ 61 h 605"/>
                <a:gd name="T100" fmla="*/ 140 w 240"/>
                <a:gd name="T101" fmla="*/ 61 h 605"/>
                <a:gd name="T102" fmla="*/ 120 w 240"/>
                <a:gd name="T103" fmla="*/ 60 h 605"/>
                <a:gd name="T104" fmla="*/ 101 w 240"/>
                <a:gd name="T105" fmla="*/ 61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0" h="605">
                  <a:moveTo>
                    <a:pt x="0" y="375"/>
                  </a:moveTo>
                  <a:lnTo>
                    <a:pt x="0" y="605"/>
                  </a:lnTo>
                  <a:lnTo>
                    <a:pt x="240" y="605"/>
                  </a:lnTo>
                  <a:lnTo>
                    <a:pt x="240" y="375"/>
                  </a:lnTo>
                  <a:lnTo>
                    <a:pt x="240" y="375"/>
                  </a:lnTo>
                  <a:lnTo>
                    <a:pt x="239" y="361"/>
                  </a:lnTo>
                  <a:lnTo>
                    <a:pt x="237" y="348"/>
                  </a:lnTo>
                  <a:lnTo>
                    <a:pt x="232" y="334"/>
                  </a:lnTo>
                  <a:lnTo>
                    <a:pt x="226" y="320"/>
                  </a:lnTo>
                  <a:lnTo>
                    <a:pt x="226" y="320"/>
                  </a:lnTo>
                  <a:lnTo>
                    <a:pt x="223" y="313"/>
                  </a:lnTo>
                  <a:lnTo>
                    <a:pt x="220" y="305"/>
                  </a:lnTo>
                  <a:lnTo>
                    <a:pt x="218" y="297"/>
                  </a:lnTo>
                  <a:lnTo>
                    <a:pt x="217" y="288"/>
                  </a:lnTo>
                  <a:lnTo>
                    <a:pt x="217" y="288"/>
                  </a:lnTo>
                  <a:lnTo>
                    <a:pt x="218" y="280"/>
                  </a:lnTo>
                  <a:lnTo>
                    <a:pt x="220" y="272"/>
                  </a:lnTo>
                  <a:lnTo>
                    <a:pt x="223" y="265"/>
                  </a:lnTo>
                  <a:lnTo>
                    <a:pt x="226" y="256"/>
                  </a:lnTo>
                  <a:lnTo>
                    <a:pt x="226" y="256"/>
                  </a:lnTo>
                  <a:lnTo>
                    <a:pt x="232" y="244"/>
                  </a:lnTo>
                  <a:lnTo>
                    <a:pt x="236" y="232"/>
                  </a:lnTo>
                  <a:lnTo>
                    <a:pt x="239" y="217"/>
                  </a:lnTo>
                  <a:lnTo>
                    <a:pt x="240" y="209"/>
                  </a:lnTo>
                  <a:lnTo>
                    <a:pt x="240" y="202"/>
                  </a:lnTo>
                  <a:lnTo>
                    <a:pt x="240" y="161"/>
                  </a:lnTo>
                  <a:lnTo>
                    <a:pt x="240" y="161"/>
                  </a:lnTo>
                  <a:lnTo>
                    <a:pt x="240" y="154"/>
                  </a:lnTo>
                  <a:lnTo>
                    <a:pt x="239" y="146"/>
                  </a:lnTo>
                  <a:lnTo>
                    <a:pt x="236" y="131"/>
                  </a:lnTo>
                  <a:lnTo>
                    <a:pt x="230" y="118"/>
                  </a:lnTo>
                  <a:lnTo>
                    <a:pt x="222" y="105"/>
                  </a:lnTo>
                  <a:lnTo>
                    <a:pt x="212" y="93"/>
                  </a:lnTo>
                  <a:lnTo>
                    <a:pt x="199" y="84"/>
                  </a:lnTo>
                  <a:lnTo>
                    <a:pt x="186" y="75"/>
                  </a:lnTo>
                  <a:lnTo>
                    <a:pt x="171" y="69"/>
                  </a:lnTo>
                  <a:lnTo>
                    <a:pt x="171" y="0"/>
                  </a:lnTo>
                  <a:lnTo>
                    <a:pt x="70" y="0"/>
                  </a:lnTo>
                  <a:lnTo>
                    <a:pt x="70" y="69"/>
                  </a:lnTo>
                  <a:lnTo>
                    <a:pt x="70" y="69"/>
                  </a:lnTo>
                  <a:lnTo>
                    <a:pt x="55" y="75"/>
                  </a:lnTo>
                  <a:lnTo>
                    <a:pt x="41" y="84"/>
                  </a:lnTo>
                  <a:lnTo>
                    <a:pt x="29" y="93"/>
                  </a:lnTo>
                  <a:lnTo>
                    <a:pt x="19" y="105"/>
                  </a:lnTo>
                  <a:lnTo>
                    <a:pt x="11" y="118"/>
                  </a:lnTo>
                  <a:lnTo>
                    <a:pt x="5" y="131"/>
                  </a:lnTo>
                  <a:lnTo>
                    <a:pt x="2" y="138"/>
                  </a:lnTo>
                  <a:lnTo>
                    <a:pt x="1" y="146"/>
                  </a:lnTo>
                  <a:lnTo>
                    <a:pt x="0" y="154"/>
                  </a:lnTo>
                  <a:lnTo>
                    <a:pt x="0" y="161"/>
                  </a:lnTo>
                  <a:lnTo>
                    <a:pt x="0" y="202"/>
                  </a:lnTo>
                  <a:lnTo>
                    <a:pt x="0" y="202"/>
                  </a:lnTo>
                  <a:lnTo>
                    <a:pt x="1" y="217"/>
                  </a:lnTo>
                  <a:lnTo>
                    <a:pt x="5" y="231"/>
                  </a:lnTo>
                  <a:lnTo>
                    <a:pt x="9" y="244"/>
                  </a:lnTo>
                  <a:lnTo>
                    <a:pt x="15" y="256"/>
                  </a:lnTo>
                  <a:lnTo>
                    <a:pt x="15" y="256"/>
                  </a:lnTo>
                  <a:lnTo>
                    <a:pt x="18" y="265"/>
                  </a:lnTo>
                  <a:lnTo>
                    <a:pt x="21" y="272"/>
                  </a:lnTo>
                  <a:lnTo>
                    <a:pt x="23" y="280"/>
                  </a:lnTo>
                  <a:lnTo>
                    <a:pt x="24" y="288"/>
                  </a:lnTo>
                  <a:lnTo>
                    <a:pt x="24" y="288"/>
                  </a:lnTo>
                  <a:lnTo>
                    <a:pt x="23" y="297"/>
                  </a:lnTo>
                  <a:lnTo>
                    <a:pt x="21" y="305"/>
                  </a:lnTo>
                  <a:lnTo>
                    <a:pt x="18" y="313"/>
                  </a:lnTo>
                  <a:lnTo>
                    <a:pt x="15" y="320"/>
                  </a:lnTo>
                  <a:lnTo>
                    <a:pt x="15" y="320"/>
                  </a:lnTo>
                  <a:lnTo>
                    <a:pt x="9" y="333"/>
                  </a:lnTo>
                  <a:lnTo>
                    <a:pt x="5" y="346"/>
                  </a:lnTo>
                  <a:lnTo>
                    <a:pt x="1" y="360"/>
                  </a:lnTo>
                  <a:lnTo>
                    <a:pt x="0" y="375"/>
                  </a:lnTo>
                  <a:lnTo>
                    <a:pt x="0" y="375"/>
                  </a:lnTo>
                  <a:close/>
                  <a:moveTo>
                    <a:pt x="55" y="288"/>
                  </a:moveTo>
                  <a:lnTo>
                    <a:pt x="55" y="288"/>
                  </a:lnTo>
                  <a:lnTo>
                    <a:pt x="54" y="276"/>
                  </a:lnTo>
                  <a:lnTo>
                    <a:pt x="51" y="264"/>
                  </a:lnTo>
                  <a:lnTo>
                    <a:pt x="47" y="253"/>
                  </a:lnTo>
                  <a:lnTo>
                    <a:pt x="42" y="244"/>
                  </a:lnTo>
                  <a:lnTo>
                    <a:pt x="42" y="244"/>
                  </a:lnTo>
                  <a:lnTo>
                    <a:pt x="38" y="234"/>
                  </a:lnTo>
                  <a:lnTo>
                    <a:pt x="34" y="224"/>
                  </a:lnTo>
                  <a:lnTo>
                    <a:pt x="32" y="213"/>
                  </a:lnTo>
                  <a:lnTo>
                    <a:pt x="31" y="202"/>
                  </a:lnTo>
                  <a:lnTo>
                    <a:pt x="31" y="161"/>
                  </a:lnTo>
                  <a:lnTo>
                    <a:pt x="31" y="161"/>
                  </a:lnTo>
                  <a:lnTo>
                    <a:pt x="31" y="153"/>
                  </a:lnTo>
                  <a:lnTo>
                    <a:pt x="33" y="145"/>
                  </a:lnTo>
                  <a:lnTo>
                    <a:pt x="35" y="137"/>
                  </a:lnTo>
                  <a:lnTo>
                    <a:pt x="39" y="130"/>
                  </a:lnTo>
                  <a:lnTo>
                    <a:pt x="43" y="124"/>
                  </a:lnTo>
                  <a:lnTo>
                    <a:pt x="48" y="119"/>
                  </a:lnTo>
                  <a:lnTo>
                    <a:pt x="54" y="113"/>
                  </a:lnTo>
                  <a:lnTo>
                    <a:pt x="60" y="109"/>
                  </a:lnTo>
                  <a:lnTo>
                    <a:pt x="66" y="105"/>
                  </a:lnTo>
                  <a:lnTo>
                    <a:pt x="73" y="101"/>
                  </a:lnTo>
                  <a:lnTo>
                    <a:pt x="80" y="97"/>
                  </a:lnTo>
                  <a:lnTo>
                    <a:pt x="88" y="95"/>
                  </a:lnTo>
                  <a:lnTo>
                    <a:pt x="104" y="91"/>
                  </a:lnTo>
                  <a:lnTo>
                    <a:pt x="120" y="90"/>
                  </a:lnTo>
                  <a:lnTo>
                    <a:pt x="120" y="90"/>
                  </a:lnTo>
                  <a:lnTo>
                    <a:pt x="137" y="91"/>
                  </a:lnTo>
                  <a:lnTo>
                    <a:pt x="153" y="95"/>
                  </a:lnTo>
                  <a:lnTo>
                    <a:pt x="160" y="97"/>
                  </a:lnTo>
                  <a:lnTo>
                    <a:pt x="168" y="101"/>
                  </a:lnTo>
                  <a:lnTo>
                    <a:pt x="175" y="105"/>
                  </a:lnTo>
                  <a:lnTo>
                    <a:pt x="182" y="109"/>
                  </a:lnTo>
                  <a:lnTo>
                    <a:pt x="188" y="114"/>
                  </a:lnTo>
                  <a:lnTo>
                    <a:pt x="193" y="119"/>
                  </a:lnTo>
                  <a:lnTo>
                    <a:pt x="198" y="124"/>
                  </a:lnTo>
                  <a:lnTo>
                    <a:pt x="202" y="131"/>
                  </a:lnTo>
                  <a:lnTo>
                    <a:pt x="205" y="137"/>
                  </a:lnTo>
                  <a:lnTo>
                    <a:pt x="207" y="145"/>
                  </a:lnTo>
                  <a:lnTo>
                    <a:pt x="210" y="153"/>
                  </a:lnTo>
                  <a:lnTo>
                    <a:pt x="210" y="161"/>
                  </a:lnTo>
                  <a:lnTo>
                    <a:pt x="210" y="202"/>
                  </a:lnTo>
                  <a:lnTo>
                    <a:pt x="210" y="202"/>
                  </a:lnTo>
                  <a:lnTo>
                    <a:pt x="210" y="213"/>
                  </a:lnTo>
                  <a:lnTo>
                    <a:pt x="206" y="224"/>
                  </a:lnTo>
                  <a:lnTo>
                    <a:pt x="203" y="234"/>
                  </a:lnTo>
                  <a:lnTo>
                    <a:pt x="198" y="244"/>
                  </a:lnTo>
                  <a:lnTo>
                    <a:pt x="198" y="244"/>
                  </a:lnTo>
                  <a:lnTo>
                    <a:pt x="194" y="253"/>
                  </a:lnTo>
                  <a:lnTo>
                    <a:pt x="190" y="264"/>
                  </a:lnTo>
                  <a:lnTo>
                    <a:pt x="187" y="276"/>
                  </a:lnTo>
                  <a:lnTo>
                    <a:pt x="186" y="288"/>
                  </a:lnTo>
                  <a:lnTo>
                    <a:pt x="186" y="288"/>
                  </a:lnTo>
                  <a:lnTo>
                    <a:pt x="187" y="302"/>
                  </a:lnTo>
                  <a:lnTo>
                    <a:pt x="190" y="313"/>
                  </a:lnTo>
                  <a:lnTo>
                    <a:pt x="194" y="323"/>
                  </a:lnTo>
                  <a:lnTo>
                    <a:pt x="198" y="333"/>
                  </a:lnTo>
                  <a:lnTo>
                    <a:pt x="198" y="333"/>
                  </a:lnTo>
                  <a:lnTo>
                    <a:pt x="203" y="344"/>
                  </a:lnTo>
                  <a:lnTo>
                    <a:pt x="206" y="354"/>
                  </a:lnTo>
                  <a:lnTo>
                    <a:pt x="210" y="364"/>
                  </a:lnTo>
                  <a:lnTo>
                    <a:pt x="210" y="375"/>
                  </a:lnTo>
                  <a:lnTo>
                    <a:pt x="210" y="574"/>
                  </a:lnTo>
                  <a:lnTo>
                    <a:pt x="31" y="574"/>
                  </a:lnTo>
                  <a:lnTo>
                    <a:pt x="31" y="375"/>
                  </a:lnTo>
                  <a:lnTo>
                    <a:pt x="31" y="375"/>
                  </a:lnTo>
                  <a:lnTo>
                    <a:pt x="32" y="364"/>
                  </a:lnTo>
                  <a:lnTo>
                    <a:pt x="34" y="354"/>
                  </a:lnTo>
                  <a:lnTo>
                    <a:pt x="38" y="344"/>
                  </a:lnTo>
                  <a:lnTo>
                    <a:pt x="42" y="333"/>
                  </a:lnTo>
                  <a:lnTo>
                    <a:pt x="42" y="333"/>
                  </a:lnTo>
                  <a:lnTo>
                    <a:pt x="47" y="323"/>
                  </a:lnTo>
                  <a:lnTo>
                    <a:pt x="51" y="313"/>
                  </a:lnTo>
                  <a:lnTo>
                    <a:pt x="54" y="302"/>
                  </a:lnTo>
                  <a:lnTo>
                    <a:pt x="55" y="288"/>
                  </a:lnTo>
                  <a:lnTo>
                    <a:pt x="55" y="288"/>
                  </a:lnTo>
                  <a:close/>
                  <a:moveTo>
                    <a:pt x="101" y="61"/>
                  </a:moveTo>
                  <a:lnTo>
                    <a:pt x="101" y="31"/>
                  </a:lnTo>
                  <a:lnTo>
                    <a:pt x="140" y="31"/>
                  </a:lnTo>
                  <a:lnTo>
                    <a:pt x="140" y="61"/>
                  </a:lnTo>
                  <a:lnTo>
                    <a:pt x="140" y="61"/>
                  </a:lnTo>
                  <a:lnTo>
                    <a:pt x="131" y="61"/>
                  </a:lnTo>
                  <a:lnTo>
                    <a:pt x="120" y="60"/>
                  </a:lnTo>
                  <a:lnTo>
                    <a:pt x="111" y="61"/>
                  </a:lnTo>
                  <a:lnTo>
                    <a:pt x="101" y="61"/>
                  </a:lnTo>
                  <a:lnTo>
                    <a:pt x="101" y="6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20" name="Group 19">
            <a:extLst>
              <a:ext uri="{FF2B5EF4-FFF2-40B4-BE49-F238E27FC236}">
                <a16:creationId xmlns:a16="http://schemas.microsoft.com/office/drawing/2014/main" id="{EB03C7A0-E594-48FB-9D95-F886C60E2489}"/>
              </a:ext>
            </a:extLst>
          </p:cNvPr>
          <p:cNvGrpSpPr/>
          <p:nvPr/>
        </p:nvGrpSpPr>
        <p:grpSpPr>
          <a:xfrm>
            <a:off x="3858536" y="5467007"/>
            <a:ext cx="563507" cy="784463"/>
            <a:chOff x="406400" y="4403725"/>
            <a:chExt cx="684213" cy="952500"/>
          </a:xfrm>
          <a:solidFill>
            <a:schemeClr val="tx1"/>
          </a:solidFill>
        </p:grpSpPr>
        <p:sp>
          <p:nvSpPr>
            <p:cNvPr id="21" name="Freeform 30">
              <a:extLst>
                <a:ext uri="{FF2B5EF4-FFF2-40B4-BE49-F238E27FC236}">
                  <a16:creationId xmlns:a16="http://schemas.microsoft.com/office/drawing/2014/main" id="{BAC7F85E-FFCC-4FEE-8453-5F6AE09907BE}"/>
                </a:ext>
              </a:extLst>
            </p:cNvPr>
            <p:cNvSpPr>
              <a:spLocks noEditPoints="1"/>
            </p:cNvSpPr>
            <p:nvPr/>
          </p:nvSpPr>
          <p:spPr bwMode="auto">
            <a:xfrm>
              <a:off x="406400" y="4403725"/>
              <a:ext cx="684213" cy="952500"/>
            </a:xfrm>
            <a:custGeom>
              <a:avLst/>
              <a:gdLst>
                <a:gd name="T0" fmla="*/ 280 w 431"/>
                <a:gd name="T1" fmla="*/ 590 h 600"/>
                <a:gd name="T2" fmla="*/ 368 w 431"/>
                <a:gd name="T3" fmla="*/ 536 h 600"/>
                <a:gd name="T4" fmla="*/ 421 w 431"/>
                <a:gd name="T5" fmla="*/ 448 h 600"/>
                <a:gd name="T6" fmla="*/ 431 w 431"/>
                <a:gd name="T7" fmla="*/ 365 h 600"/>
                <a:gd name="T8" fmla="*/ 404 w 431"/>
                <a:gd name="T9" fmla="*/ 279 h 600"/>
                <a:gd name="T10" fmla="*/ 345 w 431"/>
                <a:gd name="T11" fmla="*/ 211 h 600"/>
                <a:gd name="T12" fmla="*/ 262 w 431"/>
                <a:gd name="T13" fmla="*/ 173 h 600"/>
                <a:gd name="T14" fmla="*/ 289 w 431"/>
                <a:gd name="T15" fmla="*/ 158 h 600"/>
                <a:gd name="T16" fmla="*/ 308 w 431"/>
                <a:gd name="T17" fmla="*/ 127 h 600"/>
                <a:gd name="T18" fmla="*/ 311 w 431"/>
                <a:gd name="T19" fmla="*/ 77 h 600"/>
                <a:gd name="T20" fmla="*/ 290 w 431"/>
                <a:gd name="T21" fmla="*/ 35 h 600"/>
                <a:gd name="T22" fmla="*/ 253 w 431"/>
                <a:gd name="T23" fmla="*/ 7 h 600"/>
                <a:gd name="T24" fmla="*/ 215 w 431"/>
                <a:gd name="T25" fmla="*/ 0 h 600"/>
                <a:gd name="T26" fmla="*/ 169 w 431"/>
                <a:gd name="T27" fmla="*/ 11 h 600"/>
                <a:gd name="T28" fmla="*/ 135 w 431"/>
                <a:gd name="T29" fmla="*/ 42 h 600"/>
                <a:gd name="T30" fmla="*/ 119 w 431"/>
                <a:gd name="T31" fmla="*/ 87 h 600"/>
                <a:gd name="T32" fmla="*/ 129 w 431"/>
                <a:gd name="T33" fmla="*/ 141 h 600"/>
                <a:gd name="T34" fmla="*/ 146 w 431"/>
                <a:gd name="T35" fmla="*/ 159 h 600"/>
                <a:gd name="T36" fmla="*/ 151 w 431"/>
                <a:gd name="T37" fmla="*/ 179 h 600"/>
                <a:gd name="T38" fmla="*/ 73 w 431"/>
                <a:gd name="T39" fmla="*/ 223 h 600"/>
                <a:gd name="T40" fmla="*/ 19 w 431"/>
                <a:gd name="T41" fmla="*/ 294 h 600"/>
                <a:gd name="T42" fmla="*/ 0 w 431"/>
                <a:gd name="T43" fmla="*/ 384 h 600"/>
                <a:gd name="T44" fmla="*/ 17 w 431"/>
                <a:gd name="T45" fmla="*/ 468 h 600"/>
                <a:gd name="T46" fmla="*/ 79 w 431"/>
                <a:gd name="T47" fmla="*/ 550 h 600"/>
                <a:gd name="T48" fmla="*/ 172 w 431"/>
                <a:gd name="T49" fmla="*/ 595 h 600"/>
                <a:gd name="T50" fmla="*/ 215 w 431"/>
                <a:gd name="T51" fmla="*/ 28 h 600"/>
                <a:gd name="T52" fmla="*/ 249 w 431"/>
                <a:gd name="T53" fmla="*/ 36 h 600"/>
                <a:gd name="T54" fmla="*/ 273 w 431"/>
                <a:gd name="T55" fmla="*/ 59 h 600"/>
                <a:gd name="T56" fmla="*/ 284 w 431"/>
                <a:gd name="T57" fmla="*/ 89 h 600"/>
                <a:gd name="T58" fmla="*/ 279 w 431"/>
                <a:gd name="T59" fmla="*/ 123 h 600"/>
                <a:gd name="T60" fmla="*/ 261 w 431"/>
                <a:gd name="T61" fmla="*/ 97 h 600"/>
                <a:gd name="T62" fmla="*/ 182 w 431"/>
                <a:gd name="T63" fmla="*/ 88 h 600"/>
                <a:gd name="T64" fmla="*/ 169 w 431"/>
                <a:gd name="T65" fmla="*/ 131 h 600"/>
                <a:gd name="T66" fmla="*/ 148 w 431"/>
                <a:gd name="T67" fmla="*/ 106 h 600"/>
                <a:gd name="T68" fmla="*/ 150 w 431"/>
                <a:gd name="T69" fmla="*/ 76 h 600"/>
                <a:gd name="T70" fmla="*/ 167 w 431"/>
                <a:gd name="T71" fmla="*/ 48 h 600"/>
                <a:gd name="T72" fmla="*/ 195 w 431"/>
                <a:gd name="T73" fmla="*/ 31 h 600"/>
                <a:gd name="T74" fmla="*/ 235 w 431"/>
                <a:gd name="T75" fmla="*/ 116 h 600"/>
                <a:gd name="T76" fmla="*/ 28 w 431"/>
                <a:gd name="T77" fmla="*/ 384 h 600"/>
                <a:gd name="T78" fmla="*/ 43 w 431"/>
                <a:gd name="T79" fmla="*/ 311 h 600"/>
                <a:gd name="T80" fmla="*/ 96 w 431"/>
                <a:gd name="T81" fmla="*/ 239 h 600"/>
                <a:gd name="T82" fmla="*/ 177 w 431"/>
                <a:gd name="T83" fmla="*/ 200 h 600"/>
                <a:gd name="T84" fmla="*/ 253 w 431"/>
                <a:gd name="T85" fmla="*/ 200 h 600"/>
                <a:gd name="T86" fmla="*/ 335 w 431"/>
                <a:gd name="T87" fmla="*/ 239 h 600"/>
                <a:gd name="T88" fmla="*/ 389 w 431"/>
                <a:gd name="T89" fmla="*/ 311 h 600"/>
                <a:gd name="T90" fmla="*/ 403 w 431"/>
                <a:gd name="T91" fmla="*/ 384 h 600"/>
                <a:gd name="T92" fmla="*/ 380 w 431"/>
                <a:gd name="T93" fmla="*/ 473 h 600"/>
                <a:gd name="T94" fmla="*/ 321 w 431"/>
                <a:gd name="T95" fmla="*/ 539 h 600"/>
                <a:gd name="T96" fmla="*/ 235 w 431"/>
                <a:gd name="T97" fmla="*/ 570 h 600"/>
                <a:gd name="T98" fmla="*/ 160 w 431"/>
                <a:gd name="T99" fmla="*/ 563 h 600"/>
                <a:gd name="T100" fmla="*/ 83 w 431"/>
                <a:gd name="T101" fmla="*/ 517 h 600"/>
                <a:gd name="T102" fmla="*/ 36 w 431"/>
                <a:gd name="T103" fmla="*/ 44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1" h="600">
                  <a:moveTo>
                    <a:pt x="215" y="600"/>
                  </a:moveTo>
                  <a:lnTo>
                    <a:pt x="215" y="600"/>
                  </a:lnTo>
                  <a:lnTo>
                    <a:pt x="238" y="598"/>
                  </a:lnTo>
                  <a:lnTo>
                    <a:pt x="259" y="595"/>
                  </a:lnTo>
                  <a:lnTo>
                    <a:pt x="280" y="590"/>
                  </a:lnTo>
                  <a:lnTo>
                    <a:pt x="299" y="583"/>
                  </a:lnTo>
                  <a:lnTo>
                    <a:pt x="318" y="573"/>
                  </a:lnTo>
                  <a:lnTo>
                    <a:pt x="336" y="563"/>
                  </a:lnTo>
                  <a:lnTo>
                    <a:pt x="353" y="550"/>
                  </a:lnTo>
                  <a:lnTo>
                    <a:pt x="368" y="536"/>
                  </a:lnTo>
                  <a:lnTo>
                    <a:pt x="381" y="521"/>
                  </a:lnTo>
                  <a:lnTo>
                    <a:pt x="395" y="505"/>
                  </a:lnTo>
                  <a:lnTo>
                    <a:pt x="405" y="486"/>
                  </a:lnTo>
                  <a:lnTo>
                    <a:pt x="414" y="468"/>
                  </a:lnTo>
                  <a:lnTo>
                    <a:pt x="421" y="448"/>
                  </a:lnTo>
                  <a:lnTo>
                    <a:pt x="426" y="428"/>
                  </a:lnTo>
                  <a:lnTo>
                    <a:pt x="430" y="406"/>
                  </a:lnTo>
                  <a:lnTo>
                    <a:pt x="431" y="384"/>
                  </a:lnTo>
                  <a:lnTo>
                    <a:pt x="431" y="384"/>
                  </a:lnTo>
                  <a:lnTo>
                    <a:pt x="431" y="365"/>
                  </a:lnTo>
                  <a:lnTo>
                    <a:pt x="428" y="347"/>
                  </a:lnTo>
                  <a:lnTo>
                    <a:pt x="424" y="329"/>
                  </a:lnTo>
                  <a:lnTo>
                    <a:pt x="418" y="312"/>
                  </a:lnTo>
                  <a:lnTo>
                    <a:pt x="412" y="295"/>
                  </a:lnTo>
                  <a:lnTo>
                    <a:pt x="404" y="279"/>
                  </a:lnTo>
                  <a:lnTo>
                    <a:pt x="394" y="264"/>
                  </a:lnTo>
                  <a:lnTo>
                    <a:pt x="383" y="249"/>
                  </a:lnTo>
                  <a:lnTo>
                    <a:pt x="372" y="236"/>
                  </a:lnTo>
                  <a:lnTo>
                    <a:pt x="359" y="224"/>
                  </a:lnTo>
                  <a:lnTo>
                    <a:pt x="345" y="211"/>
                  </a:lnTo>
                  <a:lnTo>
                    <a:pt x="330" y="201"/>
                  </a:lnTo>
                  <a:lnTo>
                    <a:pt x="315" y="193"/>
                  </a:lnTo>
                  <a:lnTo>
                    <a:pt x="298" y="185"/>
                  </a:lnTo>
                  <a:lnTo>
                    <a:pt x="281" y="179"/>
                  </a:lnTo>
                  <a:lnTo>
                    <a:pt x="262" y="173"/>
                  </a:lnTo>
                  <a:lnTo>
                    <a:pt x="262" y="160"/>
                  </a:lnTo>
                  <a:lnTo>
                    <a:pt x="283" y="160"/>
                  </a:lnTo>
                  <a:lnTo>
                    <a:pt x="283" y="160"/>
                  </a:lnTo>
                  <a:lnTo>
                    <a:pt x="286" y="159"/>
                  </a:lnTo>
                  <a:lnTo>
                    <a:pt x="289" y="158"/>
                  </a:lnTo>
                  <a:lnTo>
                    <a:pt x="291" y="156"/>
                  </a:lnTo>
                  <a:lnTo>
                    <a:pt x="294" y="154"/>
                  </a:lnTo>
                  <a:lnTo>
                    <a:pt x="294" y="154"/>
                  </a:lnTo>
                  <a:lnTo>
                    <a:pt x="301" y="141"/>
                  </a:lnTo>
                  <a:lnTo>
                    <a:pt x="308" y="127"/>
                  </a:lnTo>
                  <a:lnTo>
                    <a:pt x="312" y="112"/>
                  </a:lnTo>
                  <a:lnTo>
                    <a:pt x="313" y="97"/>
                  </a:lnTo>
                  <a:lnTo>
                    <a:pt x="313" y="97"/>
                  </a:lnTo>
                  <a:lnTo>
                    <a:pt x="312" y="87"/>
                  </a:lnTo>
                  <a:lnTo>
                    <a:pt x="311" y="77"/>
                  </a:lnTo>
                  <a:lnTo>
                    <a:pt x="309" y="68"/>
                  </a:lnTo>
                  <a:lnTo>
                    <a:pt x="306" y="59"/>
                  </a:lnTo>
                  <a:lnTo>
                    <a:pt x="301" y="50"/>
                  </a:lnTo>
                  <a:lnTo>
                    <a:pt x="296" y="42"/>
                  </a:lnTo>
                  <a:lnTo>
                    <a:pt x="290" y="35"/>
                  </a:lnTo>
                  <a:lnTo>
                    <a:pt x="284" y="28"/>
                  </a:lnTo>
                  <a:lnTo>
                    <a:pt x="278" y="22"/>
                  </a:lnTo>
                  <a:lnTo>
                    <a:pt x="270" y="17"/>
                  </a:lnTo>
                  <a:lnTo>
                    <a:pt x="261" y="11"/>
                  </a:lnTo>
                  <a:lnTo>
                    <a:pt x="253" y="7"/>
                  </a:lnTo>
                  <a:lnTo>
                    <a:pt x="245" y="4"/>
                  </a:lnTo>
                  <a:lnTo>
                    <a:pt x="235" y="2"/>
                  </a:lnTo>
                  <a:lnTo>
                    <a:pt x="226" y="0"/>
                  </a:lnTo>
                  <a:lnTo>
                    <a:pt x="215" y="0"/>
                  </a:lnTo>
                  <a:lnTo>
                    <a:pt x="215" y="0"/>
                  </a:lnTo>
                  <a:lnTo>
                    <a:pt x="206" y="0"/>
                  </a:lnTo>
                  <a:lnTo>
                    <a:pt x="196" y="2"/>
                  </a:lnTo>
                  <a:lnTo>
                    <a:pt x="187" y="4"/>
                  </a:lnTo>
                  <a:lnTo>
                    <a:pt x="178" y="7"/>
                  </a:lnTo>
                  <a:lnTo>
                    <a:pt x="169" y="11"/>
                  </a:lnTo>
                  <a:lnTo>
                    <a:pt x="162" y="17"/>
                  </a:lnTo>
                  <a:lnTo>
                    <a:pt x="154" y="22"/>
                  </a:lnTo>
                  <a:lnTo>
                    <a:pt x="148" y="28"/>
                  </a:lnTo>
                  <a:lnTo>
                    <a:pt x="141" y="35"/>
                  </a:lnTo>
                  <a:lnTo>
                    <a:pt x="135" y="42"/>
                  </a:lnTo>
                  <a:lnTo>
                    <a:pt x="130" y="50"/>
                  </a:lnTo>
                  <a:lnTo>
                    <a:pt x="126" y="59"/>
                  </a:lnTo>
                  <a:lnTo>
                    <a:pt x="123" y="68"/>
                  </a:lnTo>
                  <a:lnTo>
                    <a:pt x="121" y="77"/>
                  </a:lnTo>
                  <a:lnTo>
                    <a:pt x="119" y="87"/>
                  </a:lnTo>
                  <a:lnTo>
                    <a:pt x="119" y="97"/>
                  </a:lnTo>
                  <a:lnTo>
                    <a:pt x="119" y="97"/>
                  </a:lnTo>
                  <a:lnTo>
                    <a:pt x="120" y="112"/>
                  </a:lnTo>
                  <a:lnTo>
                    <a:pt x="124" y="127"/>
                  </a:lnTo>
                  <a:lnTo>
                    <a:pt x="129" y="141"/>
                  </a:lnTo>
                  <a:lnTo>
                    <a:pt x="137" y="154"/>
                  </a:lnTo>
                  <a:lnTo>
                    <a:pt x="137" y="154"/>
                  </a:lnTo>
                  <a:lnTo>
                    <a:pt x="140" y="156"/>
                  </a:lnTo>
                  <a:lnTo>
                    <a:pt x="143" y="158"/>
                  </a:lnTo>
                  <a:lnTo>
                    <a:pt x="146" y="159"/>
                  </a:lnTo>
                  <a:lnTo>
                    <a:pt x="149" y="160"/>
                  </a:lnTo>
                  <a:lnTo>
                    <a:pt x="169" y="160"/>
                  </a:lnTo>
                  <a:lnTo>
                    <a:pt x="169" y="173"/>
                  </a:lnTo>
                  <a:lnTo>
                    <a:pt x="169" y="173"/>
                  </a:lnTo>
                  <a:lnTo>
                    <a:pt x="151" y="179"/>
                  </a:lnTo>
                  <a:lnTo>
                    <a:pt x="133" y="185"/>
                  </a:lnTo>
                  <a:lnTo>
                    <a:pt x="117" y="192"/>
                  </a:lnTo>
                  <a:lnTo>
                    <a:pt x="102" y="201"/>
                  </a:lnTo>
                  <a:lnTo>
                    <a:pt x="86" y="211"/>
                  </a:lnTo>
                  <a:lnTo>
                    <a:pt x="73" y="223"/>
                  </a:lnTo>
                  <a:lnTo>
                    <a:pt x="59" y="236"/>
                  </a:lnTo>
                  <a:lnTo>
                    <a:pt x="48" y="249"/>
                  </a:lnTo>
                  <a:lnTo>
                    <a:pt x="37" y="264"/>
                  </a:lnTo>
                  <a:lnTo>
                    <a:pt x="28" y="279"/>
                  </a:lnTo>
                  <a:lnTo>
                    <a:pt x="19" y="294"/>
                  </a:lnTo>
                  <a:lnTo>
                    <a:pt x="12" y="312"/>
                  </a:lnTo>
                  <a:lnTo>
                    <a:pt x="7" y="329"/>
                  </a:lnTo>
                  <a:lnTo>
                    <a:pt x="3" y="347"/>
                  </a:lnTo>
                  <a:lnTo>
                    <a:pt x="1" y="365"/>
                  </a:lnTo>
                  <a:lnTo>
                    <a:pt x="0" y="384"/>
                  </a:lnTo>
                  <a:lnTo>
                    <a:pt x="0" y="384"/>
                  </a:lnTo>
                  <a:lnTo>
                    <a:pt x="1" y="406"/>
                  </a:lnTo>
                  <a:lnTo>
                    <a:pt x="4" y="428"/>
                  </a:lnTo>
                  <a:lnTo>
                    <a:pt x="9" y="448"/>
                  </a:lnTo>
                  <a:lnTo>
                    <a:pt x="17" y="468"/>
                  </a:lnTo>
                  <a:lnTo>
                    <a:pt x="26" y="486"/>
                  </a:lnTo>
                  <a:lnTo>
                    <a:pt x="37" y="505"/>
                  </a:lnTo>
                  <a:lnTo>
                    <a:pt x="49" y="521"/>
                  </a:lnTo>
                  <a:lnTo>
                    <a:pt x="64" y="536"/>
                  </a:lnTo>
                  <a:lnTo>
                    <a:pt x="79" y="550"/>
                  </a:lnTo>
                  <a:lnTo>
                    <a:pt x="95" y="563"/>
                  </a:lnTo>
                  <a:lnTo>
                    <a:pt x="113" y="573"/>
                  </a:lnTo>
                  <a:lnTo>
                    <a:pt x="132" y="583"/>
                  </a:lnTo>
                  <a:lnTo>
                    <a:pt x="152" y="590"/>
                  </a:lnTo>
                  <a:lnTo>
                    <a:pt x="172" y="595"/>
                  </a:lnTo>
                  <a:lnTo>
                    <a:pt x="194" y="598"/>
                  </a:lnTo>
                  <a:lnTo>
                    <a:pt x="215" y="600"/>
                  </a:lnTo>
                  <a:lnTo>
                    <a:pt x="215" y="600"/>
                  </a:lnTo>
                  <a:close/>
                  <a:moveTo>
                    <a:pt x="215" y="28"/>
                  </a:moveTo>
                  <a:lnTo>
                    <a:pt x="215" y="28"/>
                  </a:lnTo>
                  <a:lnTo>
                    <a:pt x="222" y="28"/>
                  </a:lnTo>
                  <a:lnTo>
                    <a:pt x="230" y="29"/>
                  </a:lnTo>
                  <a:lnTo>
                    <a:pt x="236" y="31"/>
                  </a:lnTo>
                  <a:lnTo>
                    <a:pt x="243" y="33"/>
                  </a:lnTo>
                  <a:lnTo>
                    <a:pt x="249" y="36"/>
                  </a:lnTo>
                  <a:lnTo>
                    <a:pt x="254" y="39"/>
                  </a:lnTo>
                  <a:lnTo>
                    <a:pt x="259" y="43"/>
                  </a:lnTo>
                  <a:lnTo>
                    <a:pt x="265" y="48"/>
                  </a:lnTo>
                  <a:lnTo>
                    <a:pt x="269" y="52"/>
                  </a:lnTo>
                  <a:lnTo>
                    <a:pt x="273" y="59"/>
                  </a:lnTo>
                  <a:lnTo>
                    <a:pt x="277" y="64"/>
                  </a:lnTo>
                  <a:lnTo>
                    <a:pt x="279" y="70"/>
                  </a:lnTo>
                  <a:lnTo>
                    <a:pt x="282" y="76"/>
                  </a:lnTo>
                  <a:lnTo>
                    <a:pt x="283" y="83"/>
                  </a:lnTo>
                  <a:lnTo>
                    <a:pt x="284" y="89"/>
                  </a:lnTo>
                  <a:lnTo>
                    <a:pt x="285" y="97"/>
                  </a:lnTo>
                  <a:lnTo>
                    <a:pt x="285" y="97"/>
                  </a:lnTo>
                  <a:lnTo>
                    <a:pt x="284" y="106"/>
                  </a:lnTo>
                  <a:lnTo>
                    <a:pt x="282" y="115"/>
                  </a:lnTo>
                  <a:lnTo>
                    <a:pt x="279" y="123"/>
                  </a:lnTo>
                  <a:lnTo>
                    <a:pt x="275" y="131"/>
                  </a:lnTo>
                  <a:lnTo>
                    <a:pt x="262" y="131"/>
                  </a:lnTo>
                  <a:lnTo>
                    <a:pt x="262" y="103"/>
                  </a:lnTo>
                  <a:lnTo>
                    <a:pt x="262" y="103"/>
                  </a:lnTo>
                  <a:lnTo>
                    <a:pt x="261" y="97"/>
                  </a:lnTo>
                  <a:lnTo>
                    <a:pt x="258" y="92"/>
                  </a:lnTo>
                  <a:lnTo>
                    <a:pt x="254" y="89"/>
                  </a:lnTo>
                  <a:lnTo>
                    <a:pt x="249" y="88"/>
                  </a:lnTo>
                  <a:lnTo>
                    <a:pt x="182" y="88"/>
                  </a:lnTo>
                  <a:lnTo>
                    <a:pt x="182" y="88"/>
                  </a:lnTo>
                  <a:lnTo>
                    <a:pt x="177" y="89"/>
                  </a:lnTo>
                  <a:lnTo>
                    <a:pt x="173" y="92"/>
                  </a:lnTo>
                  <a:lnTo>
                    <a:pt x="170" y="97"/>
                  </a:lnTo>
                  <a:lnTo>
                    <a:pt x="169" y="103"/>
                  </a:lnTo>
                  <a:lnTo>
                    <a:pt x="169" y="131"/>
                  </a:lnTo>
                  <a:lnTo>
                    <a:pt x="157" y="131"/>
                  </a:lnTo>
                  <a:lnTo>
                    <a:pt x="157" y="131"/>
                  </a:lnTo>
                  <a:lnTo>
                    <a:pt x="152" y="123"/>
                  </a:lnTo>
                  <a:lnTo>
                    <a:pt x="150" y="115"/>
                  </a:lnTo>
                  <a:lnTo>
                    <a:pt x="148" y="106"/>
                  </a:lnTo>
                  <a:lnTo>
                    <a:pt x="147" y="97"/>
                  </a:lnTo>
                  <a:lnTo>
                    <a:pt x="147" y="97"/>
                  </a:lnTo>
                  <a:lnTo>
                    <a:pt x="147" y="89"/>
                  </a:lnTo>
                  <a:lnTo>
                    <a:pt x="148" y="83"/>
                  </a:lnTo>
                  <a:lnTo>
                    <a:pt x="150" y="76"/>
                  </a:lnTo>
                  <a:lnTo>
                    <a:pt x="152" y="70"/>
                  </a:lnTo>
                  <a:lnTo>
                    <a:pt x="155" y="64"/>
                  </a:lnTo>
                  <a:lnTo>
                    <a:pt x="159" y="59"/>
                  </a:lnTo>
                  <a:lnTo>
                    <a:pt x="163" y="52"/>
                  </a:lnTo>
                  <a:lnTo>
                    <a:pt x="167" y="48"/>
                  </a:lnTo>
                  <a:lnTo>
                    <a:pt x="172" y="43"/>
                  </a:lnTo>
                  <a:lnTo>
                    <a:pt x="177" y="39"/>
                  </a:lnTo>
                  <a:lnTo>
                    <a:pt x="182" y="36"/>
                  </a:lnTo>
                  <a:lnTo>
                    <a:pt x="189" y="33"/>
                  </a:lnTo>
                  <a:lnTo>
                    <a:pt x="195" y="31"/>
                  </a:lnTo>
                  <a:lnTo>
                    <a:pt x="202" y="29"/>
                  </a:lnTo>
                  <a:lnTo>
                    <a:pt x="209" y="28"/>
                  </a:lnTo>
                  <a:lnTo>
                    <a:pt x="215" y="28"/>
                  </a:lnTo>
                  <a:lnTo>
                    <a:pt x="215" y="28"/>
                  </a:lnTo>
                  <a:close/>
                  <a:moveTo>
                    <a:pt x="235" y="116"/>
                  </a:moveTo>
                  <a:lnTo>
                    <a:pt x="235" y="175"/>
                  </a:lnTo>
                  <a:lnTo>
                    <a:pt x="197" y="175"/>
                  </a:lnTo>
                  <a:lnTo>
                    <a:pt x="197" y="116"/>
                  </a:lnTo>
                  <a:lnTo>
                    <a:pt x="235" y="116"/>
                  </a:lnTo>
                  <a:close/>
                  <a:moveTo>
                    <a:pt x="28" y="384"/>
                  </a:moveTo>
                  <a:lnTo>
                    <a:pt x="28" y="384"/>
                  </a:lnTo>
                  <a:lnTo>
                    <a:pt x="29" y="365"/>
                  </a:lnTo>
                  <a:lnTo>
                    <a:pt x="32" y="346"/>
                  </a:lnTo>
                  <a:lnTo>
                    <a:pt x="36" y="328"/>
                  </a:lnTo>
                  <a:lnTo>
                    <a:pt x="43" y="311"/>
                  </a:lnTo>
                  <a:lnTo>
                    <a:pt x="50" y="294"/>
                  </a:lnTo>
                  <a:lnTo>
                    <a:pt x="59" y="279"/>
                  </a:lnTo>
                  <a:lnTo>
                    <a:pt x="71" y="265"/>
                  </a:lnTo>
                  <a:lnTo>
                    <a:pt x="83" y="251"/>
                  </a:lnTo>
                  <a:lnTo>
                    <a:pt x="96" y="239"/>
                  </a:lnTo>
                  <a:lnTo>
                    <a:pt x="111" y="229"/>
                  </a:lnTo>
                  <a:lnTo>
                    <a:pt x="126" y="219"/>
                  </a:lnTo>
                  <a:lnTo>
                    <a:pt x="143" y="211"/>
                  </a:lnTo>
                  <a:lnTo>
                    <a:pt x="160" y="204"/>
                  </a:lnTo>
                  <a:lnTo>
                    <a:pt x="177" y="200"/>
                  </a:lnTo>
                  <a:lnTo>
                    <a:pt x="197" y="197"/>
                  </a:lnTo>
                  <a:lnTo>
                    <a:pt x="215" y="196"/>
                  </a:lnTo>
                  <a:lnTo>
                    <a:pt x="215" y="196"/>
                  </a:lnTo>
                  <a:lnTo>
                    <a:pt x="235" y="197"/>
                  </a:lnTo>
                  <a:lnTo>
                    <a:pt x="253" y="200"/>
                  </a:lnTo>
                  <a:lnTo>
                    <a:pt x="272" y="204"/>
                  </a:lnTo>
                  <a:lnTo>
                    <a:pt x="288" y="211"/>
                  </a:lnTo>
                  <a:lnTo>
                    <a:pt x="304" y="219"/>
                  </a:lnTo>
                  <a:lnTo>
                    <a:pt x="321" y="229"/>
                  </a:lnTo>
                  <a:lnTo>
                    <a:pt x="335" y="239"/>
                  </a:lnTo>
                  <a:lnTo>
                    <a:pt x="349" y="251"/>
                  </a:lnTo>
                  <a:lnTo>
                    <a:pt x="360" y="265"/>
                  </a:lnTo>
                  <a:lnTo>
                    <a:pt x="371" y="279"/>
                  </a:lnTo>
                  <a:lnTo>
                    <a:pt x="380" y="294"/>
                  </a:lnTo>
                  <a:lnTo>
                    <a:pt x="389" y="311"/>
                  </a:lnTo>
                  <a:lnTo>
                    <a:pt x="395" y="328"/>
                  </a:lnTo>
                  <a:lnTo>
                    <a:pt x="400" y="346"/>
                  </a:lnTo>
                  <a:lnTo>
                    <a:pt x="402" y="365"/>
                  </a:lnTo>
                  <a:lnTo>
                    <a:pt x="403" y="384"/>
                  </a:lnTo>
                  <a:lnTo>
                    <a:pt x="403" y="384"/>
                  </a:lnTo>
                  <a:lnTo>
                    <a:pt x="402" y="403"/>
                  </a:lnTo>
                  <a:lnTo>
                    <a:pt x="400" y="422"/>
                  </a:lnTo>
                  <a:lnTo>
                    <a:pt x="395" y="440"/>
                  </a:lnTo>
                  <a:lnTo>
                    <a:pt x="389" y="456"/>
                  </a:lnTo>
                  <a:lnTo>
                    <a:pt x="380" y="473"/>
                  </a:lnTo>
                  <a:lnTo>
                    <a:pt x="371" y="489"/>
                  </a:lnTo>
                  <a:lnTo>
                    <a:pt x="360" y="504"/>
                  </a:lnTo>
                  <a:lnTo>
                    <a:pt x="349" y="517"/>
                  </a:lnTo>
                  <a:lnTo>
                    <a:pt x="335" y="528"/>
                  </a:lnTo>
                  <a:lnTo>
                    <a:pt x="321" y="539"/>
                  </a:lnTo>
                  <a:lnTo>
                    <a:pt x="304" y="549"/>
                  </a:lnTo>
                  <a:lnTo>
                    <a:pt x="288" y="557"/>
                  </a:lnTo>
                  <a:lnTo>
                    <a:pt x="272" y="563"/>
                  </a:lnTo>
                  <a:lnTo>
                    <a:pt x="253" y="568"/>
                  </a:lnTo>
                  <a:lnTo>
                    <a:pt x="235" y="570"/>
                  </a:lnTo>
                  <a:lnTo>
                    <a:pt x="215" y="571"/>
                  </a:lnTo>
                  <a:lnTo>
                    <a:pt x="215" y="571"/>
                  </a:lnTo>
                  <a:lnTo>
                    <a:pt x="197" y="570"/>
                  </a:lnTo>
                  <a:lnTo>
                    <a:pt x="177" y="568"/>
                  </a:lnTo>
                  <a:lnTo>
                    <a:pt x="160" y="563"/>
                  </a:lnTo>
                  <a:lnTo>
                    <a:pt x="143" y="557"/>
                  </a:lnTo>
                  <a:lnTo>
                    <a:pt x="126" y="549"/>
                  </a:lnTo>
                  <a:lnTo>
                    <a:pt x="111" y="539"/>
                  </a:lnTo>
                  <a:lnTo>
                    <a:pt x="96" y="528"/>
                  </a:lnTo>
                  <a:lnTo>
                    <a:pt x="83" y="517"/>
                  </a:lnTo>
                  <a:lnTo>
                    <a:pt x="71" y="504"/>
                  </a:lnTo>
                  <a:lnTo>
                    <a:pt x="59" y="489"/>
                  </a:lnTo>
                  <a:lnTo>
                    <a:pt x="50" y="473"/>
                  </a:lnTo>
                  <a:lnTo>
                    <a:pt x="43" y="456"/>
                  </a:lnTo>
                  <a:lnTo>
                    <a:pt x="36" y="440"/>
                  </a:lnTo>
                  <a:lnTo>
                    <a:pt x="32" y="422"/>
                  </a:lnTo>
                  <a:lnTo>
                    <a:pt x="29" y="403"/>
                  </a:lnTo>
                  <a:lnTo>
                    <a:pt x="28" y="384"/>
                  </a:lnTo>
                  <a:lnTo>
                    <a:pt x="28" y="38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2" name="Freeform 31">
              <a:extLst>
                <a:ext uri="{FF2B5EF4-FFF2-40B4-BE49-F238E27FC236}">
                  <a16:creationId xmlns:a16="http://schemas.microsoft.com/office/drawing/2014/main" id="{AADE692E-8089-411A-8A50-86CDA4ABA2B9}"/>
                </a:ext>
              </a:extLst>
            </p:cNvPr>
            <p:cNvSpPr>
              <a:spLocks noEditPoints="1"/>
            </p:cNvSpPr>
            <p:nvPr/>
          </p:nvSpPr>
          <p:spPr bwMode="auto">
            <a:xfrm>
              <a:off x="649288" y="4868863"/>
              <a:ext cx="250825" cy="242888"/>
            </a:xfrm>
            <a:custGeom>
              <a:avLst/>
              <a:gdLst>
                <a:gd name="T0" fmla="*/ 4 w 158"/>
                <a:gd name="T1" fmla="*/ 130 h 153"/>
                <a:gd name="T2" fmla="*/ 1 w 158"/>
                <a:gd name="T3" fmla="*/ 134 h 153"/>
                <a:gd name="T4" fmla="*/ 0 w 158"/>
                <a:gd name="T5" fmla="*/ 139 h 153"/>
                <a:gd name="T6" fmla="*/ 4 w 158"/>
                <a:gd name="T7" fmla="*/ 149 h 153"/>
                <a:gd name="T8" fmla="*/ 9 w 158"/>
                <a:gd name="T9" fmla="*/ 152 h 153"/>
                <a:gd name="T10" fmla="*/ 14 w 158"/>
                <a:gd name="T11" fmla="*/ 153 h 153"/>
                <a:gd name="T12" fmla="*/ 23 w 158"/>
                <a:gd name="T13" fmla="*/ 149 h 153"/>
                <a:gd name="T14" fmla="*/ 35 w 158"/>
                <a:gd name="T15" fmla="*/ 139 h 153"/>
                <a:gd name="T16" fmla="*/ 48 w 158"/>
                <a:gd name="T17" fmla="*/ 144 h 153"/>
                <a:gd name="T18" fmla="*/ 62 w 158"/>
                <a:gd name="T19" fmla="*/ 146 h 153"/>
                <a:gd name="T20" fmla="*/ 74 w 158"/>
                <a:gd name="T21" fmla="*/ 145 h 153"/>
                <a:gd name="T22" fmla="*/ 93 w 158"/>
                <a:gd name="T23" fmla="*/ 137 h 153"/>
                <a:gd name="T24" fmla="*/ 108 w 158"/>
                <a:gd name="T25" fmla="*/ 121 h 153"/>
                <a:gd name="T26" fmla="*/ 117 w 158"/>
                <a:gd name="T27" fmla="*/ 102 h 153"/>
                <a:gd name="T28" fmla="*/ 118 w 158"/>
                <a:gd name="T29" fmla="*/ 91 h 153"/>
                <a:gd name="T30" fmla="*/ 116 w 158"/>
                <a:gd name="T31" fmla="*/ 77 h 153"/>
                <a:gd name="T32" fmla="*/ 112 w 158"/>
                <a:gd name="T33" fmla="*/ 65 h 153"/>
                <a:gd name="T34" fmla="*/ 154 w 158"/>
                <a:gd name="T35" fmla="*/ 24 h 153"/>
                <a:gd name="T36" fmla="*/ 158 w 158"/>
                <a:gd name="T37" fmla="*/ 15 h 153"/>
                <a:gd name="T38" fmla="*/ 157 w 158"/>
                <a:gd name="T39" fmla="*/ 10 h 153"/>
                <a:gd name="T40" fmla="*/ 155 w 158"/>
                <a:gd name="T41" fmla="*/ 4 h 153"/>
                <a:gd name="T42" fmla="*/ 144 w 158"/>
                <a:gd name="T43" fmla="*/ 0 h 153"/>
                <a:gd name="T44" fmla="*/ 134 w 158"/>
                <a:gd name="T45" fmla="*/ 4 h 153"/>
                <a:gd name="T46" fmla="*/ 92 w 158"/>
                <a:gd name="T47" fmla="*/ 44 h 153"/>
                <a:gd name="T48" fmla="*/ 78 w 158"/>
                <a:gd name="T49" fmla="*/ 38 h 153"/>
                <a:gd name="T50" fmla="*/ 62 w 158"/>
                <a:gd name="T51" fmla="*/ 35 h 153"/>
                <a:gd name="T52" fmla="*/ 51 w 158"/>
                <a:gd name="T53" fmla="*/ 37 h 153"/>
                <a:gd name="T54" fmla="*/ 32 w 158"/>
                <a:gd name="T55" fmla="*/ 45 h 153"/>
                <a:gd name="T56" fmla="*/ 17 w 158"/>
                <a:gd name="T57" fmla="*/ 60 h 153"/>
                <a:gd name="T58" fmla="*/ 9 w 158"/>
                <a:gd name="T59" fmla="*/ 79 h 153"/>
                <a:gd name="T60" fmla="*/ 7 w 158"/>
                <a:gd name="T61" fmla="*/ 91 h 153"/>
                <a:gd name="T62" fmla="*/ 9 w 158"/>
                <a:gd name="T63" fmla="*/ 105 h 153"/>
                <a:gd name="T64" fmla="*/ 15 w 158"/>
                <a:gd name="T65" fmla="*/ 119 h 153"/>
                <a:gd name="T66" fmla="*/ 57 w 158"/>
                <a:gd name="T67" fmla="*/ 117 h 153"/>
                <a:gd name="T68" fmla="*/ 89 w 158"/>
                <a:gd name="T69" fmla="*/ 87 h 153"/>
                <a:gd name="T70" fmla="*/ 90 w 158"/>
                <a:gd name="T71" fmla="*/ 91 h 153"/>
                <a:gd name="T72" fmla="*/ 88 w 158"/>
                <a:gd name="T73" fmla="*/ 102 h 153"/>
                <a:gd name="T74" fmla="*/ 82 w 158"/>
                <a:gd name="T75" fmla="*/ 110 h 153"/>
                <a:gd name="T76" fmla="*/ 74 w 158"/>
                <a:gd name="T77" fmla="*/ 116 h 153"/>
                <a:gd name="T78" fmla="*/ 62 w 158"/>
                <a:gd name="T79" fmla="*/ 118 h 153"/>
                <a:gd name="T80" fmla="*/ 57 w 158"/>
                <a:gd name="T81" fmla="*/ 117 h 153"/>
                <a:gd name="T82" fmla="*/ 36 w 158"/>
                <a:gd name="T83" fmla="*/ 91 h 153"/>
                <a:gd name="T84" fmla="*/ 36 w 158"/>
                <a:gd name="T85" fmla="*/ 85 h 153"/>
                <a:gd name="T86" fmla="*/ 40 w 158"/>
                <a:gd name="T87" fmla="*/ 75 h 153"/>
                <a:gd name="T88" fmla="*/ 47 w 158"/>
                <a:gd name="T89" fmla="*/ 68 h 153"/>
                <a:gd name="T90" fmla="*/ 57 w 158"/>
                <a:gd name="T91" fmla="*/ 64 h 153"/>
                <a:gd name="T92" fmla="*/ 62 w 158"/>
                <a:gd name="T93" fmla="*/ 64 h 153"/>
                <a:gd name="T94" fmla="*/ 72 w 158"/>
                <a:gd name="T95" fmla="*/ 65 h 153"/>
                <a:gd name="T96" fmla="*/ 37 w 158"/>
                <a:gd name="T97" fmla="*/ 99 h 153"/>
                <a:gd name="T98" fmla="*/ 36 w 158"/>
                <a:gd name="T99" fmla="*/ 9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8" h="153">
                  <a:moveTo>
                    <a:pt x="15" y="119"/>
                  </a:moveTo>
                  <a:lnTo>
                    <a:pt x="4" y="130"/>
                  </a:lnTo>
                  <a:lnTo>
                    <a:pt x="4" y="130"/>
                  </a:lnTo>
                  <a:lnTo>
                    <a:pt x="1" y="134"/>
                  </a:lnTo>
                  <a:lnTo>
                    <a:pt x="0" y="139"/>
                  </a:lnTo>
                  <a:lnTo>
                    <a:pt x="0" y="139"/>
                  </a:lnTo>
                  <a:lnTo>
                    <a:pt x="1" y="144"/>
                  </a:lnTo>
                  <a:lnTo>
                    <a:pt x="4" y="149"/>
                  </a:lnTo>
                  <a:lnTo>
                    <a:pt x="4" y="149"/>
                  </a:lnTo>
                  <a:lnTo>
                    <a:pt x="9" y="152"/>
                  </a:lnTo>
                  <a:lnTo>
                    <a:pt x="14" y="153"/>
                  </a:lnTo>
                  <a:lnTo>
                    <a:pt x="14" y="153"/>
                  </a:lnTo>
                  <a:lnTo>
                    <a:pt x="19" y="152"/>
                  </a:lnTo>
                  <a:lnTo>
                    <a:pt x="23" y="149"/>
                  </a:lnTo>
                  <a:lnTo>
                    <a:pt x="35" y="139"/>
                  </a:lnTo>
                  <a:lnTo>
                    <a:pt x="35" y="139"/>
                  </a:lnTo>
                  <a:lnTo>
                    <a:pt x="42" y="142"/>
                  </a:lnTo>
                  <a:lnTo>
                    <a:pt x="48" y="144"/>
                  </a:lnTo>
                  <a:lnTo>
                    <a:pt x="55" y="146"/>
                  </a:lnTo>
                  <a:lnTo>
                    <a:pt x="62" y="146"/>
                  </a:lnTo>
                  <a:lnTo>
                    <a:pt x="62" y="146"/>
                  </a:lnTo>
                  <a:lnTo>
                    <a:pt x="74" y="145"/>
                  </a:lnTo>
                  <a:lnTo>
                    <a:pt x="84" y="142"/>
                  </a:lnTo>
                  <a:lnTo>
                    <a:pt x="93" y="137"/>
                  </a:lnTo>
                  <a:lnTo>
                    <a:pt x="101" y="130"/>
                  </a:lnTo>
                  <a:lnTo>
                    <a:pt x="108" y="121"/>
                  </a:lnTo>
                  <a:lnTo>
                    <a:pt x="114" y="112"/>
                  </a:lnTo>
                  <a:lnTo>
                    <a:pt x="117" y="102"/>
                  </a:lnTo>
                  <a:lnTo>
                    <a:pt x="118" y="91"/>
                  </a:lnTo>
                  <a:lnTo>
                    <a:pt x="118" y="91"/>
                  </a:lnTo>
                  <a:lnTo>
                    <a:pt x="118" y="84"/>
                  </a:lnTo>
                  <a:lnTo>
                    <a:pt x="116" y="77"/>
                  </a:lnTo>
                  <a:lnTo>
                    <a:pt x="115" y="71"/>
                  </a:lnTo>
                  <a:lnTo>
                    <a:pt x="112" y="65"/>
                  </a:lnTo>
                  <a:lnTo>
                    <a:pt x="154" y="24"/>
                  </a:lnTo>
                  <a:lnTo>
                    <a:pt x="154" y="24"/>
                  </a:lnTo>
                  <a:lnTo>
                    <a:pt x="157" y="20"/>
                  </a:lnTo>
                  <a:lnTo>
                    <a:pt x="158" y="15"/>
                  </a:lnTo>
                  <a:lnTo>
                    <a:pt x="158" y="15"/>
                  </a:lnTo>
                  <a:lnTo>
                    <a:pt x="157" y="10"/>
                  </a:lnTo>
                  <a:lnTo>
                    <a:pt x="155" y="4"/>
                  </a:lnTo>
                  <a:lnTo>
                    <a:pt x="155" y="4"/>
                  </a:lnTo>
                  <a:lnTo>
                    <a:pt x="149" y="1"/>
                  </a:lnTo>
                  <a:lnTo>
                    <a:pt x="144" y="0"/>
                  </a:lnTo>
                  <a:lnTo>
                    <a:pt x="139" y="1"/>
                  </a:lnTo>
                  <a:lnTo>
                    <a:pt x="134" y="4"/>
                  </a:lnTo>
                  <a:lnTo>
                    <a:pt x="92" y="44"/>
                  </a:lnTo>
                  <a:lnTo>
                    <a:pt x="92" y="44"/>
                  </a:lnTo>
                  <a:lnTo>
                    <a:pt x="86" y="40"/>
                  </a:lnTo>
                  <a:lnTo>
                    <a:pt x="78" y="38"/>
                  </a:lnTo>
                  <a:lnTo>
                    <a:pt x="71" y="36"/>
                  </a:lnTo>
                  <a:lnTo>
                    <a:pt x="62" y="35"/>
                  </a:lnTo>
                  <a:lnTo>
                    <a:pt x="62" y="35"/>
                  </a:lnTo>
                  <a:lnTo>
                    <a:pt x="51" y="37"/>
                  </a:lnTo>
                  <a:lnTo>
                    <a:pt x="41" y="40"/>
                  </a:lnTo>
                  <a:lnTo>
                    <a:pt x="32" y="45"/>
                  </a:lnTo>
                  <a:lnTo>
                    <a:pt x="23" y="52"/>
                  </a:lnTo>
                  <a:lnTo>
                    <a:pt x="17" y="60"/>
                  </a:lnTo>
                  <a:lnTo>
                    <a:pt x="12" y="69"/>
                  </a:lnTo>
                  <a:lnTo>
                    <a:pt x="9" y="79"/>
                  </a:lnTo>
                  <a:lnTo>
                    <a:pt x="7" y="91"/>
                  </a:lnTo>
                  <a:lnTo>
                    <a:pt x="7" y="91"/>
                  </a:lnTo>
                  <a:lnTo>
                    <a:pt x="8" y="98"/>
                  </a:lnTo>
                  <a:lnTo>
                    <a:pt x="9" y="105"/>
                  </a:lnTo>
                  <a:lnTo>
                    <a:pt x="12" y="112"/>
                  </a:lnTo>
                  <a:lnTo>
                    <a:pt x="15" y="119"/>
                  </a:lnTo>
                  <a:lnTo>
                    <a:pt x="15" y="119"/>
                  </a:lnTo>
                  <a:close/>
                  <a:moveTo>
                    <a:pt x="57" y="117"/>
                  </a:moveTo>
                  <a:lnTo>
                    <a:pt x="89" y="87"/>
                  </a:lnTo>
                  <a:lnTo>
                    <a:pt x="89" y="87"/>
                  </a:lnTo>
                  <a:lnTo>
                    <a:pt x="90" y="91"/>
                  </a:lnTo>
                  <a:lnTo>
                    <a:pt x="90" y="91"/>
                  </a:lnTo>
                  <a:lnTo>
                    <a:pt x="89" y="97"/>
                  </a:lnTo>
                  <a:lnTo>
                    <a:pt x="88" y="102"/>
                  </a:lnTo>
                  <a:lnTo>
                    <a:pt x="85" y="106"/>
                  </a:lnTo>
                  <a:lnTo>
                    <a:pt x="82" y="110"/>
                  </a:lnTo>
                  <a:lnTo>
                    <a:pt x="78" y="113"/>
                  </a:lnTo>
                  <a:lnTo>
                    <a:pt x="74" y="116"/>
                  </a:lnTo>
                  <a:lnTo>
                    <a:pt x="68" y="117"/>
                  </a:lnTo>
                  <a:lnTo>
                    <a:pt x="62" y="118"/>
                  </a:lnTo>
                  <a:lnTo>
                    <a:pt x="62" y="118"/>
                  </a:lnTo>
                  <a:lnTo>
                    <a:pt x="57" y="117"/>
                  </a:lnTo>
                  <a:lnTo>
                    <a:pt x="57" y="117"/>
                  </a:lnTo>
                  <a:close/>
                  <a:moveTo>
                    <a:pt x="36" y="91"/>
                  </a:moveTo>
                  <a:lnTo>
                    <a:pt x="36" y="91"/>
                  </a:lnTo>
                  <a:lnTo>
                    <a:pt x="36" y="85"/>
                  </a:lnTo>
                  <a:lnTo>
                    <a:pt x="38" y="80"/>
                  </a:lnTo>
                  <a:lnTo>
                    <a:pt x="40" y="75"/>
                  </a:lnTo>
                  <a:lnTo>
                    <a:pt x="43" y="71"/>
                  </a:lnTo>
                  <a:lnTo>
                    <a:pt x="47" y="68"/>
                  </a:lnTo>
                  <a:lnTo>
                    <a:pt x="52" y="66"/>
                  </a:lnTo>
                  <a:lnTo>
                    <a:pt x="57" y="64"/>
                  </a:lnTo>
                  <a:lnTo>
                    <a:pt x="62" y="64"/>
                  </a:lnTo>
                  <a:lnTo>
                    <a:pt x="62" y="64"/>
                  </a:lnTo>
                  <a:lnTo>
                    <a:pt x="67" y="64"/>
                  </a:lnTo>
                  <a:lnTo>
                    <a:pt x="72" y="65"/>
                  </a:lnTo>
                  <a:lnTo>
                    <a:pt x="37" y="99"/>
                  </a:lnTo>
                  <a:lnTo>
                    <a:pt x="37" y="99"/>
                  </a:lnTo>
                  <a:lnTo>
                    <a:pt x="36" y="91"/>
                  </a:lnTo>
                  <a:lnTo>
                    <a:pt x="36" y="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3" name="Freeform 32">
              <a:extLst>
                <a:ext uri="{FF2B5EF4-FFF2-40B4-BE49-F238E27FC236}">
                  <a16:creationId xmlns:a16="http://schemas.microsoft.com/office/drawing/2014/main" id="{8C69C1EF-6491-4091-8E30-F78F6C660940}"/>
                </a:ext>
              </a:extLst>
            </p:cNvPr>
            <p:cNvSpPr>
              <a:spLocks/>
            </p:cNvSpPr>
            <p:nvPr/>
          </p:nvSpPr>
          <p:spPr bwMode="auto">
            <a:xfrm>
              <a:off x="931863" y="4991100"/>
              <a:ext cx="80963" cy="44450"/>
            </a:xfrm>
            <a:custGeom>
              <a:avLst/>
              <a:gdLst>
                <a:gd name="T0" fmla="*/ 0 w 51"/>
                <a:gd name="T1" fmla="*/ 15 h 28"/>
                <a:gd name="T2" fmla="*/ 0 w 51"/>
                <a:gd name="T3" fmla="*/ 15 h 28"/>
                <a:gd name="T4" fmla="*/ 1 w 51"/>
                <a:gd name="T5" fmla="*/ 20 h 28"/>
                <a:gd name="T6" fmla="*/ 4 w 51"/>
                <a:gd name="T7" fmla="*/ 24 h 28"/>
                <a:gd name="T8" fmla="*/ 8 w 51"/>
                <a:gd name="T9" fmla="*/ 27 h 28"/>
                <a:gd name="T10" fmla="*/ 13 w 51"/>
                <a:gd name="T11" fmla="*/ 28 h 28"/>
                <a:gd name="T12" fmla="*/ 38 w 51"/>
                <a:gd name="T13" fmla="*/ 28 h 28"/>
                <a:gd name="T14" fmla="*/ 38 w 51"/>
                <a:gd name="T15" fmla="*/ 28 h 28"/>
                <a:gd name="T16" fmla="*/ 43 w 51"/>
                <a:gd name="T17" fmla="*/ 27 h 28"/>
                <a:gd name="T18" fmla="*/ 47 w 51"/>
                <a:gd name="T19" fmla="*/ 24 h 28"/>
                <a:gd name="T20" fmla="*/ 50 w 51"/>
                <a:gd name="T21" fmla="*/ 20 h 28"/>
                <a:gd name="T22" fmla="*/ 51 w 51"/>
                <a:gd name="T23" fmla="*/ 15 h 28"/>
                <a:gd name="T24" fmla="*/ 51 w 51"/>
                <a:gd name="T25" fmla="*/ 15 h 28"/>
                <a:gd name="T26" fmla="*/ 50 w 51"/>
                <a:gd name="T27" fmla="*/ 8 h 28"/>
                <a:gd name="T28" fmla="*/ 47 w 51"/>
                <a:gd name="T29" fmla="*/ 4 h 28"/>
                <a:gd name="T30" fmla="*/ 43 w 51"/>
                <a:gd name="T31" fmla="*/ 1 h 28"/>
                <a:gd name="T32" fmla="*/ 38 w 51"/>
                <a:gd name="T33" fmla="*/ 0 h 28"/>
                <a:gd name="T34" fmla="*/ 13 w 51"/>
                <a:gd name="T35" fmla="*/ 0 h 28"/>
                <a:gd name="T36" fmla="*/ 13 w 51"/>
                <a:gd name="T37" fmla="*/ 0 h 28"/>
                <a:gd name="T38" fmla="*/ 8 w 51"/>
                <a:gd name="T39" fmla="*/ 1 h 28"/>
                <a:gd name="T40" fmla="*/ 4 w 51"/>
                <a:gd name="T41" fmla="*/ 4 h 28"/>
                <a:gd name="T42" fmla="*/ 1 w 51"/>
                <a:gd name="T43" fmla="*/ 8 h 28"/>
                <a:gd name="T44" fmla="*/ 0 w 51"/>
                <a:gd name="T45" fmla="*/ 15 h 28"/>
                <a:gd name="T46" fmla="*/ 0 w 51"/>
                <a:gd name="T47" fmla="*/ 1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8">
                  <a:moveTo>
                    <a:pt x="0" y="15"/>
                  </a:moveTo>
                  <a:lnTo>
                    <a:pt x="0" y="15"/>
                  </a:lnTo>
                  <a:lnTo>
                    <a:pt x="1" y="20"/>
                  </a:lnTo>
                  <a:lnTo>
                    <a:pt x="4" y="24"/>
                  </a:lnTo>
                  <a:lnTo>
                    <a:pt x="8" y="27"/>
                  </a:lnTo>
                  <a:lnTo>
                    <a:pt x="13" y="28"/>
                  </a:lnTo>
                  <a:lnTo>
                    <a:pt x="38" y="28"/>
                  </a:lnTo>
                  <a:lnTo>
                    <a:pt x="38" y="28"/>
                  </a:lnTo>
                  <a:lnTo>
                    <a:pt x="43" y="27"/>
                  </a:lnTo>
                  <a:lnTo>
                    <a:pt x="47" y="24"/>
                  </a:lnTo>
                  <a:lnTo>
                    <a:pt x="50" y="20"/>
                  </a:lnTo>
                  <a:lnTo>
                    <a:pt x="51" y="15"/>
                  </a:lnTo>
                  <a:lnTo>
                    <a:pt x="51" y="15"/>
                  </a:lnTo>
                  <a:lnTo>
                    <a:pt x="50" y="8"/>
                  </a:lnTo>
                  <a:lnTo>
                    <a:pt x="47" y="4"/>
                  </a:lnTo>
                  <a:lnTo>
                    <a:pt x="43" y="1"/>
                  </a:lnTo>
                  <a:lnTo>
                    <a:pt x="38" y="0"/>
                  </a:lnTo>
                  <a:lnTo>
                    <a:pt x="13" y="0"/>
                  </a:lnTo>
                  <a:lnTo>
                    <a:pt x="13" y="0"/>
                  </a:lnTo>
                  <a:lnTo>
                    <a:pt x="8" y="1"/>
                  </a:lnTo>
                  <a:lnTo>
                    <a:pt x="4" y="4"/>
                  </a:lnTo>
                  <a:lnTo>
                    <a:pt x="1" y="8"/>
                  </a:lnTo>
                  <a:lnTo>
                    <a:pt x="0" y="15"/>
                  </a:lnTo>
                  <a:lnTo>
                    <a:pt x="0"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4" name="Freeform 33">
              <a:extLst>
                <a:ext uri="{FF2B5EF4-FFF2-40B4-BE49-F238E27FC236}">
                  <a16:creationId xmlns:a16="http://schemas.microsoft.com/office/drawing/2014/main" id="{2E886BCD-5E57-47A2-8B71-12728719EDE0}"/>
                </a:ext>
              </a:extLst>
            </p:cNvPr>
            <p:cNvSpPr>
              <a:spLocks/>
            </p:cNvSpPr>
            <p:nvPr/>
          </p:nvSpPr>
          <p:spPr bwMode="auto">
            <a:xfrm>
              <a:off x="482600" y="4991100"/>
              <a:ext cx="92075" cy="44450"/>
            </a:xfrm>
            <a:custGeom>
              <a:avLst/>
              <a:gdLst>
                <a:gd name="T0" fmla="*/ 58 w 58"/>
                <a:gd name="T1" fmla="*/ 15 h 28"/>
                <a:gd name="T2" fmla="*/ 58 w 58"/>
                <a:gd name="T3" fmla="*/ 15 h 28"/>
                <a:gd name="T4" fmla="*/ 57 w 58"/>
                <a:gd name="T5" fmla="*/ 8 h 28"/>
                <a:gd name="T6" fmla="*/ 54 w 58"/>
                <a:gd name="T7" fmla="*/ 4 h 28"/>
                <a:gd name="T8" fmla="*/ 49 w 58"/>
                <a:gd name="T9" fmla="*/ 1 h 28"/>
                <a:gd name="T10" fmla="*/ 43 w 58"/>
                <a:gd name="T11" fmla="*/ 0 h 28"/>
                <a:gd name="T12" fmla="*/ 15 w 58"/>
                <a:gd name="T13" fmla="*/ 0 h 28"/>
                <a:gd name="T14" fmla="*/ 15 w 58"/>
                <a:gd name="T15" fmla="*/ 0 h 28"/>
                <a:gd name="T16" fmla="*/ 9 w 58"/>
                <a:gd name="T17" fmla="*/ 1 h 28"/>
                <a:gd name="T18" fmla="*/ 4 w 58"/>
                <a:gd name="T19" fmla="*/ 4 h 28"/>
                <a:gd name="T20" fmla="*/ 1 w 58"/>
                <a:gd name="T21" fmla="*/ 8 h 28"/>
                <a:gd name="T22" fmla="*/ 0 w 58"/>
                <a:gd name="T23" fmla="*/ 15 h 28"/>
                <a:gd name="T24" fmla="*/ 0 w 58"/>
                <a:gd name="T25" fmla="*/ 15 h 28"/>
                <a:gd name="T26" fmla="*/ 1 w 58"/>
                <a:gd name="T27" fmla="*/ 20 h 28"/>
                <a:gd name="T28" fmla="*/ 4 w 58"/>
                <a:gd name="T29" fmla="*/ 24 h 28"/>
                <a:gd name="T30" fmla="*/ 9 w 58"/>
                <a:gd name="T31" fmla="*/ 27 h 28"/>
                <a:gd name="T32" fmla="*/ 15 w 58"/>
                <a:gd name="T33" fmla="*/ 28 h 28"/>
                <a:gd name="T34" fmla="*/ 43 w 58"/>
                <a:gd name="T35" fmla="*/ 28 h 28"/>
                <a:gd name="T36" fmla="*/ 43 w 58"/>
                <a:gd name="T37" fmla="*/ 28 h 28"/>
                <a:gd name="T38" fmla="*/ 49 w 58"/>
                <a:gd name="T39" fmla="*/ 27 h 28"/>
                <a:gd name="T40" fmla="*/ 54 w 58"/>
                <a:gd name="T41" fmla="*/ 24 h 28"/>
                <a:gd name="T42" fmla="*/ 57 w 58"/>
                <a:gd name="T43" fmla="*/ 20 h 28"/>
                <a:gd name="T44" fmla="*/ 58 w 58"/>
                <a:gd name="T45" fmla="*/ 15 h 28"/>
                <a:gd name="T46" fmla="*/ 58 w 58"/>
                <a:gd name="T47" fmla="*/ 1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8" h="28">
                  <a:moveTo>
                    <a:pt x="58" y="15"/>
                  </a:moveTo>
                  <a:lnTo>
                    <a:pt x="58" y="15"/>
                  </a:lnTo>
                  <a:lnTo>
                    <a:pt x="57" y="8"/>
                  </a:lnTo>
                  <a:lnTo>
                    <a:pt x="54" y="4"/>
                  </a:lnTo>
                  <a:lnTo>
                    <a:pt x="49" y="1"/>
                  </a:lnTo>
                  <a:lnTo>
                    <a:pt x="43" y="0"/>
                  </a:lnTo>
                  <a:lnTo>
                    <a:pt x="15" y="0"/>
                  </a:lnTo>
                  <a:lnTo>
                    <a:pt x="15" y="0"/>
                  </a:lnTo>
                  <a:lnTo>
                    <a:pt x="9" y="1"/>
                  </a:lnTo>
                  <a:lnTo>
                    <a:pt x="4" y="4"/>
                  </a:lnTo>
                  <a:lnTo>
                    <a:pt x="1" y="8"/>
                  </a:lnTo>
                  <a:lnTo>
                    <a:pt x="0" y="15"/>
                  </a:lnTo>
                  <a:lnTo>
                    <a:pt x="0" y="15"/>
                  </a:lnTo>
                  <a:lnTo>
                    <a:pt x="1" y="20"/>
                  </a:lnTo>
                  <a:lnTo>
                    <a:pt x="4" y="24"/>
                  </a:lnTo>
                  <a:lnTo>
                    <a:pt x="9" y="27"/>
                  </a:lnTo>
                  <a:lnTo>
                    <a:pt x="15" y="28"/>
                  </a:lnTo>
                  <a:lnTo>
                    <a:pt x="43" y="28"/>
                  </a:lnTo>
                  <a:lnTo>
                    <a:pt x="43" y="28"/>
                  </a:lnTo>
                  <a:lnTo>
                    <a:pt x="49" y="27"/>
                  </a:lnTo>
                  <a:lnTo>
                    <a:pt x="54" y="24"/>
                  </a:lnTo>
                  <a:lnTo>
                    <a:pt x="57" y="20"/>
                  </a:lnTo>
                  <a:lnTo>
                    <a:pt x="58" y="15"/>
                  </a:lnTo>
                  <a:lnTo>
                    <a:pt x="58"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5" name="Freeform 34">
              <a:extLst>
                <a:ext uri="{FF2B5EF4-FFF2-40B4-BE49-F238E27FC236}">
                  <a16:creationId xmlns:a16="http://schemas.microsoft.com/office/drawing/2014/main" id="{B708F8C9-EE8B-449C-8431-E6C46BF0B250}"/>
                </a:ext>
              </a:extLst>
            </p:cNvPr>
            <p:cNvSpPr>
              <a:spLocks/>
            </p:cNvSpPr>
            <p:nvPr/>
          </p:nvSpPr>
          <p:spPr bwMode="auto">
            <a:xfrm>
              <a:off x="908050" y="5095875"/>
              <a:ext cx="73025" cy="61913"/>
            </a:xfrm>
            <a:custGeom>
              <a:avLst/>
              <a:gdLst>
                <a:gd name="T0" fmla="*/ 39 w 46"/>
                <a:gd name="T1" fmla="*/ 13 h 39"/>
                <a:gd name="T2" fmla="*/ 20 w 46"/>
                <a:gd name="T3" fmla="*/ 2 h 39"/>
                <a:gd name="T4" fmla="*/ 20 w 46"/>
                <a:gd name="T5" fmla="*/ 2 h 39"/>
                <a:gd name="T6" fmla="*/ 15 w 46"/>
                <a:gd name="T7" fmla="*/ 0 h 39"/>
                <a:gd name="T8" fmla="*/ 10 w 46"/>
                <a:gd name="T9" fmla="*/ 1 h 39"/>
                <a:gd name="T10" fmla="*/ 5 w 46"/>
                <a:gd name="T11" fmla="*/ 3 h 39"/>
                <a:gd name="T12" fmla="*/ 2 w 46"/>
                <a:gd name="T13" fmla="*/ 7 h 39"/>
                <a:gd name="T14" fmla="*/ 2 w 46"/>
                <a:gd name="T15" fmla="*/ 7 h 39"/>
                <a:gd name="T16" fmla="*/ 0 w 46"/>
                <a:gd name="T17" fmla="*/ 12 h 39"/>
                <a:gd name="T18" fmla="*/ 0 w 46"/>
                <a:gd name="T19" fmla="*/ 17 h 39"/>
                <a:gd name="T20" fmla="*/ 0 w 46"/>
                <a:gd name="T21" fmla="*/ 17 h 39"/>
                <a:gd name="T22" fmla="*/ 3 w 46"/>
                <a:gd name="T23" fmla="*/ 22 h 39"/>
                <a:gd name="T24" fmla="*/ 7 w 46"/>
                <a:gd name="T25" fmla="*/ 27 h 39"/>
                <a:gd name="T26" fmla="*/ 25 w 46"/>
                <a:gd name="T27" fmla="*/ 37 h 39"/>
                <a:gd name="T28" fmla="*/ 25 w 46"/>
                <a:gd name="T29" fmla="*/ 37 h 39"/>
                <a:gd name="T30" fmla="*/ 28 w 46"/>
                <a:gd name="T31" fmla="*/ 39 h 39"/>
                <a:gd name="T32" fmla="*/ 33 w 46"/>
                <a:gd name="T33" fmla="*/ 39 h 39"/>
                <a:gd name="T34" fmla="*/ 33 w 46"/>
                <a:gd name="T35" fmla="*/ 39 h 39"/>
                <a:gd name="T36" fmla="*/ 36 w 46"/>
                <a:gd name="T37" fmla="*/ 39 h 39"/>
                <a:gd name="T38" fmla="*/ 39 w 46"/>
                <a:gd name="T39" fmla="*/ 37 h 39"/>
                <a:gd name="T40" fmla="*/ 42 w 46"/>
                <a:gd name="T41" fmla="*/ 35 h 39"/>
                <a:gd name="T42" fmla="*/ 44 w 46"/>
                <a:gd name="T43" fmla="*/ 32 h 39"/>
                <a:gd name="T44" fmla="*/ 44 w 46"/>
                <a:gd name="T45" fmla="*/ 32 h 39"/>
                <a:gd name="T46" fmla="*/ 46 w 46"/>
                <a:gd name="T47" fmla="*/ 27 h 39"/>
                <a:gd name="T48" fmla="*/ 46 w 46"/>
                <a:gd name="T49" fmla="*/ 21 h 39"/>
                <a:gd name="T50" fmla="*/ 46 w 46"/>
                <a:gd name="T51" fmla="*/ 21 h 39"/>
                <a:gd name="T52" fmla="*/ 43 w 46"/>
                <a:gd name="T53" fmla="*/ 16 h 39"/>
                <a:gd name="T54" fmla="*/ 39 w 46"/>
                <a:gd name="T55" fmla="*/ 13 h 39"/>
                <a:gd name="T56" fmla="*/ 39 w 46"/>
                <a:gd name="T57"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 h="39">
                  <a:moveTo>
                    <a:pt x="39" y="13"/>
                  </a:moveTo>
                  <a:lnTo>
                    <a:pt x="20" y="2"/>
                  </a:lnTo>
                  <a:lnTo>
                    <a:pt x="20" y="2"/>
                  </a:lnTo>
                  <a:lnTo>
                    <a:pt x="15" y="0"/>
                  </a:lnTo>
                  <a:lnTo>
                    <a:pt x="10" y="1"/>
                  </a:lnTo>
                  <a:lnTo>
                    <a:pt x="5" y="3"/>
                  </a:lnTo>
                  <a:lnTo>
                    <a:pt x="2" y="7"/>
                  </a:lnTo>
                  <a:lnTo>
                    <a:pt x="2" y="7"/>
                  </a:lnTo>
                  <a:lnTo>
                    <a:pt x="0" y="12"/>
                  </a:lnTo>
                  <a:lnTo>
                    <a:pt x="0" y="17"/>
                  </a:lnTo>
                  <a:lnTo>
                    <a:pt x="0" y="17"/>
                  </a:lnTo>
                  <a:lnTo>
                    <a:pt x="3" y="22"/>
                  </a:lnTo>
                  <a:lnTo>
                    <a:pt x="7" y="27"/>
                  </a:lnTo>
                  <a:lnTo>
                    <a:pt x="25" y="37"/>
                  </a:lnTo>
                  <a:lnTo>
                    <a:pt x="25" y="37"/>
                  </a:lnTo>
                  <a:lnTo>
                    <a:pt x="28" y="39"/>
                  </a:lnTo>
                  <a:lnTo>
                    <a:pt x="33" y="39"/>
                  </a:lnTo>
                  <a:lnTo>
                    <a:pt x="33" y="39"/>
                  </a:lnTo>
                  <a:lnTo>
                    <a:pt x="36" y="39"/>
                  </a:lnTo>
                  <a:lnTo>
                    <a:pt x="39" y="37"/>
                  </a:lnTo>
                  <a:lnTo>
                    <a:pt x="42" y="35"/>
                  </a:lnTo>
                  <a:lnTo>
                    <a:pt x="44" y="32"/>
                  </a:lnTo>
                  <a:lnTo>
                    <a:pt x="44" y="32"/>
                  </a:lnTo>
                  <a:lnTo>
                    <a:pt x="46" y="27"/>
                  </a:lnTo>
                  <a:lnTo>
                    <a:pt x="46" y="21"/>
                  </a:lnTo>
                  <a:lnTo>
                    <a:pt x="46" y="21"/>
                  </a:lnTo>
                  <a:lnTo>
                    <a:pt x="43" y="16"/>
                  </a:lnTo>
                  <a:lnTo>
                    <a:pt x="39" y="13"/>
                  </a:lnTo>
                  <a:lnTo>
                    <a:pt x="39" y="1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6" name="Freeform 35">
              <a:extLst>
                <a:ext uri="{FF2B5EF4-FFF2-40B4-BE49-F238E27FC236}">
                  <a16:creationId xmlns:a16="http://schemas.microsoft.com/office/drawing/2014/main" id="{1F8904AC-2818-4931-B43C-1D982372A219}"/>
                </a:ext>
              </a:extLst>
            </p:cNvPr>
            <p:cNvSpPr>
              <a:spLocks/>
            </p:cNvSpPr>
            <p:nvPr/>
          </p:nvSpPr>
          <p:spPr bwMode="auto">
            <a:xfrm>
              <a:off x="515938" y="4870450"/>
              <a:ext cx="84138" cy="66675"/>
            </a:xfrm>
            <a:custGeom>
              <a:avLst/>
              <a:gdLst>
                <a:gd name="T0" fmla="*/ 7 w 53"/>
                <a:gd name="T1" fmla="*/ 26 h 42"/>
                <a:gd name="T2" fmla="*/ 33 w 53"/>
                <a:gd name="T3" fmla="*/ 40 h 42"/>
                <a:gd name="T4" fmla="*/ 33 w 53"/>
                <a:gd name="T5" fmla="*/ 40 h 42"/>
                <a:gd name="T6" fmla="*/ 36 w 53"/>
                <a:gd name="T7" fmla="*/ 41 h 42"/>
                <a:gd name="T8" fmla="*/ 39 w 53"/>
                <a:gd name="T9" fmla="*/ 42 h 42"/>
                <a:gd name="T10" fmla="*/ 39 w 53"/>
                <a:gd name="T11" fmla="*/ 42 h 42"/>
                <a:gd name="T12" fmla="*/ 43 w 53"/>
                <a:gd name="T13" fmla="*/ 41 h 42"/>
                <a:gd name="T14" fmla="*/ 46 w 53"/>
                <a:gd name="T15" fmla="*/ 40 h 42"/>
                <a:gd name="T16" fmla="*/ 49 w 53"/>
                <a:gd name="T17" fmla="*/ 38 h 42"/>
                <a:gd name="T18" fmla="*/ 51 w 53"/>
                <a:gd name="T19" fmla="*/ 35 h 42"/>
                <a:gd name="T20" fmla="*/ 51 w 53"/>
                <a:gd name="T21" fmla="*/ 35 h 42"/>
                <a:gd name="T22" fmla="*/ 53 w 53"/>
                <a:gd name="T23" fmla="*/ 30 h 42"/>
                <a:gd name="T24" fmla="*/ 53 w 53"/>
                <a:gd name="T25" fmla="*/ 25 h 42"/>
                <a:gd name="T26" fmla="*/ 53 w 53"/>
                <a:gd name="T27" fmla="*/ 25 h 42"/>
                <a:gd name="T28" fmla="*/ 50 w 53"/>
                <a:gd name="T29" fmla="*/ 20 h 42"/>
                <a:gd name="T30" fmla="*/ 46 w 53"/>
                <a:gd name="T31" fmla="*/ 16 h 42"/>
                <a:gd name="T32" fmla="*/ 21 w 53"/>
                <a:gd name="T33" fmla="*/ 1 h 42"/>
                <a:gd name="T34" fmla="*/ 21 w 53"/>
                <a:gd name="T35" fmla="*/ 1 h 42"/>
                <a:gd name="T36" fmla="*/ 16 w 53"/>
                <a:gd name="T37" fmla="*/ 0 h 42"/>
                <a:gd name="T38" fmla="*/ 10 w 53"/>
                <a:gd name="T39" fmla="*/ 0 h 42"/>
                <a:gd name="T40" fmla="*/ 6 w 53"/>
                <a:gd name="T41" fmla="*/ 2 h 42"/>
                <a:gd name="T42" fmla="*/ 2 w 53"/>
                <a:gd name="T43" fmla="*/ 7 h 42"/>
                <a:gd name="T44" fmla="*/ 2 w 53"/>
                <a:gd name="T45" fmla="*/ 7 h 42"/>
                <a:gd name="T46" fmla="*/ 0 w 53"/>
                <a:gd name="T47" fmla="*/ 12 h 42"/>
                <a:gd name="T48" fmla="*/ 1 w 53"/>
                <a:gd name="T49" fmla="*/ 18 h 42"/>
                <a:gd name="T50" fmla="*/ 3 w 53"/>
                <a:gd name="T51" fmla="*/ 22 h 42"/>
                <a:gd name="T52" fmla="*/ 7 w 53"/>
                <a:gd name="T53" fmla="*/ 26 h 42"/>
                <a:gd name="T54" fmla="*/ 7 w 53"/>
                <a:gd name="T55" fmla="*/ 2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3" h="42">
                  <a:moveTo>
                    <a:pt x="7" y="26"/>
                  </a:moveTo>
                  <a:lnTo>
                    <a:pt x="33" y="40"/>
                  </a:lnTo>
                  <a:lnTo>
                    <a:pt x="33" y="40"/>
                  </a:lnTo>
                  <a:lnTo>
                    <a:pt x="36" y="41"/>
                  </a:lnTo>
                  <a:lnTo>
                    <a:pt x="39" y="42"/>
                  </a:lnTo>
                  <a:lnTo>
                    <a:pt x="39" y="42"/>
                  </a:lnTo>
                  <a:lnTo>
                    <a:pt x="43" y="41"/>
                  </a:lnTo>
                  <a:lnTo>
                    <a:pt x="46" y="40"/>
                  </a:lnTo>
                  <a:lnTo>
                    <a:pt x="49" y="38"/>
                  </a:lnTo>
                  <a:lnTo>
                    <a:pt x="51" y="35"/>
                  </a:lnTo>
                  <a:lnTo>
                    <a:pt x="51" y="35"/>
                  </a:lnTo>
                  <a:lnTo>
                    <a:pt x="53" y="30"/>
                  </a:lnTo>
                  <a:lnTo>
                    <a:pt x="53" y="25"/>
                  </a:lnTo>
                  <a:lnTo>
                    <a:pt x="53" y="25"/>
                  </a:lnTo>
                  <a:lnTo>
                    <a:pt x="50" y="20"/>
                  </a:lnTo>
                  <a:lnTo>
                    <a:pt x="46" y="16"/>
                  </a:lnTo>
                  <a:lnTo>
                    <a:pt x="21" y="1"/>
                  </a:lnTo>
                  <a:lnTo>
                    <a:pt x="21" y="1"/>
                  </a:lnTo>
                  <a:lnTo>
                    <a:pt x="16" y="0"/>
                  </a:lnTo>
                  <a:lnTo>
                    <a:pt x="10" y="0"/>
                  </a:lnTo>
                  <a:lnTo>
                    <a:pt x="6" y="2"/>
                  </a:lnTo>
                  <a:lnTo>
                    <a:pt x="2" y="7"/>
                  </a:lnTo>
                  <a:lnTo>
                    <a:pt x="2" y="7"/>
                  </a:lnTo>
                  <a:lnTo>
                    <a:pt x="0" y="12"/>
                  </a:lnTo>
                  <a:lnTo>
                    <a:pt x="1" y="18"/>
                  </a:lnTo>
                  <a:lnTo>
                    <a:pt x="3" y="22"/>
                  </a:lnTo>
                  <a:lnTo>
                    <a:pt x="7" y="26"/>
                  </a:lnTo>
                  <a:lnTo>
                    <a:pt x="7" y="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7" name="Freeform 36">
              <a:extLst>
                <a:ext uri="{FF2B5EF4-FFF2-40B4-BE49-F238E27FC236}">
                  <a16:creationId xmlns:a16="http://schemas.microsoft.com/office/drawing/2014/main" id="{4F021CDB-E080-4337-BD9C-607C245D65DF}"/>
                </a:ext>
              </a:extLst>
            </p:cNvPr>
            <p:cNvSpPr>
              <a:spLocks/>
            </p:cNvSpPr>
            <p:nvPr/>
          </p:nvSpPr>
          <p:spPr bwMode="auto">
            <a:xfrm>
              <a:off x="831850" y="5173663"/>
              <a:ext cx="60325" cy="73025"/>
            </a:xfrm>
            <a:custGeom>
              <a:avLst/>
              <a:gdLst>
                <a:gd name="T0" fmla="*/ 25 w 38"/>
                <a:gd name="T1" fmla="*/ 7 h 46"/>
                <a:gd name="T2" fmla="*/ 25 w 38"/>
                <a:gd name="T3" fmla="*/ 7 h 46"/>
                <a:gd name="T4" fmla="*/ 22 w 38"/>
                <a:gd name="T5" fmla="*/ 3 h 46"/>
                <a:gd name="T6" fmla="*/ 17 w 38"/>
                <a:gd name="T7" fmla="*/ 0 h 46"/>
                <a:gd name="T8" fmla="*/ 17 w 38"/>
                <a:gd name="T9" fmla="*/ 0 h 46"/>
                <a:gd name="T10" fmla="*/ 12 w 38"/>
                <a:gd name="T11" fmla="*/ 0 h 46"/>
                <a:gd name="T12" fmla="*/ 7 w 38"/>
                <a:gd name="T13" fmla="*/ 2 h 46"/>
                <a:gd name="T14" fmla="*/ 7 w 38"/>
                <a:gd name="T15" fmla="*/ 2 h 46"/>
                <a:gd name="T16" fmla="*/ 3 w 38"/>
                <a:gd name="T17" fmla="*/ 5 h 46"/>
                <a:gd name="T18" fmla="*/ 1 w 38"/>
                <a:gd name="T19" fmla="*/ 10 h 46"/>
                <a:gd name="T20" fmla="*/ 1 w 38"/>
                <a:gd name="T21" fmla="*/ 10 h 46"/>
                <a:gd name="T22" fmla="*/ 0 w 38"/>
                <a:gd name="T23" fmla="*/ 15 h 46"/>
                <a:gd name="T24" fmla="*/ 2 w 38"/>
                <a:gd name="T25" fmla="*/ 21 h 46"/>
                <a:gd name="T26" fmla="*/ 12 w 38"/>
                <a:gd name="T27" fmla="*/ 39 h 46"/>
                <a:gd name="T28" fmla="*/ 12 w 38"/>
                <a:gd name="T29" fmla="*/ 39 h 46"/>
                <a:gd name="T30" fmla="*/ 14 w 38"/>
                <a:gd name="T31" fmla="*/ 42 h 46"/>
                <a:gd name="T32" fmla="*/ 17 w 38"/>
                <a:gd name="T33" fmla="*/ 44 h 46"/>
                <a:gd name="T34" fmla="*/ 20 w 38"/>
                <a:gd name="T35" fmla="*/ 45 h 46"/>
                <a:gd name="T36" fmla="*/ 24 w 38"/>
                <a:gd name="T37" fmla="*/ 46 h 46"/>
                <a:gd name="T38" fmla="*/ 24 w 38"/>
                <a:gd name="T39" fmla="*/ 46 h 46"/>
                <a:gd name="T40" fmla="*/ 27 w 38"/>
                <a:gd name="T41" fmla="*/ 45 h 46"/>
                <a:gd name="T42" fmla="*/ 31 w 38"/>
                <a:gd name="T43" fmla="*/ 44 h 46"/>
                <a:gd name="T44" fmla="*/ 31 w 38"/>
                <a:gd name="T45" fmla="*/ 44 h 46"/>
                <a:gd name="T46" fmla="*/ 35 w 38"/>
                <a:gd name="T47" fmla="*/ 40 h 46"/>
                <a:gd name="T48" fmla="*/ 38 w 38"/>
                <a:gd name="T49" fmla="*/ 36 h 46"/>
                <a:gd name="T50" fmla="*/ 38 w 38"/>
                <a:gd name="T51" fmla="*/ 36 h 46"/>
                <a:gd name="T52" fmla="*/ 38 w 38"/>
                <a:gd name="T53" fmla="*/ 30 h 46"/>
                <a:gd name="T54" fmla="*/ 36 w 38"/>
                <a:gd name="T55" fmla="*/ 25 h 46"/>
                <a:gd name="T56" fmla="*/ 25 w 38"/>
                <a:gd name="T57"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8" h="46">
                  <a:moveTo>
                    <a:pt x="25" y="7"/>
                  </a:moveTo>
                  <a:lnTo>
                    <a:pt x="25" y="7"/>
                  </a:lnTo>
                  <a:lnTo>
                    <a:pt x="22" y="3"/>
                  </a:lnTo>
                  <a:lnTo>
                    <a:pt x="17" y="0"/>
                  </a:lnTo>
                  <a:lnTo>
                    <a:pt x="17" y="0"/>
                  </a:lnTo>
                  <a:lnTo>
                    <a:pt x="12" y="0"/>
                  </a:lnTo>
                  <a:lnTo>
                    <a:pt x="7" y="2"/>
                  </a:lnTo>
                  <a:lnTo>
                    <a:pt x="7" y="2"/>
                  </a:lnTo>
                  <a:lnTo>
                    <a:pt x="3" y="5"/>
                  </a:lnTo>
                  <a:lnTo>
                    <a:pt x="1" y="10"/>
                  </a:lnTo>
                  <a:lnTo>
                    <a:pt x="1" y="10"/>
                  </a:lnTo>
                  <a:lnTo>
                    <a:pt x="0" y="15"/>
                  </a:lnTo>
                  <a:lnTo>
                    <a:pt x="2" y="21"/>
                  </a:lnTo>
                  <a:lnTo>
                    <a:pt x="12" y="39"/>
                  </a:lnTo>
                  <a:lnTo>
                    <a:pt x="12" y="39"/>
                  </a:lnTo>
                  <a:lnTo>
                    <a:pt x="14" y="42"/>
                  </a:lnTo>
                  <a:lnTo>
                    <a:pt x="17" y="44"/>
                  </a:lnTo>
                  <a:lnTo>
                    <a:pt x="20" y="45"/>
                  </a:lnTo>
                  <a:lnTo>
                    <a:pt x="24" y="46"/>
                  </a:lnTo>
                  <a:lnTo>
                    <a:pt x="24" y="46"/>
                  </a:lnTo>
                  <a:lnTo>
                    <a:pt x="27" y="45"/>
                  </a:lnTo>
                  <a:lnTo>
                    <a:pt x="31" y="44"/>
                  </a:lnTo>
                  <a:lnTo>
                    <a:pt x="31" y="44"/>
                  </a:lnTo>
                  <a:lnTo>
                    <a:pt x="35" y="40"/>
                  </a:lnTo>
                  <a:lnTo>
                    <a:pt x="38" y="36"/>
                  </a:lnTo>
                  <a:lnTo>
                    <a:pt x="38" y="36"/>
                  </a:lnTo>
                  <a:lnTo>
                    <a:pt x="38" y="30"/>
                  </a:lnTo>
                  <a:lnTo>
                    <a:pt x="36" y="25"/>
                  </a:lnTo>
                  <a:lnTo>
                    <a:pt x="25" y="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8" name="Freeform 37">
              <a:extLst>
                <a:ext uri="{FF2B5EF4-FFF2-40B4-BE49-F238E27FC236}">
                  <a16:creationId xmlns:a16="http://schemas.microsoft.com/office/drawing/2014/main" id="{E4968F21-D3E2-441B-A884-2F8CC14E0435}"/>
                </a:ext>
              </a:extLst>
            </p:cNvPr>
            <p:cNvSpPr>
              <a:spLocks/>
            </p:cNvSpPr>
            <p:nvPr/>
          </p:nvSpPr>
          <p:spPr bwMode="auto">
            <a:xfrm>
              <a:off x="604838" y="4781550"/>
              <a:ext cx="66675" cy="82550"/>
            </a:xfrm>
            <a:custGeom>
              <a:avLst/>
              <a:gdLst>
                <a:gd name="T0" fmla="*/ 16 w 42"/>
                <a:gd name="T1" fmla="*/ 45 h 52"/>
                <a:gd name="T2" fmla="*/ 16 w 42"/>
                <a:gd name="T3" fmla="*/ 45 h 52"/>
                <a:gd name="T4" fmla="*/ 19 w 42"/>
                <a:gd name="T5" fmla="*/ 48 h 52"/>
                <a:gd name="T6" fmla="*/ 22 w 42"/>
                <a:gd name="T7" fmla="*/ 50 h 52"/>
                <a:gd name="T8" fmla="*/ 25 w 42"/>
                <a:gd name="T9" fmla="*/ 51 h 52"/>
                <a:gd name="T10" fmla="*/ 28 w 42"/>
                <a:gd name="T11" fmla="*/ 52 h 52"/>
                <a:gd name="T12" fmla="*/ 28 w 42"/>
                <a:gd name="T13" fmla="*/ 52 h 52"/>
                <a:gd name="T14" fmla="*/ 32 w 42"/>
                <a:gd name="T15" fmla="*/ 51 h 52"/>
                <a:gd name="T16" fmla="*/ 35 w 42"/>
                <a:gd name="T17" fmla="*/ 50 h 52"/>
                <a:gd name="T18" fmla="*/ 35 w 42"/>
                <a:gd name="T19" fmla="*/ 50 h 52"/>
                <a:gd name="T20" fmla="*/ 39 w 42"/>
                <a:gd name="T21" fmla="*/ 46 h 52"/>
                <a:gd name="T22" fmla="*/ 41 w 42"/>
                <a:gd name="T23" fmla="*/ 42 h 52"/>
                <a:gd name="T24" fmla="*/ 41 w 42"/>
                <a:gd name="T25" fmla="*/ 42 h 52"/>
                <a:gd name="T26" fmla="*/ 42 w 42"/>
                <a:gd name="T27" fmla="*/ 36 h 52"/>
                <a:gd name="T28" fmla="*/ 40 w 42"/>
                <a:gd name="T29" fmla="*/ 31 h 52"/>
                <a:gd name="T30" fmla="*/ 26 w 42"/>
                <a:gd name="T31" fmla="*/ 7 h 52"/>
                <a:gd name="T32" fmla="*/ 26 w 42"/>
                <a:gd name="T33" fmla="*/ 7 h 52"/>
                <a:gd name="T34" fmla="*/ 23 w 42"/>
                <a:gd name="T35" fmla="*/ 3 h 52"/>
                <a:gd name="T36" fmla="*/ 18 w 42"/>
                <a:gd name="T37" fmla="*/ 0 h 52"/>
                <a:gd name="T38" fmla="*/ 18 w 42"/>
                <a:gd name="T39" fmla="*/ 0 h 52"/>
                <a:gd name="T40" fmla="*/ 12 w 42"/>
                <a:gd name="T41" fmla="*/ 0 h 52"/>
                <a:gd name="T42" fmla="*/ 7 w 42"/>
                <a:gd name="T43" fmla="*/ 2 h 52"/>
                <a:gd name="T44" fmla="*/ 7 w 42"/>
                <a:gd name="T45" fmla="*/ 2 h 52"/>
                <a:gd name="T46" fmla="*/ 3 w 42"/>
                <a:gd name="T47" fmla="*/ 5 h 52"/>
                <a:gd name="T48" fmla="*/ 0 w 42"/>
                <a:gd name="T49" fmla="*/ 10 h 52"/>
                <a:gd name="T50" fmla="*/ 0 w 42"/>
                <a:gd name="T51" fmla="*/ 15 h 52"/>
                <a:gd name="T52" fmla="*/ 2 w 42"/>
                <a:gd name="T53" fmla="*/ 21 h 52"/>
                <a:gd name="T54" fmla="*/ 16 w 42"/>
                <a:gd name="T55" fmla="*/ 4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52">
                  <a:moveTo>
                    <a:pt x="16" y="45"/>
                  </a:moveTo>
                  <a:lnTo>
                    <a:pt x="16" y="45"/>
                  </a:lnTo>
                  <a:lnTo>
                    <a:pt x="19" y="48"/>
                  </a:lnTo>
                  <a:lnTo>
                    <a:pt x="22" y="50"/>
                  </a:lnTo>
                  <a:lnTo>
                    <a:pt x="25" y="51"/>
                  </a:lnTo>
                  <a:lnTo>
                    <a:pt x="28" y="52"/>
                  </a:lnTo>
                  <a:lnTo>
                    <a:pt x="28" y="52"/>
                  </a:lnTo>
                  <a:lnTo>
                    <a:pt x="32" y="51"/>
                  </a:lnTo>
                  <a:lnTo>
                    <a:pt x="35" y="50"/>
                  </a:lnTo>
                  <a:lnTo>
                    <a:pt x="35" y="50"/>
                  </a:lnTo>
                  <a:lnTo>
                    <a:pt x="39" y="46"/>
                  </a:lnTo>
                  <a:lnTo>
                    <a:pt x="41" y="42"/>
                  </a:lnTo>
                  <a:lnTo>
                    <a:pt x="41" y="42"/>
                  </a:lnTo>
                  <a:lnTo>
                    <a:pt x="42" y="36"/>
                  </a:lnTo>
                  <a:lnTo>
                    <a:pt x="40" y="31"/>
                  </a:lnTo>
                  <a:lnTo>
                    <a:pt x="26" y="7"/>
                  </a:lnTo>
                  <a:lnTo>
                    <a:pt x="26" y="7"/>
                  </a:lnTo>
                  <a:lnTo>
                    <a:pt x="23" y="3"/>
                  </a:lnTo>
                  <a:lnTo>
                    <a:pt x="18" y="0"/>
                  </a:lnTo>
                  <a:lnTo>
                    <a:pt x="18" y="0"/>
                  </a:lnTo>
                  <a:lnTo>
                    <a:pt x="12" y="0"/>
                  </a:lnTo>
                  <a:lnTo>
                    <a:pt x="7" y="2"/>
                  </a:lnTo>
                  <a:lnTo>
                    <a:pt x="7" y="2"/>
                  </a:lnTo>
                  <a:lnTo>
                    <a:pt x="3" y="5"/>
                  </a:lnTo>
                  <a:lnTo>
                    <a:pt x="0" y="10"/>
                  </a:lnTo>
                  <a:lnTo>
                    <a:pt x="0" y="15"/>
                  </a:lnTo>
                  <a:lnTo>
                    <a:pt x="2" y="21"/>
                  </a:lnTo>
                  <a:lnTo>
                    <a:pt x="16" y="4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9" name="Freeform 38">
              <a:extLst>
                <a:ext uri="{FF2B5EF4-FFF2-40B4-BE49-F238E27FC236}">
                  <a16:creationId xmlns:a16="http://schemas.microsoft.com/office/drawing/2014/main" id="{D2C91DD7-7E29-4E83-A424-74DCCE87B54F}"/>
                </a:ext>
              </a:extLst>
            </p:cNvPr>
            <p:cNvSpPr>
              <a:spLocks/>
            </p:cNvSpPr>
            <p:nvPr/>
          </p:nvSpPr>
          <p:spPr bwMode="auto">
            <a:xfrm>
              <a:off x="727075" y="5202238"/>
              <a:ext cx="44450" cy="77788"/>
            </a:xfrm>
            <a:custGeom>
              <a:avLst/>
              <a:gdLst>
                <a:gd name="T0" fmla="*/ 13 w 28"/>
                <a:gd name="T1" fmla="*/ 0 h 49"/>
                <a:gd name="T2" fmla="*/ 13 w 28"/>
                <a:gd name="T3" fmla="*/ 0 h 49"/>
                <a:gd name="T4" fmla="*/ 8 w 28"/>
                <a:gd name="T5" fmla="*/ 1 h 49"/>
                <a:gd name="T6" fmla="*/ 4 w 28"/>
                <a:gd name="T7" fmla="*/ 4 h 49"/>
                <a:gd name="T8" fmla="*/ 1 w 28"/>
                <a:gd name="T9" fmla="*/ 8 h 49"/>
                <a:gd name="T10" fmla="*/ 0 w 28"/>
                <a:gd name="T11" fmla="*/ 13 h 49"/>
                <a:gd name="T12" fmla="*/ 0 w 28"/>
                <a:gd name="T13" fmla="*/ 34 h 49"/>
                <a:gd name="T14" fmla="*/ 0 w 28"/>
                <a:gd name="T15" fmla="*/ 34 h 49"/>
                <a:gd name="T16" fmla="*/ 1 w 28"/>
                <a:gd name="T17" fmla="*/ 40 h 49"/>
                <a:gd name="T18" fmla="*/ 4 w 28"/>
                <a:gd name="T19" fmla="*/ 45 h 49"/>
                <a:gd name="T20" fmla="*/ 8 w 28"/>
                <a:gd name="T21" fmla="*/ 48 h 49"/>
                <a:gd name="T22" fmla="*/ 13 w 28"/>
                <a:gd name="T23" fmla="*/ 49 h 49"/>
                <a:gd name="T24" fmla="*/ 13 w 28"/>
                <a:gd name="T25" fmla="*/ 49 h 49"/>
                <a:gd name="T26" fmla="*/ 19 w 28"/>
                <a:gd name="T27" fmla="*/ 48 h 49"/>
                <a:gd name="T28" fmla="*/ 24 w 28"/>
                <a:gd name="T29" fmla="*/ 45 h 49"/>
                <a:gd name="T30" fmla="*/ 27 w 28"/>
                <a:gd name="T31" fmla="*/ 40 h 49"/>
                <a:gd name="T32" fmla="*/ 28 w 28"/>
                <a:gd name="T33" fmla="*/ 34 h 49"/>
                <a:gd name="T34" fmla="*/ 28 w 28"/>
                <a:gd name="T35" fmla="*/ 13 h 49"/>
                <a:gd name="T36" fmla="*/ 28 w 28"/>
                <a:gd name="T37" fmla="*/ 13 h 49"/>
                <a:gd name="T38" fmla="*/ 27 w 28"/>
                <a:gd name="T39" fmla="*/ 8 h 49"/>
                <a:gd name="T40" fmla="*/ 24 w 28"/>
                <a:gd name="T41" fmla="*/ 4 h 49"/>
                <a:gd name="T42" fmla="*/ 19 w 28"/>
                <a:gd name="T43" fmla="*/ 1 h 49"/>
                <a:gd name="T44" fmla="*/ 13 w 28"/>
                <a:gd name="T45" fmla="*/ 0 h 49"/>
                <a:gd name="T46" fmla="*/ 13 w 28"/>
                <a:gd name="T4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 h="49">
                  <a:moveTo>
                    <a:pt x="13" y="0"/>
                  </a:moveTo>
                  <a:lnTo>
                    <a:pt x="13" y="0"/>
                  </a:lnTo>
                  <a:lnTo>
                    <a:pt x="8" y="1"/>
                  </a:lnTo>
                  <a:lnTo>
                    <a:pt x="4" y="4"/>
                  </a:lnTo>
                  <a:lnTo>
                    <a:pt x="1" y="8"/>
                  </a:lnTo>
                  <a:lnTo>
                    <a:pt x="0" y="13"/>
                  </a:lnTo>
                  <a:lnTo>
                    <a:pt x="0" y="34"/>
                  </a:lnTo>
                  <a:lnTo>
                    <a:pt x="0" y="34"/>
                  </a:lnTo>
                  <a:lnTo>
                    <a:pt x="1" y="40"/>
                  </a:lnTo>
                  <a:lnTo>
                    <a:pt x="4" y="45"/>
                  </a:lnTo>
                  <a:lnTo>
                    <a:pt x="8" y="48"/>
                  </a:lnTo>
                  <a:lnTo>
                    <a:pt x="13" y="49"/>
                  </a:lnTo>
                  <a:lnTo>
                    <a:pt x="13" y="49"/>
                  </a:lnTo>
                  <a:lnTo>
                    <a:pt x="19" y="48"/>
                  </a:lnTo>
                  <a:lnTo>
                    <a:pt x="24" y="45"/>
                  </a:lnTo>
                  <a:lnTo>
                    <a:pt x="27" y="40"/>
                  </a:lnTo>
                  <a:lnTo>
                    <a:pt x="28" y="34"/>
                  </a:lnTo>
                  <a:lnTo>
                    <a:pt x="28" y="13"/>
                  </a:lnTo>
                  <a:lnTo>
                    <a:pt x="28" y="13"/>
                  </a:lnTo>
                  <a:lnTo>
                    <a:pt x="27" y="8"/>
                  </a:lnTo>
                  <a:lnTo>
                    <a:pt x="24" y="4"/>
                  </a:lnTo>
                  <a:lnTo>
                    <a:pt x="19" y="1"/>
                  </a:lnTo>
                  <a:lnTo>
                    <a:pt x="13" y="0"/>
                  </a:lnTo>
                  <a:lnTo>
                    <a:pt x="13"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0" name="Freeform 39">
              <a:extLst>
                <a:ext uri="{FF2B5EF4-FFF2-40B4-BE49-F238E27FC236}">
                  <a16:creationId xmlns:a16="http://schemas.microsoft.com/office/drawing/2014/main" id="{931DC201-0446-4588-9988-89B926AACC82}"/>
                </a:ext>
              </a:extLst>
            </p:cNvPr>
            <p:cNvSpPr>
              <a:spLocks/>
            </p:cNvSpPr>
            <p:nvPr/>
          </p:nvSpPr>
          <p:spPr bwMode="auto">
            <a:xfrm>
              <a:off x="727075" y="4749800"/>
              <a:ext cx="44450" cy="87313"/>
            </a:xfrm>
            <a:custGeom>
              <a:avLst/>
              <a:gdLst>
                <a:gd name="T0" fmla="*/ 13 w 28"/>
                <a:gd name="T1" fmla="*/ 55 h 55"/>
                <a:gd name="T2" fmla="*/ 13 w 28"/>
                <a:gd name="T3" fmla="*/ 55 h 55"/>
                <a:gd name="T4" fmla="*/ 19 w 28"/>
                <a:gd name="T5" fmla="*/ 54 h 55"/>
                <a:gd name="T6" fmla="*/ 24 w 28"/>
                <a:gd name="T7" fmla="*/ 51 h 55"/>
                <a:gd name="T8" fmla="*/ 27 w 28"/>
                <a:gd name="T9" fmla="*/ 47 h 55"/>
                <a:gd name="T10" fmla="*/ 28 w 28"/>
                <a:gd name="T11" fmla="*/ 42 h 55"/>
                <a:gd name="T12" fmla="*/ 28 w 28"/>
                <a:gd name="T13" fmla="*/ 13 h 55"/>
                <a:gd name="T14" fmla="*/ 28 w 28"/>
                <a:gd name="T15" fmla="*/ 13 h 55"/>
                <a:gd name="T16" fmla="*/ 27 w 28"/>
                <a:gd name="T17" fmla="*/ 8 h 55"/>
                <a:gd name="T18" fmla="*/ 24 w 28"/>
                <a:gd name="T19" fmla="*/ 4 h 55"/>
                <a:gd name="T20" fmla="*/ 19 w 28"/>
                <a:gd name="T21" fmla="*/ 1 h 55"/>
                <a:gd name="T22" fmla="*/ 13 w 28"/>
                <a:gd name="T23" fmla="*/ 0 h 55"/>
                <a:gd name="T24" fmla="*/ 13 w 28"/>
                <a:gd name="T25" fmla="*/ 0 h 55"/>
                <a:gd name="T26" fmla="*/ 8 w 28"/>
                <a:gd name="T27" fmla="*/ 1 h 55"/>
                <a:gd name="T28" fmla="*/ 4 w 28"/>
                <a:gd name="T29" fmla="*/ 4 h 55"/>
                <a:gd name="T30" fmla="*/ 1 w 28"/>
                <a:gd name="T31" fmla="*/ 8 h 55"/>
                <a:gd name="T32" fmla="*/ 0 w 28"/>
                <a:gd name="T33" fmla="*/ 13 h 55"/>
                <a:gd name="T34" fmla="*/ 0 w 28"/>
                <a:gd name="T35" fmla="*/ 42 h 55"/>
                <a:gd name="T36" fmla="*/ 0 w 28"/>
                <a:gd name="T37" fmla="*/ 42 h 55"/>
                <a:gd name="T38" fmla="*/ 1 w 28"/>
                <a:gd name="T39" fmla="*/ 47 h 55"/>
                <a:gd name="T40" fmla="*/ 4 w 28"/>
                <a:gd name="T41" fmla="*/ 51 h 55"/>
                <a:gd name="T42" fmla="*/ 8 w 28"/>
                <a:gd name="T43" fmla="*/ 54 h 55"/>
                <a:gd name="T44" fmla="*/ 13 w 28"/>
                <a:gd name="T45" fmla="*/ 55 h 55"/>
                <a:gd name="T46" fmla="*/ 13 w 28"/>
                <a:gd name="T47"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8" h="55">
                  <a:moveTo>
                    <a:pt x="13" y="55"/>
                  </a:moveTo>
                  <a:lnTo>
                    <a:pt x="13" y="55"/>
                  </a:lnTo>
                  <a:lnTo>
                    <a:pt x="19" y="54"/>
                  </a:lnTo>
                  <a:lnTo>
                    <a:pt x="24" y="51"/>
                  </a:lnTo>
                  <a:lnTo>
                    <a:pt x="27" y="47"/>
                  </a:lnTo>
                  <a:lnTo>
                    <a:pt x="28" y="42"/>
                  </a:lnTo>
                  <a:lnTo>
                    <a:pt x="28" y="13"/>
                  </a:lnTo>
                  <a:lnTo>
                    <a:pt x="28" y="13"/>
                  </a:lnTo>
                  <a:lnTo>
                    <a:pt x="27" y="8"/>
                  </a:lnTo>
                  <a:lnTo>
                    <a:pt x="24" y="4"/>
                  </a:lnTo>
                  <a:lnTo>
                    <a:pt x="19" y="1"/>
                  </a:lnTo>
                  <a:lnTo>
                    <a:pt x="13" y="0"/>
                  </a:lnTo>
                  <a:lnTo>
                    <a:pt x="13" y="0"/>
                  </a:lnTo>
                  <a:lnTo>
                    <a:pt x="8" y="1"/>
                  </a:lnTo>
                  <a:lnTo>
                    <a:pt x="4" y="4"/>
                  </a:lnTo>
                  <a:lnTo>
                    <a:pt x="1" y="8"/>
                  </a:lnTo>
                  <a:lnTo>
                    <a:pt x="0" y="13"/>
                  </a:lnTo>
                  <a:lnTo>
                    <a:pt x="0" y="42"/>
                  </a:lnTo>
                  <a:lnTo>
                    <a:pt x="0" y="42"/>
                  </a:lnTo>
                  <a:lnTo>
                    <a:pt x="1" y="47"/>
                  </a:lnTo>
                  <a:lnTo>
                    <a:pt x="4" y="51"/>
                  </a:lnTo>
                  <a:lnTo>
                    <a:pt x="8" y="54"/>
                  </a:lnTo>
                  <a:lnTo>
                    <a:pt x="13" y="55"/>
                  </a:lnTo>
                  <a:lnTo>
                    <a:pt x="13" y="5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1" name="Freeform 40">
              <a:extLst>
                <a:ext uri="{FF2B5EF4-FFF2-40B4-BE49-F238E27FC236}">
                  <a16:creationId xmlns:a16="http://schemas.microsoft.com/office/drawing/2014/main" id="{8D9F365E-481A-426D-B541-86FB9B04D378}"/>
                </a:ext>
              </a:extLst>
            </p:cNvPr>
            <p:cNvSpPr>
              <a:spLocks/>
            </p:cNvSpPr>
            <p:nvPr/>
          </p:nvSpPr>
          <p:spPr bwMode="auto">
            <a:xfrm>
              <a:off x="604838" y="5170488"/>
              <a:ext cx="61913" cy="76200"/>
            </a:xfrm>
            <a:custGeom>
              <a:avLst/>
              <a:gdLst>
                <a:gd name="T0" fmla="*/ 7 w 39"/>
                <a:gd name="T1" fmla="*/ 46 h 48"/>
                <a:gd name="T2" fmla="*/ 7 w 39"/>
                <a:gd name="T3" fmla="*/ 46 h 48"/>
                <a:gd name="T4" fmla="*/ 10 w 39"/>
                <a:gd name="T5" fmla="*/ 47 h 48"/>
                <a:gd name="T6" fmla="*/ 14 w 39"/>
                <a:gd name="T7" fmla="*/ 48 h 48"/>
                <a:gd name="T8" fmla="*/ 14 w 39"/>
                <a:gd name="T9" fmla="*/ 48 h 48"/>
                <a:gd name="T10" fmla="*/ 18 w 39"/>
                <a:gd name="T11" fmla="*/ 47 h 48"/>
                <a:gd name="T12" fmla="*/ 21 w 39"/>
                <a:gd name="T13" fmla="*/ 46 h 48"/>
                <a:gd name="T14" fmla="*/ 24 w 39"/>
                <a:gd name="T15" fmla="*/ 44 h 48"/>
                <a:gd name="T16" fmla="*/ 26 w 39"/>
                <a:gd name="T17" fmla="*/ 41 h 48"/>
                <a:gd name="T18" fmla="*/ 37 w 39"/>
                <a:gd name="T19" fmla="*/ 22 h 48"/>
                <a:gd name="T20" fmla="*/ 37 w 39"/>
                <a:gd name="T21" fmla="*/ 22 h 48"/>
                <a:gd name="T22" fmla="*/ 39 w 39"/>
                <a:gd name="T23" fmla="*/ 15 h 48"/>
                <a:gd name="T24" fmla="*/ 39 w 39"/>
                <a:gd name="T25" fmla="*/ 10 h 48"/>
                <a:gd name="T26" fmla="*/ 37 w 39"/>
                <a:gd name="T27" fmla="*/ 6 h 48"/>
                <a:gd name="T28" fmla="*/ 33 w 39"/>
                <a:gd name="T29" fmla="*/ 2 h 48"/>
                <a:gd name="T30" fmla="*/ 33 w 39"/>
                <a:gd name="T31" fmla="*/ 2 h 48"/>
                <a:gd name="T32" fmla="*/ 33 w 39"/>
                <a:gd name="T33" fmla="*/ 2 h 48"/>
                <a:gd name="T34" fmla="*/ 27 w 39"/>
                <a:gd name="T35" fmla="*/ 0 h 48"/>
                <a:gd name="T36" fmla="*/ 22 w 39"/>
                <a:gd name="T37" fmla="*/ 1 h 48"/>
                <a:gd name="T38" fmla="*/ 18 w 39"/>
                <a:gd name="T39" fmla="*/ 3 h 48"/>
                <a:gd name="T40" fmla="*/ 13 w 39"/>
                <a:gd name="T41" fmla="*/ 7 h 48"/>
                <a:gd name="T42" fmla="*/ 2 w 39"/>
                <a:gd name="T43" fmla="*/ 27 h 48"/>
                <a:gd name="T44" fmla="*/ 2 w 39"/>
                <a:gd name="T45" fmla="*/ 27 h 48"/>
                <a:gd name="T46" fmla="*/ 0 w 39"/>
                <a:gd name="T47" fmla="*/ 33 h 48"/>
                <a:gd name="T48" fmla="*/ 0 w 39"/>
                <a:gd name="T49" fmla="*/ 38 h 48"/>
                <a:gd name="T50" fmla="*/ 3 w 39"/>
                <a:gd name="T51" fmla="*/ 42 h 48"/>
                <a:gd name="T52" fmla="*/ 7 w 39"/>
                <a:gd name="T53" fmla="*/ 46 h 48"/>
                <a:gd name="T54" fmla="*/ 7 w 39"/>
                <a:gd name="T55" fmla="*/ 4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 h="48">
                  <a:moveTo>
                    <a:pt x="7" y="46"/>
                  </a:moveTo>
                  <a:lnTo>
                    <a:pt x="7" y="46"/>
                  </a:lnTo>
                  <a:lnTo>
                    <a:pt x="10" y="47"/>
                  </a:lnTo>
                  <a:lnTo>
                    <a:pt x="14" y="48"/>
                  </a:lnTo>
                  <a:lnTo>
                    <a:pt x="14" y="48"/>
                  </a:lnTo>
                  <a:lnTo>
                    <a:pt x="18" y="47"/>
                  </a:lnTo>
                  <a:lnTo>
                    <a:pt x="21" y="46"/>
                  </a:lnTo>
                  <a:lnTo>
                    <a:pt x="24" y="44"/>
                  </a:lnTo>
                  <a:lnTo>
                    <a:pt x="26" y="41"/>
                  </a:lnTo>
                  <a:lnTo>
                    <a:pt x="37" y="22"/>
                  </a:lnTo>
                  <a:lnTo>
                    <a:pt x="37" y="22"/>
                  </a:lnTo>
                  <a:lnTo>
                    <a:pt x="39" y="15"/>
                  </a:lnTo>
                  <a:lnTo>
                    <a:pt x="39" y="10"/>
                  </a:lnTo>
                  <a:lnTo>
                    <a:pt x="37" y="6"/>
                  </a:lnTo>
                  <a:lnTo>
                    <a:pt x="33" y="2"/>
                  </a:lnTo>
                  <a:lnTo>
                    <a:pt x="33" y="2"/>
                  </a:lnTo>
                  <a:lnTo>
                    <a:pt x="33" y="2"/>
                  </a:lnTo>
                  <a:lnTo>
                    <a:pt x="27" y="0"/>
                  </a:lnTo>
                  <a:lnTo>
                    <a:pt x="22" y="1"/>
                  </a:lnTo>
                  <a:lnTo>
                    <a:pt x="18" y="3"/>
                  </a:lnTo>
                  <a:lnTo>
                    <a:pt x="13" y="7"/>
                  </a:lnTo>
                  <a:lnTo>
                    <a:pt x="2" y="27"/>
                  </a:lnTo>
                  <a:lnTo>
                    <a:pt x="2" y="27"/>
                  </a:lnTo>
                  <a:lnTo>
                    <a:pt x="0" y="33"/>
                  </a:lnTo>
                  <a:lnTo>
                    <a:pt x="0" y="38"/>
                  </a:lnTo>
                  <a:lnTo>
                    <a:pt x="3" y="42"/>
                  </a:lnTo>
                  <a:lnTo>
                    <a:pt x="7" y="46"/>
                  </a:lnTo>
                  <a:lnTo>
                    <a:pt x="7" y="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2" name="Freeform 41">
              <a:extLst>
                <a:ext uri="{FF2B5EF4-FFF2-40B4-BE49-F238E27FC236}">
                  <a16:creationId xmlns:a16="http://schemas.microsoft.com/office/drawing/2014/main" id="{A000CB4B-FE77-4378-AA87-14B82C0ECEF6}"/>
                </a:ext>
              </a:extLst>
            </p:cNvPr>
            <p:cNvSpPr>
              <a:spLocks/>
            </p:cNvSpPr>
            <p:nvPr/>
          </p:nvSpPr>
          <p:spPr bwMode="auto">
            <a:xfrm>
              <a:off x="828675" y="4781550"/>
              <a:ext cx="63500" cy="77788"/>
            </a:xfrm>
            <a:custGeom>
              <a:avLst/>
              <a:gdLst>
                <a:gd name="T0" fmla="*/ 7 w 40"/>
                <a:gd name="T1" fmla="*/ 48 h 49"/>
                <a:gd name="T2" fmla="*/ 7 w 40"/>
                <a:gd name="T3" fmla="*/ 48 h 49"/>
                <a:gd name="T4" fmla="*/ 7 w 40"/>
                <a:gd name="T5" fmla="*/ 48 h 49"/>
                <a:gd name="T6" fmla="*/ 10 w 40"/>
                <a:gd name="T7" fmla="*/ 49 h 49"/>
                <a:gd name="T8" fmla="*/ 14 w 40"/>
                <a:gd name="T9" fmla="*/ 49 h 49"/>
                <a:gd name="T10" fmla="*/ 14 w 40"/>
                <a:gd name="T11" fmla="*/ 49 h 49"/>
                <a:gd name="T12" fmla="*/ 17 w 40"/>
                <a:gd name="T13" fmla="*/ 49 h 49"/>
                <a:gd name="T14" fmla="*/ 20 w 40"/>
                <a:gd name="T15" fmla="*/ 48 h 49"/>
                <a:gd name="T16" fmla="*/ 23 w 40"/>
                <a:gd name="T17" fmla="*/ 45 h 49"/>
                <a:gd name="T18" fmla="*/ 25 w 40"/>
                <a:gd name="T19" fmla="*/ 43 h 49"/>
                <a:gd name="T20" fmla="*/ 38 w 40"/>
                <a:gd name="T21" fmla="*/ 21 h 49"/>
                <a:gd name="T22" fmla="*/ 38 w 40"/>
                <a:gd name="T23" fmla="*/ 21 h 49"/>
                <a:gd name="T24" fmla="*/ 40 w 40"/>
                <a:gd name="T25" fmla="*/ 15 h 49"/>
                <a:gd name="T26" fmla="*/ 40 w 40"/>
                <a:gd name="T27" fmla="*/ 10 h 49"/>
                <a:gd name="T28" fmla="*/ 40 w 40"/>
                <a:gd name="T29" fmla="*/ 10 h 49"/>
                <a:gd name="T30" fmla="*/ 37 w 40"/>
                <a:gd name="T31" fmla="*/ 5 h 49"/>
                <a:gd name="T32" fmla="*/ 33 w 40"/>
                <a:gd name="T33" fmla="*/ 2 h 49"/>
                <a:gd name="T34" fmla="*/ 33 w 40"/>
                <a:gd name="T35" fmla="*/ 2 h 49"/>
                <a:gd name="T36" fmla="*/ 28 w 40"/>
                <a:gd name="T37" fmla="*/ 0 h 49"/>
                <a:gd name="T38" fmla="*/ 22 w 40"/>
                <a:gd name="T39" fmla="*/ 0 h 49"/>
                <a:gd name="T40" fmla="*/ 22 w 40"/>
                <a:gd name="T41" fmla="*/ 0 h 49"/>
                <a:gd name="T42" fmla="*/ 18 w 40"/>
                <a:gd name="T43" fmla="*/ 3 h 49"/>
                <a:gd name="T44" fmla="*/ 14 w 40"/>
                <a:gd name="T45" fmla="*/ 7 h 49"/>
                <a:gd name="T46" fmla="*/ 2 w 40"/>
                <a:gd name="T47" fmla="*/ 29 h 49"/>
                <a:gd name="T48" fmla="*/ 2 w 40"/>
                <a:gd name="T49" fmla="*/ 29 h 49"/>
                <a:gd name="T50" fmla="*/ 0 w 40"/>
                <a:gd name="T51" fmla="*/ 34 h 49"/>
                <a:gd name="T52" fmla="*/ 1 w 40"/>
                <a:gd name="T53" fmla="*/ 39 h 49"/>
                <a:gd name="T54" fmla="*/ 1 w 40"/>
                <a:gd name="T55" fmla="*/ 39 h 49"/>
                <a:gd name="T56" fmla="*/ 3 w 40"/>
                <a:gd name="T57" fmla="*/ 44 h 49"/>
                <a:gd name="T58" fmla="*/ 7 w 40"/>
                <a:gd name="T59" fmla="*/ 48 h 49"/>
                <a:gd name="T60" fmla="*/ 7 w 40"/>
                <a:gd name="T61"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 h="49">
                  <a:moveTo>
                    <a:pt x="7" y="48"/>
                  </a:moveTo>
                  <a:lnTo>
                    <a:pt x="7" y="48"/>
                  </a:lnTo>
                  <a:lnTo>
                    <a:pt x="7" y="48"/>
                  </a:lnTo>
                  <a:lnTo>
                    <a:pt x="10" y="49"/>
                  </a:lnTo>
                  <a:lnTo>
                    <a:pt x="14" y="49"/>
                  </a:lnTo>
                  <a:lnTo>
                    <a:pt x="14" y="49"/>
                  </a:lnTo>
                  <a:lnTo>
                    <a:pt x="17" y="49"/>
                  </a:lnTo>
                  <a:lnTo>
                    <a:pt x="20" y="48"/>
                  </a:lnTo>
                  <a:lnTo>
                    <a:pt x="23" y="45"/>
                  </a:lnTo>
                  <a:lnTo>
                    <a:pt x="25" y="43"/>
                  </a:lnTo>
                  <a:lnTo>
                    <a:pt x="38" y="21"/>
                  </a:lnTo>
                  <a:lnTo>
                    <a:pt x="38" y="21"/>
                  </a:lnTo>
                  <a:lnTo>
                    <a:pt x="40" y="15"/>
                  </a:lnTo>
                  <a:lnTo>
                    <a:pt x="40" y="10"/>
                  </a:lnTo>
                  <a:lnTo>
                    <a:pt x="40" y="10"/>
                  </a:lnTo>
                  <a:lnTo>
                    <a:pt x="37" y="5"/>
                  </a:lnTo>
                  <a:lnTo>
                    <a:pt x="33" y="2"/>
                  </a:lnTo>
                  <a:lnTo>
                    <a:pt x="33" y="2"/>
                  </a:lnTo>
                  <a:lnTo>
                    <a:pt x="28" y="0"/>
                  </a:lnTo>
                  <a:lnTo>
                    <a:pt x="22" y="0"/>
                  </a:lnTo>
                  <a:lnTo>
                    <a:pt x="22" y="0"/>
                  </a:lnTo>
                  <a:lnTo>
                    <a:pt x="18" y="3"/>
                  </a:lnTo>
                  <a:lnTo>
                    <a:pt x="14" y="7"/>
                  </a:lnTo>
                  <a:lnTo>
                    <a:pt x="2" y="29"/>
                  </a:lnTo>
                  <a:lnTo>
                    <a:pt x="2" y="29"/>
                  </a:lnTo>
                  <a:lnTo>
                    <a:pt x="0" y="34"/>
                  </a:lnTo>
                  <a:lnTo>
                    <a:pt x="1" y="39"/>
                  </a:lnTo>
                  <a:lnTo>
                    <a:pt x="1" y="39"/>
                  </a:lnTo>
                  <a:lnTo>
                    <a:pt x="3" y="44"/>
                  </a:lnTo>
                  <a:lnTo>
                    <a:pt x="7" y="48"/>
                  </a:lnTo>
                  <a:lnTo>
                    <a:pt x="7" y="4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3" name="Freeform 42">
              <a:extLst>
                <a:ext uri="{FF2B5EF4-FFF2-40B4-BE49-F238E27FC236}">
                  <a16:creationId xmlns:a16="http://schemas.microsoft.com/office/drawing/2014/main" id="{F9F69FE7-CCBA-481A-A2C1-4635CC9D9D03}"/>
                </a:ext>
              </a:extLst>
            </p:cNvPr>
            <p:cNvSpPr>
              <a:spLocks/>
            </p:cNvSpPr>
            <p:nvPr/>
          </p:nvSpPr>
          <p:spPr bwMode="auto">
            <a:xfrm>
              <a:off x="515938" y="5094288"/>
              <a:ext cx="76200" cy="63500"/>
            </a:xfrm>
            <a:custGeom>
              <a:avLst/>
              <a:gdLst>
                <a:gd name="T0" fmla="*/ 42 w 48"/>
                <a:gd name="T1" fmla="*/ 27 h 40"/>
                <a:gd name="T2" fmla="*/ 42 w 48"/>
                <a:gd name="T3" fmla="*/ 27 h 40"/>
                <a:gd name="T4" fmla="*/ 46 w 48"/>
                <a:gd name="T5" fmla="*/ 22 h 40"/>
                <a:gd name="T6" fmla="*/ 48 w 48"/>
                <a:gd name="T7" fmla="*/ 17 h 40"/>
                <a:gd name="T8" fmla="*/ 48 w 48"/>
                <a:gd name="T9" fmla="*/ 12 h 40"/>
                <a:gd name="T10" fmla="*/ 47 w 48"/>
                <a:gd name="T11" fmla="*/ 7 h 40"/>
                <a:gd name="T12" fmla="*/ 47 w 48"/>
                <a:gd name="T13" fmla="*/ 7 h 40"/>
                <a:gd name="T14" fmla="*/ 43 w 48"/>
                <a:gd name="T15" fmla="*/ 3 h 40"/>
                <a:gd name="T16" fmla="*/ 38 w 48"/>
                <a:gd name="T17" fmla="*/ 1 h 40"/>
                <a:gd name="T18" fmla="*/ 33 w 48"/>
                <a:gd name="T19" fmla="*/ 0 h 40"/>
                <a:gd name="T20" fmla="*/ 27 w 48"/>
                <a:gd name="T21" fmla="*/ 2 h 40"/>
                <a:gd name="T22" fmla="*/ 7 w 48"/>
                <a:gd name="T23" fmla="*/ 14 h 40"/>
                <a:gd name="T24" fmla="*/ 7 w 48"/>
                <a:gd name="T25" fmla="*/ 14 h 40"/>
                <a:gd name="T26" fmla="*/ 3 w 48"/>
                <a:gd name="T27" fmla="*/ 17 h 40"/>
                <a:gd name="T28" fmla="*/ 1 w 48"/>
                <a:gd name="T29" fmla="*/ 22 h 40"/>
                <a:gd name="T30" fmla="*/ 0 w 48"/>
                <a:gd name="T31" fmla="*/ 28 h 40"/>
                <a:gd name="T32" fmla="*/ 2 w 48"/>
                <a:gd name="T33" fmla="*/ 33 h 40"/>
                <a:gd name="T34" fmla="*/ 2 w 48"/>
                <a:gd name="T35" fmla="*/ 33 h 40"/>
                <a:gd name="T36" fmla="*/ 4 w 48"/>
                <a:gd name="T37" fmla="*/ 36 h 40"/>
                <a:gd name="T38" fmla="*/ 7 w 48"/>
                <a:gd name="T39" fmla="*/ 38 h 40"/>
                <a:gd name="T40" fmla="*/ 10 w 48"/>
                <a:gd name="T41" fmla="*/ 40 h 40"/>
                <a:gd name="T42" fmla="*/ 14 w 48"/>
                <a:gd name="T43" fmla="*/ 40 h 40"/>
                <a:gd name="T44" fmla="*/ 14 w 48"/>
                <a:gd name="T45" fmla="*/ 40 h 40"/>
                <a:gd name="T46" fmla="*/ 17 w 48"/>
                <a:gd name="T47" fmla="*/ 40 h 40"/>
                <a:gd name="T48" fmla="*/ 21 w 48"/>
                <a:gd name="T49" fmla="*/ 38 h 40"/>
                <a:gd name="T50" fmla="*/ 42 w 48"/>
                <a:gd name="T51"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40">
                  <a:moveTo>
                    <a:pt x="42" y="27"/>
                  </a:moveTo>
                  <a:lnTo>
                    <a:pt x="42" y="27"/>
                  </a:lnTo>
                  <a:lnTo>
                    <a:pt x="46" y="22"/>
                  </a:lnTo>
                  <a:lnTo>
                    <a:pt x="48" y="17"/>
                  </a:lnTo>
                  <a:lnTo>
                    <a:pt x="48" y="12"/>
                  </a:lnTo>
                  <a:lnTo>
                    <a:pt x="47" y="7"/>
                  </a:lnTo>
                  <a:lnTo>
                    <a:pt x="47" y="7"/>
                  </a:lnTo>
                  <a:lnTo>
                    <a:pt x="43" y="3"/>
                  </a:lnTo>
                  <a:lnTo>
                    <a:pt x="38" y="1"/>
                  </a:lnTo>
                  <a:lnTo>
                    <a:pt x="33" y="0"/>
                  </a:lnTo>
                  <a:lnTo>
                    <a:pt x="27" y="2"/>
                  </a:lnTo>
                  <a:lnTo>
                    <a:pt x="7" y="14"/>
                  </a:lnTo>
                  <a:lnTo>
                    <a:pt x="7" y="14"/>
                  </a:lnTo>
                  <a:lnTo>
                    <a:pt x="3" y="17"/>
                  </a:lnTo>
                  <a:lnTo>
                    <a:pt x="1" y="22"/>
                  </a:lnTo>
                  <a:lnTo>
                    <a:pt x="0" y="28"/>
                  </a:lnTo>
                  <a:lnTo>
                    <a:pt x="2" y="33"/>
                  </a:lnTo>
                  <a:lnTo>
                    <a:pt x="2" y="33"/>
                  </a:lnTo>
                  <a:lnTo>
                    <a:pt x="4" y="36"/>
                  </a:lnTo>
                  <a:lnTo>
                    <a:pt x="7" y="38"/>
                  </a:lnTo>
                  <a:lnTo>
                    <a:pt x="10" y="40"/>
                  </a:lnTo>
                  <a:lnTo>
                    <a:pt x="14" y="40"/>
                  </a:lnTo>
                  <a:lnTo>
                    <a:pt x="14" y="40"/>
                  </a:lnTo>
                  <a:lnTo>
                    <a:pt x="17" y="40"/>
                  </a:lnTo>
                  <a:lnTo>
                    <a:pt x="21" y="38"/>
                  </a:lnTo>
                  <a:lnTo>
                    <a:pt x="42" y="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4" name="Freeform 43">
              <a:extLst>
                <a:ext uri="{FF2B5EF4-FFF2-40B4-BE49-F238E27FC236}">
                  <a16:creationId xmlns:a16="http://schemas.microsoft.com/office/drawing/2014/main" id="{C043DD92-F7DF-4E03-9B90-42D4B0F66BB6}"/>
                </a:ext>
              </a:extLst>
            </p:cNvPr>
            <p:cNvSpPr>
              <a:spLocks/>
            </p:cNvSpPr>
            <p:nvPr/>
          </p:nvSpPr>
          <p:spPr bwMode="auto">
            <a:xfrm>
              <a:off x="900113" y="4870450"/>
              <a:ext cx="80963" cy="65088"/>
            </a:xfrm>
            <a:custGeom>
              <a:avLst/>
              <a:gdLst>
                <a:gd name="T0" fmla="*/ 1 w 51"/>
                <a:gd name="T1" fmla="*/ 34 h 41"/>
                <a:gd name="T2" fmla="*/ 1 w 51"/>
                <a:gd name="T3" fmla="*/ 34 h 41"/>
                <a:gd name="T4" fmla="*/ 4 w 51"/>
                <a:gd name="T5" fmla="*/ 37 h 41"/>
                <a:gd name="T6" fmla="*/ 6 w 51"/>
                <a:gd name="T7" fmla="*/ 39 h 41"/>
                <a:gd name="T8" fmla="*/ 10 w 51"/>
                <a:gd name="T9" fmla="*/ 41 h 41"/>
                <a:gd name="T10" fmla="*/ 13 w 51"/>
                <a:gd name="T11" fmla="*/ 41 h 41"/>
                <a:gd name="T12" fmla="*/ 13 w 51"/>
                <a:gd name="T13" fmla="*/ 41 h 41"/>
                <a:gd name="T14" fmla="*/ 17 w 51"/>
                <a:gd name="T15" fmla="*/ 41 h 41"/>
                <a:gd name="T16" fmla="*/ 20 w 51"/>
                <a:gd name="T17" fmla="*/ 39 h 41"/>
                <a:gd name="T18" fmla="*/ 44 w 51"/>
                <a:gd name="T19" fmla="*/ 26 h 41"/>
                <a:gd name="T20" fmla="*/ 44 w 51"/>
                <a:gd name="T21" fmla="*/ 26 h 41"/>
                <a:gd name="T22" fmla="*/ 48 w 51"/>
                <a:gd name="T23" fmla="*/ 22 h 41"/>
                <a:gd name="T24" fmla="*/ 51 w 51"/>
                <a:gd name="T25" fmla="*/ 18 h 41"/>
                <a:gd name="T26" fmla="*/ 51 w 51"/>
                <a:gd name="T27" fmla="*/ 18 h 41"/>
                <a:gd name="T28" fmla="*/ 51 w 51"/>
                <a:gd name="T29" fmla="*/ 12 h 41"/>
                <a:gd name="T30" fmla="*/ 49 w 51"/>
                <a:gd name="T31" fmla="*/ 7 h 41"/>
                <a:gd name="T32" fmla="*/ 49 w 51"/>
                <a:gd name="T33" fmla="*/ 7 h 41"/>
                <a:gd name="T34" fmla="*/ 46 w 51"/>
                <a:gd name="T35" fmla="*/ 2 h 41"/>
                <a:gd name="T36" fmla="*/ 41 w 51"/>
                <a:gd name="T37" fmla="*/ 0 h 41"/>
                <a:gd name="T38" fmla="*/ 41 w 51"/>
                <a:gd name="T39" fmla="*/ 0 h 41"/>
                <a:gd name="T40" fmla="*/ 36 w 51"/>
                <a:gd name="T41" fmla="*/ 0 h 41"/>
                <a:gd name="T42" fmla="*/ 30 w 51"/>
                <a:gd name="T43" fmla="*/ 1 h 41"/>
                <a:gd name="T44" fmla="*/ 6 w 51"/>
                <a:gd name="T45" fmla="*/ 16 h 41"/>
                <a:gd name="T46" fmla="*/ 6 w 51"/>
                <a:gd name="T47" fmla="*/ 16 h 41"/>
                <a:gd name="T48" fmla="*/ 2 w 51"/>
                <a:gd name="T49" fmla="*/ 19 h 41"/>
                <a:gd name="T50" fmla="*/ 0 w 51"/>
                <a:gd name="T51" fmla="*/ 24 h 41"/>
                <a:gd name="T52" fmla="*/ 0 w 51"/>
                <a:gd name="T53" fmla="*/ 24 h 41"/>
                <a:gd name="T54" fmla="*/ 0 w 51"/>
                <a:gd name="T55" fmla="*/ 29 h 41"/>
                <a:gd name="T56" fmla="*/ 1 w 51"/>
                <a:gd name="T57" fmla="*/ 34 h 41"/>
                <a:gd name="T58" fmla="*/ 1 w 51"/>
                <a:gd name="T59" fmla="*/ 3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 h="41">
                  <a:moveTo>
                    <a:pt x="1" y="34"/>
                  </a:moveTo>
                  <a:lnTo>
                    <a:pt x="1" y="34"/>
                  </a:lnTo>
                  <a:lnTo>
                    <a:pt x="4" y="37"/>
                  </a:lnTo>
                  <a:lnTo>
                    <a:pt x="6" y="39"/>
                  </a:lnTo>
                  <a:lnTo>
                    <a:pt x="10" y="41"/>
                  </a:lnTo>
                  <a:lnTo>
                    <a:pt x="13" y="41"/>
                  </a:lnTo>
                  <a:lnTo>
                    <a:pt x="13" y="41"/>
                  </a:lnTo>
                  <a:lnTo>
                    <a:pt x="17" y="41"/>
                  </a:lnTo>
                  <a:lnTo>
                    <a:pt x="20" y="39"/>
                  </a:lnTo>
                  <a:lnTo>
                    <a:pt x="44" y="26"/>
                  </a:lnTo>
                  <a:lnTo>
                    <a:pt x="44" y="26"/>
                  </a:lnTo>
                  <a:lnTo>
                    <a:pt x="48" y="22"/>
                  </a:lnTo>
                  <a:lnTo>
                    <a:pt x="51" y="18"/>
                  </a:lnTo>
                  <a:lnTo>
                    <a:pt x="51" y="18"/>
                  </a:lnTo>
                  <a:lnTo>
                    <a:pt x="51" y="12"/>
                  </a:lnTo>
                  <a:lnTo>
                    <a:pt x="49" y="7"/>
                  </a:lnTo>
                  <a:lnTo>
                    <a:pt x="49" y="7"/>
                  </a:lnTo>
                  <a:lnTo>
                    <a:pt x="46" y="2"/>
                  </a:lnTo>
                  <a:lnTo>
                    <a:pt x="41" y="0"/>
                  </a:lnTo>
                  <a:lnTo>
                    <a:pt x="41" y="0"/>
                  </a:lnTo>
                  <a:lnTo>
                    <a:pt x="36" y="0"/>
                  </a:lnTo>
                  <a:lnTo>
                    <a:pt x="30" y="1"/>
                  </a:lnTo>
                  <a:lnTo>
                    <a:pt x="6" y="16"/>
                  </a:lnTo>
                  <a:lnTo>
                    <a:pt x="6" y="16"/>
                  </a:lnTo>
                  <a:lnTo>
                    <a:pt x="2" y="19"/>
                  </a:lnTo>
                  <a:lnTo>
                    <a:pt x="0" y="24"/>
                  </a:lnTo>
                  <a:lnTo>
                    <a:pt x="0" y="24"/>
                  </a:lnTo>
                  <a:lnTo>
                    <a:pt x="0" y="29"/>
                  </a:lnTo>
                  <a:lnTo>
                    <a:pt x="1" y="34"/>
                  </a:lnTo>
                  <a:lnTo>
                    <a:pt x="1" y="3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5" name="Freeform 44">
              <a:extLst>
                <a:ext uri="{FF2B5EF4-FFF2-40B4-BE49-F238E27FC236}">
                  <a16:creationId xmlns:a16="http://schemas.microsoft.com/office/drawing/2014/main" id="{875CE62F-5257-4702-9472-EA111C1EE8CE}"/>
                </a:ext>
              </a:extLst>
            </p:cNvPr>
            <p:cNvSpPr>
              <a:spLocks/>
            </p:cNvSpPr>
            <p:nvPr/>
          </p:nvSpPr>
          <p:spPr bwMode="auto">
            <a:xfrm>
              <a:off x="947738" y="4621213"/>
              <a:ext cx="139700" cy="141288"/>
            </a:xfrm>
            <a:custGeom>
              <a:avLst/>
              <a:gdLst>
                <a:gd name="T0" fmla="*/ 47 w 88"/>
                <a:gd name="T1" fmla="*/ 86 h 89"/>
                <a:gd name="T2" fmla="*/ 47 w 88"/>
                <a:gd name="T3" fmla="*/ 86 h 89"/>
                <a:gd name="T4" fmla="*/ 51 w 88"/>
                <a:gd name="T5" fmla="*/ 88 h 89"/>
                <a:gd name="T6" fmla="*/ 56 w 88"/>
                <a:gd name="T7" fmla="*/ 89 h 89"/>
                <a:gd name="T8" fmla="*/ 56 w 88"/>
                <a:gd name="T9" fmla="*/ 89 h 89"/>
                <a:gd name="T10" fmla="*/ 59 w 88"/>
                <a:gd name="T11" fmla="*/ 89 h 89"/>
                <a:gd name="T12" fmla="*/ 62 w 88"/>
                <a:gd name="T13" fmla="*/ 88 h 89"/>
                <a:gd name="T14" fmla="*/ 64 w 88"/>
                <a:gd name="T15" fmla="*/ 86 h 89"/>
                <a:gd name="T16" fmla="*/ 66 w 88"/>
                <a:gd name="T17" fmla="*/ 84 h 89"/>
                <a:gd name="T18" fmla="*/ 84 w 88"/>
                <a:gd name="T19" fmla="*/ 62 h 89"/>
                <a:gd name="T20" fmla="*/ 84 w 88"/>
                <a:gd name="T21" fmla="*/ 62 h 89"/>
                <a:gd name="T22" fmla="*/ 88 w 88"/>
                <a:gd name="T23" fmla="*/ 57 h 89"/>
                <a:gd name="T24" fmla="*/ 88 w 88"/>
                <a:gd name="T25" fmla="*/ 53 h 89"/>
                <a:gd name="T26" fmla="*/ 87 w 88"/>
                <a:gd name="T27" fmla="*/ 48 h 89"/>
                <a:gd name="T28" fmla="*/ 83 w 88"/>
                <a:gd name="T29" fmla="*/ 44 h 89"/>
                <a:gd name="T30" fmla="*/ 42 w 88"/>
                <a:gd name="T31" fmla="*/ 4 h 89"/>
                <a:gd name="T32" fmla="*/ 42 w 88"/>
                <a:gd name="T33" fmla="*/ 4 h 89"/>
                <a:gd name="T34" fmla="*/ 37 w 88"/>
                <a:gd name="T35" fmla="*/ 1 h 89"/>
                <a:gd name="T36" fmla="*/ 35 w 88"/>
                <a:gd name="T37" fmla="*/ 0 h 89"/>
                <a:gd name="T38" fmla="*/ 32 w 88"/>
                <a:gd name="T39" fmla="*/ 0 h 89"/>
                <a:gd name="T40" fmla="*/ 32 w 88"/>
                <a:gd name="T41" fmla="*/ 0 h 89"/>
                <a:gd name="T42" fmla="*/ 26 w 88"/>
                <a:gd name="T43" fmla="*/ 1 h 89"/>
                <a:gd name="T44" fmla="*/ 22 w 88"/>
                <a:gd name="T45" fmla="*/ 5 h 89"/>
                <a:gd name="T46" fmla="*/ 3 w 88"/>
                <a:gd name="T47" fmla="*/ 26 h 89"/>
                <a:gd name="T48" fmla="*/ 3 w 88"/>
                <a:gd name="T49" fmla="*/ 26 h 89"/>
                <a:gd name="T50" fmla="*/ 1 w 88"/>
                <a:gd name="T51" fmla="*/ 31 h 89"/>
                <a:gd name="T52" fmla="*/ 0 w 88"/>
                <a:gd name="T53" fmla="*/ 36 h 89"/>
                <a:gd name="T54" fmla="*/ 2 w 88"/>
                <a:gd name="T55" fmla="*/ 42 h 89"/>
                <a:gd name="T56" fmla="*/ 6 w 88"/>
                <a:gd name="T57" fmla="*/ 46 h 89"/>
                <a:gd name="T58" fmla="*/ 6 w 88"/>
                <a:gd name="T59" fmla="*/ 46 h 89"/>
                <a:gd name="T60" fmla="*/ 11 w 88"/>
                <a:gd name="T61" fmla="*/ 49 h 89"/>
                <a:gd name="T62" fmla="*/ 16 w 88"/>
                <a:gd name="T63" fmla="*/ 49 h 89"/>
                <a:gd name="T64" fmla="*/ 21 w 88"/>
                <a:gd name="T65" fmla="*/ 48 h 89"/>
                <a:gd name="T66" fmla="*/ 25 w 88"/>
                <a:gd name="T67" fmla="*/ 45 h 89"/>
                <a:gd name="T68" fmla="*/ 34 w 88"/>
                <a:gd name="T69" fmla="*/ 33 h 89"/>
                <a:gd name="T70" fmla="*/ 55 w 88"/>
                <a:gd name="T71" fmla="*/ 54 h 89"/>
                <a:gd name="T72" fmla="*/ 44 w 88"/>
                <a:gd name="T73" fmla="*/ 66 h 89"/>
                <a:gd name="T74" fmla="*/ 44 w 88"/>
                <a:gd name="T75" fmla="*/ 66 h 89"/>
                <a:gd name="T76" fmla="*/ 42 w 88"/>
                <a:gd name="T77" fmla="*/ 71 h 89"/>
                <a:gd name="T78" fmla="*/ 41 w 88"/>
                <a:gd name="T79" fmla="*/ 76 h 89"/>
                <a:gd name="T80" fmla="*/ 43 w 88"/>
                <a:gd name="T81" fmla="*/ 82 h 89"/>
                <a:gd name="T82" fmla="*/ 47 w 88"/>
                <a:gd name="T83" fmla="*/ 86 h 89"/>
                <a:gd name="T84" fmla="*/ 47 w 88"/>
                <a:gd name="T85" fmla="*/ 8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8" h="89">
                  <a:moveTo>
                    <a:pt x="47" y="86"/>
                  </a:moveTo>
                  <a:lnTo>
                    <a:pt x="47" y="86"/>
                  </a:lnTo>
                  <a:lnTo>
                    <a:pt x="51" y="88"/>
                  </a:lnTo>
                  <a:lnTo>
                    <a:pt x="56" y="89"/>
                  </a:lnTo>
                  <a:lnTo>
                    <a:pt x="56" y="89"/>
                  </a:lnTo>
                  <a:lnTo>
                    <a:pt x="59" y="89"/>
                  </a:lnTo>
                  <a:lnTo>
                    <a:pt x="62" y="88"/>
                  </a:lnTo>
                  <a:lnTo>
                    <a:pt x="64" y="86"/>
                  </a:lnTo>
                  <a:lnTo>
                    <a:pt x="66" y="84"/>
                  </a:lnTo>
                  <a:lnTo>
                    <a:pt x="84" y="62"/>
                  </a:lnTo>
                  <a:lnTo>
                    <a:pt x="84" y="62"/>
                  </a:lnTo>
                  <a:lnTo>
                    <a:pt x="88" y="57"/>
                  </a:lnTo>
                  <a:lnTo>
                    <a:pt x="88" y="53"/>
                  </a:lnTo>
                  <a:lnTo>
                    <a:pt x="87" y="48"/>
                  </a:lnTo>
                  <a:lnTo>
                    <a:pt x="83" y="44"/>
                  </a:lnTo>
                  <a:lnTo>
                    <a:pt x="42" y="4"/>
                  </a:lnTo>
                  <a:lnTo>
                    <a:pt x="42" y="4"/>
                  </a:lnTo>
                  <a:lnTo>
                    <a:pt x="37" y="1"/>
                  </a:lnTo>
                  <a:lnTo>
                    <a:pt x="35" y="0"/>
                  </a:lnTo>
                  <a:lnTo>
                    <a:pt x="32" y="0"/>
                  </a:lnTo>
                  <a:lnTo>
                    <a:pt x="32" y="0"/>
                  </a:lnTo>
                  <a:lnTo>
                    <a:pt x="26" y="1"/>
                  </a:lnTo>
                  <a:lnTo>
                    <a:pt x="22" y="5"/>
                  </a:lnTo>
                  <a:lnTo>
                    <a:pt x="3" y="26"/>
                  </a:lnTo>
                  <a:lnTo>
                    <a:pt x="3" y="26"/>
                  </a:lnTo>
                  <a:lnTo>
                    <a:pt x="1" y="31"/>
                  </a:lnTo>
                  <a:lnTo>
                    <a:pt x="0" y="36"/>
                  </a:lnTo>
                  <a:lnTo>
                    <a:pt x="2" y="42"/>
                  </a:lnTo>
                  <a:lnTo>
                    <a:pt x="6" y="46"/>
                  </a:lnTo>
                  <a:lnTo>
                    <a:pt x="6" y="46"/>
                  </a:lnTo>
                  <a:lnTo>
                    <a:pt x="11" y="49"/>
                  </a:lnTo>
                  <a:lnTo>
                    <a:pt x="16" y="49"/>
                  </a:lnTo>
                  <a:lnTo>
                    <a:pt x="21" y="48"/>
                  </a:lnTo>
                  <a:lnTo>
                    <a:pt x="25" y="45"/>
                  </a:lnTo>
                  <a:lnTo>
                    <a:pt x="34" y="33"/>
                  </a:lnTo>
                  <a:lnTo>
                    <a:pt x="55" y="54"/>
                  </a:lnTo>
                  <a:lnTo>
                    <a:pt x="44" y="66"/>
                  </a:lnTo>
                  <a:lnTo>
                    <a:pt x="44" y="66"/>
                  </a:lnTo>
                  <a:lnTo>
                    <a:pt x="42" y="71"/>
                  </a:lnTo>
                  <a:lnTo>
                    <a:pt x="41" y="76"/>
                  </a:lnTo>
                  <a:lnTo>
                    <a:pt x="43" y="82"/>
                  </a:lnTo>
                  <a:lnTo>
                    <a:pt x="47" y="86"/>
                  </a:lnTo>
                  <a:lnTo>
                    <a:pt x="47" y="8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6" name="Freeform 45">
              <a:extLst>
                <a:ext uri="{FF2B5EF4-FFF2-40B4-BE49-F238E27FC236}">
                  <a16:creationId xmlns:a16="http://schemas.microsoft.com/office/drawing/2014/main" id="{1BE5D8E8-0524-485F-B89C-A13A0F680EF4}"/>
                </a:ext>
              </a:extLst>
            </p:cNvPr>
            <p:cNvSpPr>
              <a:spLocks/>
            </p:cNvSpPr>
            <p:nvPr/>
          </p:nvSpPr>
          <p:spPr bwMode="auto">
            <a:xfrm>
              <a:off x="411163" y="4621213"/>
              <a:ext cx="141288" cy="142875"/>
            </a:xfrm>
            <a:custGeom>
              <a:avLst/>
              <a:gdLst>
                <a:gd name="T0" fmla="*/ 65 w 89"/>
                <a:gd name="T1" fmla="*/ 46 h 90"/>
                <a:gd name="T2" fmla="*/ 65 w 89"/>
                <a:gd name="T3" fmla="*/ 46 h 90"/>
                <a:gd name="T4" fmla="*/ 70 w 89"/>
                <a:gd name="T5" fmla="*/ 49 h 90"/>
                <a:gd name="T6" fmla="*/ 75 w 89"/>
                <a:gd name="T7" fmla="*/ 50 h 90"/>
                <a:gd name="T8" fmla="*/ 75 w 89"/>
                <a:gd name="T9" fmla="*/ 50 h 90"/>
                <a:gd name="T10" fmla="*/ 80 w 89"/>
                <a:gd name="T11" fmla="*/ 50 h 90"/>
                <a:gd name="T12" fmla="*/ 85 w 89"/>
                <a:gd name="T13" fmla="*/ 47 h 90"/>
                <a:gd name="T14" fmla="*/ 85 w 89"/>
                <a:gd name="T15" fmla="*/ 47 h 90"/>
                <a:gd name="T16" fmla="*/ 88 w 89"/>
                <a:gd name="T17" fmla="*/ 43 h 90"/>
                <a:gd name="T18" fmla="*/ 89 w 89"/>
                <a:gd name="T19" fmla="*/ 37 h 90"/>
                <a:gd name="T20" fmla="*/ 89 w 89"/>
                <a:gd name="T21" fmla="*/ 37 h 90"/>
                <a:gd name="T22" fmla="*/ 89 w 89"/>
                <a:gd name="T23" fmla="*/ 31 h 90"/>
                <a:gd name="T24" fmla="*/ 86 w 89"/>
                <a:gd name="T25" fmla="*/ 27 h 90"/>
                <a:gd name="T26" fmla="*/ 67 w 89"/>
                <a:gd name="T27" fmla="*/ 5 h 90"/>
                <a:gd name="T28" fmla="*/ 67 w 89"/>
                <a:gd name="T29" fmla="*/ 5 h 90"/>
                <a:gd name="T30" fmla="*/ 63 w 89"/>
                <a:gd name="T31" fmla="*/ 2 h 90"/>
                <a:gd name="T32" fmla="*/ 56 w 89"/>
                <a:gd name="T33" fmla="*/ 0 h 90"/>
                <a:gd name="T34" fmla="*/ 56 w 89"/>
                <a:gd name="T35" fmla="*/ 0 h 90"/>
                <a:gd name="T36" fmla="*/ 51 w 89"/>
                <a:gd name="T37" fmla="*/ 1 h 90"/>
                <a:gd name="T38" fmla="*/ 46 w 89"/>
                <a:gd name="T39" fmla="*/ 4 h 90"/>
                <a:gd name="T40" fmla="*/ 4 w 89"/>
                <a:gd name="T41" fmla="*/ 43 h 90"/>
                <a:gd name="T42" fmla="*/ 4 w 89"/>
                <a:gd name="T43" fmla="*/ 43 h 90"/>
                <a:gd name="T44" fmla="*/ 1 w 89"/>
                <a:gd name="T45" fmla="*/ 48 h 90"/>
                <a:gd name="T46" fmla="*/ 0 w 89"/>
                <a:gd name="T47" fmla="*/ 53 h 90"/>
                <a:gd name="T48" fmla="*/ 0 w 89"/>
                <a:gd name="T49" fmla="*/ 58 h 90"/>
                <a:gd name="T50" fmla="*/ 3 w 89"/>
                <a:gd name="T51" fmla="*/ 62 h 90"/>
                <a:gd name="T52" fmla="*/ 23 w 89"/>
                <a:gd name="T53" fmla="*/ 85 h 90"/>
                <a:gd name="T54" fmla="*/ 23 w 89"/>
                <a:gd name="T55" fmla="*/ 85 h 90"/>
                <a:gd name="T56" fmla="*/ 23 w 89"/>
                <a:gd name="T57" fmla="*/ 85 h 90"/>
                <a:gd name="T58" fmla="*/ 25 w 89"/>
                <a:gd name="T59" fmla="*/ 87 h 90"/>
                <a:gd name="T60" fmla="*/ 28 w 89"/>
                <a:gd name="T61" fmla="*/ 89 h 90"/>
                <a:gd name="T62" fmla="*/ 31 w 89"/>
                <a:gd name="T63" fmla="*/ 90 h 90"/>
                <a:gd name="T64" fmla="*/ 33 w 89"/>
                <a:gd name="T65" fmla="*/ 90 h 90"/>
                <a:gd name="T66" fmla="*/ 33 w 89"/>
                <a:gd name="T67" fmla="*/ 90 h 90"/>
                <a:gd name="T68" fmla="*/ 38 w 89"/>
                <a:gd name="T69" fmla="*/ 89 h 90"/>
                <a:gd name="T70" fmla="*/ 42 w 89"/>
                <a:gd name="T71" fmla="*/ 87 h 90"/>
                <a:gd name="T72" fmla="*/ 42 w 89"/>
                <a:gd name="T73" fmla="*/ 87 h 90"/>
                <a:gd name="T74" fmla="*/ 46 w 89"/>
                <a:gd name="T75" fmla="*/ 82 h 90"/>
                <a:gd name="T76" fmla="*/ 47 w 89"/>
                <a:gd name="T77" fmla="*/ 76 h 90"/>
                <a:gd name="T78" fmla="*/ 46 w 89"/>
                <a:gd name="T79" fmla="*/ 71 h 90"/>
                <a:gd name="T80" fmla="*/ 44 w 89"/>
                <a:gd name="T81" fmla="*/ 66 h 90"/>
                <a:gd name="T82" fmla="*/ 33 w 89"/>
                <a:gd name="T83" fmla="*/ 54 h 90"/>
                <a:gd name="T84" fmla="*/ 55 w 89"/>
                <a:gd name="T85" fmla="*/ 33 h 90"/>
                <a:gd name="T86" fmla="*/ 65 w 89"/>
                <a:gd name="T87" fmla="*/ 4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9" h="90">
                  <a:moveTo>
                    <a:pt x="65" y="46"/>
                  </a:moveTo>
                  <a:lnTo>
                    <a:pt x="65" y="46"/>
                  </a:lnTo>
                  <a:lnTo>
                    <a:pt x="70" y="49"/>
                  </a:lnTo>
                  <a:lnTo>
                    <a:pt x="75" y="50"/>
                  </a:lnTo>
                  <a:lnTo>
                    <a:pt x="75" y="50"/>
                  </a:lnTo>
                  <a:lnTo>
                    <a:pt x="80" y="50"/>
                  </a:lnTo>
                  <a:lnTo>
                    <a:pt x="85" y="47"/>
                  </a:lnTo>
                  <a:lnTo>
                    <a:pt x="85" y="47"/>
                  </a:lnTo>
                  <a:lnTo>
                    <a:pt x="88" y="43"/>
                  </a:lnTo>
                  <a:lnTo>
                    <a:pt x="89" y="37"/>
                  </a:lnTo>
                  <a:lnTo>
                    <a:pt x="89" y="37"/>
                  </a:lnTo>
                  <a:lnTo>
                    <a:pt x="89" y="31"/>
                  </a:lnTo>
                  <a:lnTo>
                    <a:pt x="86" y="27"/>
                  </a:lnTo>
                  <a:lnTo>
                    <a:pt x="67" y="5"/>
                  </a:lnTo>
                  <a:lnTo>
                    <a:pt x="67" y="5"/>
                  </a:lnTo>
                  <a:lnTo>
                    <a:pt x="63" y="2"/>
                  </a:lnTo>
                  <a:lnTo>
                    <a:pt x="56" y="0"/>
                  </a:lnTo>
                  <a:lnTo>
                    <a:pt x="56" y="0"/>
                  </a:lnTo>
                  <a:lnTo>
                    <a:pt x="51" y="1"/>
                  </a:lnTo>
                  <a:lnTo>
                    <a:pt x="46" y="4"/>
                  </a:lnTo>
                  <a:lnTo>
                    <a:pt x="4" y="43"/>
                  </a:lnTo>
                  <a:lnTo>
                    <a:pt x="4" y="43"/>
                  </a:lnTo>
                  <a:lnTo>
                    <a:pt x="1" y="48"/>
                  </a:lnTo>
                  <a:lnTo>
                    <a:pt x="0" y="53"/>
                  </a:lnTo>
                  <a:lnTo>
                    <a:pt x="0" y="58"/>
                  </a:lnTo>
                  <a:lnTo>
                    <a:pt x="3" y="62"/>
                  </a:lnTo>
                  <a:lnTo>
                    <a:pt x="23" y="85"/>
                  </a:lnTo>
                  <a:lnTo>
                    <a:pt x="23" y="85"/>
                  </a:lnTo>
                  <a:lnTo>
                    <a:pt x="23" y="85"/>
                  </a:lnTo>
                  <a:lnTo>
                    <a:pt x="25" y="87"/>
                  </a:lnTo>
                  <a:lnTo>
                    <a:pt x="28" y="89"/>
                  </a:lnTo>
                  <a:lnTo>
                    <a:pt x="31" y="90"/>
                  </a:lnTo>
                  <a:lnTo>
                    <a:pt x="33" y="90"/>
                  </a:lnTo>
                  <a:lnTo>
                    <a:pt x="33" y="90"/>
                  </a:lnTo>
                  <a:lnTo>
                    <a:pt x="38" y="89"/>
                  </a:lnTo>
                  <a:lnTo>
                    <a:pt x="42" y="87"/>
                  </a:lnTo>
                  <a:lnTo>
                    <a:pt x="42" y="87"/>
                  </a:lnTo>
                  <a:lnTo>
                    <a:pt x="46" y="82"/>
                  </a:lnTo>
                  <a:lnTo>
                    <a:pt x="47" y="76"/>
                  </a:lnTo>
                  <a:lnTo>
                    <a:pt x="46" y="71"/>
                  </a:lnTo>
                  <a:lnTo>
                    <a:pt x="44" y="66"/>
                  </a:lnTo>
                  <a:lnTo>
                    <a:pt x="33" y="54"/>
                  </a:lnTo>
                  <a:lnTo>
                    <a:pt x="55" y="33"/>
                  </a:lnTo>
                  <a:lnTo>
                    <a:pt x="65" y="4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pic>
        <p:nvPicPr>
          <p:cNvPr id="37" name="Picture 2">
            <a:extLst>
              <a:ext uri="{FF2B5EF4-FFF2-40B4-BE49-F238E27FC236}">
                <a16:creationId xmlns:a16="http://schemas.microsoft.com/office/drawing/2014/main" id="{1B82900B-E5B0-4110-A5BE-5CB2954F59B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720618" y="5489505"/>
            <a:ext cx="563507" cy="81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BA4904DD-CE40-4243-965C-A4A9F243A8D3}"/>
              </a:ext>
            </a:extLst>
          </p:cNvPr>
          <p:cNvGrpSpPr/>
          <p:nvPr/>
        </p:nvGrpSpPr>
        <p:grpSpPr>
          <a:xfrm>
            <a:off x="8092775" y="223650"/>
            <a:ext cx="3492131" cy="1098311"/>
            <a:chOff x="8092775" y="223650"/>
            <a:chExt cx="3492131" cy="1098311"/>
          </a:xfrm>
        </p:grpSpPr>
        <p:sp>
          <p:nvSpPr>
            <p:cNvPr id="38" name="TextBox 37">
              <a:extLst>
                <a:ext uri="{FF2B5EF4-FFF2-40B4-BE49-F238E27FC236}">
                  <a16:creationId xmlns:a16="http://schemas.microsoft.com/office/drawing/2014/main" id="{EC577A90-FFD3-4DFD-BC44-57D799D72AA8}"/>
                </a:ext>
              </a:extLst>
            </p:cNvPr>
            <p:cNvSpPr txBox="1"/>
            <p:nvPr/>
          </p:nvSpPr>
          <p:spPr>
            <a:xfrm>
              <a:off x="8092775" y="546930"/>
              <a:ext cx="1861924" cy="461665"/>
            </a:xfrm>
            <a:prstGeom prst="rect">
              <a:avLst/>
            </a:prstGeom>
            <a:noFill/>
            <a:ln>
              <a:noFill/>
            </a:ln>
          </p:spPr>
          <p:txBody>
            <a:bodyPr wrap="square" rtlCol="0">
              <a:spAutoFit/>
            </a:bodyPr>
            <a:lstStyle/>
            <a:p>
              <a:pPr algn="ctr"/>
              <a:r>
                <a:rPr lang="en-US" sz="2400" b="1"/>
                <a:t>SSE #161</a:t>
              </a:r>
            </a:p>
          </p:txBody>
        </p:sp>
        <p:sp>
          <p:nvSpPr>
            <p:cNvPr id="39" name="Rectangle 38">
              <a:extLst>
                <a:ext uri="{FF2B5EF4-FFF2-40B4-BE49-F238E27FC236}">
                  <a16:creationId xmlns:a16="http://schemas.microsoft.com/office/drawing/2014/main" id="{9E1BD21A-F4BC-4C69-A379-809925E0FDD3}"/>
                </a:ext>
              </a:extLst>
            </p:cNvPr>
            <p:cNvSpPr/>
            <p:nvPr/>
          </p:nvSpPr>
          <p:spPr>
            <a:xfrm>
              <a:off x="8274455" y="42924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018A6DD1-FC2C-44C9-94E9-8EFF2096DA3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671559" y="223650"/>
              <a:ext cx="1913347" cy="1098311"/>
            </a:xfrm>
            <a:prstGeom prst="rect">
              <a:avLst/>
            </a:prstGeom>
          </p:spPr>
        </p:pic>
      </p:grpSp>
      <p:cxnSp>
        <p:nvCxnSpPr>
          <p:cNvPr id="41" name="Straight Connector 40">
            <a:extLst>
              <a:ext uri="{FF2B5EF4-FFF2-40B4-BE49-F238E27FC236}">
                <a16:creationId xmlns:a16="http://schemas.microsoft.com/office/drawing/2014/main" id="{098B952B-B438-794D-9FB2-DD19FD90442A}"/>
              </a:ext>
            </a:extLst>
          </p:cNvPr>
          <p:cNvCxnSpPr>
            <a:cxnSpLocks/>
          </p:cNvCxnSpPr>
          <p:nvPr/>
        </p:nvCxnSpPr>
        <p:spPr>
          <a:xfrm>
            <a:off x="861848" y="1124607"/>
            <a:ext cx="6474373"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880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49913" y="2086750"/>
            <a:ext cx="4053606" cy="3968221"/>
          </a:xfrm>
        </p:spPr>
        <p:txBody>
          <a:bodyPr/>
          <a:lstStyle/>
          <a:p>
            <a:pPr>
              <a:spcAft>
                <a:spcPts val="1200"/>
              </a:spcAft>
            </a:pPr>
            <a:r>
              <a:rPr lang="en-US"/>
              <a:t>Baseline body mass: 104.55 kg</a:t>
            </a:r>
          </a:p>
          <a:p>
            <a:pPr>
              <a:spcAft>
                <a:spcPts val="1200"/>
              </a:spcAft>
            </a:pPr>
            <a:r>
              <a:rPr lang="en-US"/>
              <a:t>Practice duration: 2.5 h</a:t>
            </a:r>
          </a:p>
          <a:p>
            <a:pPr>
              <a:spcAft>
                <a:spcPts val="1200"/>
              </a:spcAft>
            </a:pPr>
            <a:r>
              <a:rPr lang="en-US"/>
              <a:t>Fluid consumed: 1.25 kg</a:t>
            </a:r>
          </a:p>
          <a:p>
            <a:pPr>
              <a:spcAft>
                <a:spcPts val="1200"/>
              </a:spcAft>
            </a:pPr>
            <a:r>
              <a:rPr lang="en-US"/>
              <a:t>Food consumed: two 50-g energy bars</a:t>
            </a:r>
          </a:p>
          <a:p>
            <a:pPr>
              <a:spcAft>
                <a:spcPts val="1200"/>
              </a:spcAft>
            </a:pPr>
            <a:r>
              <a:rPr lang="en-US"/>
              <a:t>Urine loss = N/A</a:t>
            </a:r>
          </a:p>
          <a:p>
            <a:pPr>
              <a:spcAft>
                <a:spcPts val="1200"/>
              </a:spcAft>
            </a:pPr>
            <a:r>
              <a:rPr lang="en-US"/>
              <a:t>Post exercise body mass: 101.00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7" name="Picture 6">
            <a:extLst>
              <a:ext uri="{FF2B5EF4-FFF2-40B4-BE49-F238E27FC236}">
                <a16:creationId xmlns:a16="http://schemas.microsoft.com/office/drawing/2014/main" id="{7D4374A5-AAC7-49FF-AA94-043EFE8D2AD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493336" y="0"/>
            <a:ext cx="6698664" cy="6513342"/>
          </a:xfrm>
          <a:prstGeom prst="rect">
            <a:avLst/>
          </a:prstGeom>
          <a:effectLst>
            <a:outerShdw blurRad="63500" dist="38100" dir="2760000" algn="tl" rotWithShape="0">
              <a:prstClr val="black">
                <a:alpha val="16000"/>
              </a:prstClr>
            </a:outerShdw>
          </a:effectLst>
        </p:spPr>
      </p:pic>
      <p:grpSp>
        <p:nvGrpSpPr>
          <p:cNvPr id="10" name="Group 9">
            <a:extLst>
              <a:ext uri="{FF2B5EF4-FFF2-40B4-BE49-F238E27FC236}">
                <a16:creationId xmlns:a16="http://schemas.microsoft.com/office/drawing/2014/main" id="{A7573EFF-FA73-419C-98D3-B48F5A563B20}"/>
              </a:ext>
            </a:extLst>
          </p:cNvPr>
          <p:cNvGrpSpPr/>
          <p:nvPr/>
        </p:nvGrpSpPr>
        <p:grpSpPr>
          <a:xfrm>
            <a:off x="912773" y="2135968"/>
            <a:ext cx="317710" cy="362159"/>
            <a:chOff x="5840413" y="1498600"/>
            <a:chExt cx="688975" cy="688975"/>
          </a:xfrm>
          <a:solidFill>
            <a:schemeClr val="tx1"/>
          </a:solidFill>
        </p:grpSpPr>
        <p:sp>
          <p:nvSpPr>
            <p:cNvPr id="11" name="Freeform 5">
              <a:extLst>
                <a:ext uri="{FF2B5EF4-FFF2-40B4-BE49-F238E27FC236}">
                  <a16:creationId xmlns:a16="http://schemas.microsoft.com/office/drawing/2014/main" id="{E25E725A-66AE-4F51-91DE-8C48B7C19DE5}"/>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2" name="Freeform 6">
              <a:extLst>
                <a:ext uri="{FF2B5EF4-FFF2-40B4-BE49-F238E27FC236}">
                  <a16:creationId xmlns:a16="http://schemas.microsoft.com/office/drawing/2014/main" id="{C07A9567-F722-4E16-A018-50FC5A81F27C}"/>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3" name="Freeform 7">
              <a:extLst>
                <a:ext uri="{FF2B5EF4-FFF2-40B4-BE49-F238E27FC236}">
                  <a16:creationId xmlns:a16="http://schemas.microsoft.com/office/drawing/2014/main" id="{BBA0D3D4-BBDE-4C2C-890E-96CC111601DB}"/>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14" name="Group 13">
            <a:extLst>
              <a:ext uri="{FF2B5EF4-FFF2-40B4-BE49-F238E27FC236}">
                <a16:creationId xmlns:a16="http://schemas.microsoft.com/office/drawing/2014/main" id="{7EFD16B8-DC1F-487A-8509-E86128512A86}"/>
              </a:ext>
            </a:extLst>
          </p:cNvPr>
          <p:cNvGrpSpPr/>
          <p:nvPr/>
        </p:nvGrpSpPr>
        <p:grpSpPr>
          <a:xfrm>
            <a:off x="921876" y="2708494"/>
            <a:ext cx="317710" cy="362159"/>
            <a:chOff x="5840413" y="1498600"/>
            <a:chExt cx="688975" cy="688975"/>
          </a:xfrm>
          <a:solidFill>
            <a:schemeClr val="tx1"/>
          </a:solidFill>
        </p:grpSpPr>
        <p:sp>
          <p:nvSpPr>
            <p:cNvPr id="15" name="Freeform 5">
              <a:extLst>
                <a:ext uri="{FF2B5EF4-FFF2-40B4-BE49-F238E27FC236}">
                  <a16:creationId xmlns:a16="http://schemas.microsoft.com/office/drawing/2014/main" id="{CFC17AA0-DAEF-41A9-8ECA-0EA48B137F5F}"/>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6" name="Freeform 6">
              <a:extLst>
                <a:ext uri="{FF2B5EF4-FFF2-40B4-BE49-F238E27FC236}">
                  <a16:creationId xmlns:a16="http://schemas.microsoft.com/office/drawing/2014/main" id="{12F21F55-A922-4C40-B12E-3E40A8F0F201}"/>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7" name="Freeform 7">
              <a:extLst>
                <a:ext uri="{FF2B5EF4-FFF2-40B4-BE49-F238E27FC236}">
                  <a16:creationId xmlns:a16="http://schemas.microsoft.com/office/drawing/2014/main" id="{38D37A10-7631-4295-9D57-08AFD59B044A}"/>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18" name="Group 17">
            <a:extLst>
              <a:ext uri="{FF2B5EF4-FFF2-40B4-BE49-F238E27FC236}">
                <a16:creationId xmlns:a16="http://schemas.microsoft.com/office/drawing/2014/main" id="{2D3BD0A5-958F-49CB-B533-CFCAD6FACC44}"/>
              </a:ext>
            </a:extLst>
          </p:cNvPr>
          <p:cNvGrpSpPr/>
          <p:nvPr/>
        </p:nvGrpSpPr>
        <p:grpSpPr>
          <a:xfrm>
            <a:off x="908960" y="3924768"/>
            <a:ext cx="317710" cy="362159"/>
            <a:chOff x="5840413" y="1498600"/>
            <a:chExt cx="688975" cy="688975"/>
          </a:xfrm>
          <a:solidFill>
            <a:schemeClr val="tx1"/>
          </a:solidFill>
        </p:grpSpPr>
        <p:sp>
          <p:nvSpPr>
            <p:cNvPr id="19" name="Freeform 5">
              <a:extLst>
                <a:ext uri="{FF2B5EF4-FFF2-40B4-BE49-F238E27FC236}">
                  <a16:creationId xmlns:a16="http://schemas.microsoft.com/office/drawing/2014/main" id="{6A7B2DAD-2AC3-4952-9F9F-56A54300AD77}"/>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0" name="Freeform 6">
              <a:extLst>
                <a:ext uri="{FF2B5EF4-FFF2-40B4-BE49-F238E27FC236}">
                  <a16:creationId xmlns:a16="http://schemas.microsoft.com/office/drawing/2014/main" id="{AC17563C-4740-4C77-879E-B8480551581A}"/>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1" name="Freeform 7">
              <a:extLst>
                <a:ext uri="{FF2B5EF4-FFF2-40B4-BE49-F238E27FC236}">
                  <a16:creationId xmlns:a16="http://schemas.microsoft.com/office/drawing/2014/main" id="{A1CD03F7-D2DD-4AE8-A483-3A8C6757B9BD}"/>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a:extLst>
              <a:ext uri="{FF2B5EF4-FFF2-40B4-BE49-F238E27FC236}">
                <a16:creationId xmlns:a16="http://schemas.microsoft.com/office/drawing/2014/main" id="{0E3885D3-649E-4B7E-81ED-CFD49397E9C1}"/>
              </a:ext>
            </a:extLst>
          </p:cNvPr>
          <p:cNvGrpSpPr/>
          <p:nvPr/>
        </p:nvGrpSpPr>
        <p:grpSpPr>
          <a:xfrm>
            <a:off x="932222" y="3290307"/>
            <a:ext cx="317710" cy="362159"/>
            <a:chOff x="5840413" y="1498600"/>
            <a:chExt cx="688975" cy="688975"/>
          </a:xfrm>
          <a:solidFill>
            <a:schemeClr val="tx1"/>
          </a:solidFill>
        </p:grpSpPr>
        <p:sp>
          <p:nvSpPr>
            <p:cNvPr id="23" name="Freeform 5">
              <a:extLst>
                <a:ext uri="{FF2B5EF4-FFF2-40B4-BE49-F238E27FC236}">
                  <a16:creationId xmlns:a16="http://schemas.microsoft.com/office/drawing/2014/main" id="{01BC2A25-3B7D-4ADA-B779-794E974A4EDE}"/>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4" name="Freeform 6">
              <a:extLst>
                <a:ext uri="{FF2B5EF4-FFF2-40B4-BE49-F238E27FC236}">
                  <a16:creationId xmlns:a16="http://schemas.microsoft.com/office/drawing/2014/main" id="{30FDEB6F-E8F3-4C0C-93A0-39837A587CBA}"/>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5" name="Freeform 7">
              <a:extLst>
                <a:ext uri="{FF2B5EF4-FFF2-40B4-BE49-F238E27FC236}">
                  <a16:creationId xmlns:a16="http://schemas.microsoft.com/office/drawing/2014/main" id="{C7BC8344-05A6-46FC-8C53-952F5A254285}"/>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26" name="Group 25">
            <a:extLst>
              <a:ext uri="{FF2B5EF4-FFF2-40B4-BE49-F238E27FC236}">
                <a16:creationId xmlns:a16="http://schemas.microsoft.com/office/drawing/2014/main" id="{CFDC566F-1BFE-416B-9EC3-8C6A77C8F580}"/>
              </a:ext>
            </a:extLst>
          </p:cNvPr>
          <p:cNvGrpSpPr/>
          <p:nvPr/>
        </p:nvGrpSpPr>
        <p:grpSpPr>
          <a:xfrm>
            <a:off x="908960" y="5255851"/>
            <a:ext cx="317710" cy="362159"/>
            <a:chOff x="5840413" y="1498600"/>
            <a:chExt cx="688975" cy="688975"/>
          </a:xfrm>
          <a:solidFill>
            <a:schemeClr val="tx1"/>
          </a:solidFill>
        </p:grpSpPr>
        <p:sp>
          <p:nvSpPr>
            <p:cNvPr id="27" name="Freeform 5">
              <a:extLst>
                <a:ext uri="{FF2B5EF4-FFF2-40B4-BE49-F238E27FC236}">
                  <a16:creationId xmlns:a16="http://schemas.microsoft.com/office/drawing/2014/main" id="{FA34D81D-2A11-41DF-9D61-34B9CF0F35EA}"/>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8" name="Freeform 6">
              <a:extLst>
                <a:ext uri="{FF2B5EF4-FFF2-40B4-BE49-F238E27FC236}">
                  <a16:creationId xmlns:a16="http://schemas.microsoft.com/office/drawing/2014/main" id="{96BD4CBE-FFA9-4E48-ADD5-9B0D12D17BB4}"/>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9" name="Freeform 7">
              <a:extLst>
                <a:ext uri="{FF2B5EF4-FFF2-40B4-BE49-F238E27FC236}">
                  <a16:creationId xmlns:a16="http://schemas.microsoft.com/office/drawing/2014/main" id="{F1674AA7-B969-4164-9BE2-77E9CE3AFA9C}"/>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31" name="Group 30">
            <a:extLst>
              <a:ext uri="{FF2B5EF4-FFF2-40B4-BE49-F238E27FC236}">
                <a16:creationId xmlns:a16="http://schemas.microsoft.com/office/drawing/2014/main" id="{8DE0C4A5-07F9-4FDD-B931-70513886A9D4}"/>
              </a:ext>
            </a:extLst>
          </p:cNvPr>
          <p:cNvGrpSpPr/>
          <p:nvPr/>
        </p:nvGrpSpPr>
        <p:grpSpPr>
          <a:xfrm>
            <a:off x="920591" y="4604030"/>
            <a:ext cx="317710" cy="362159"/>
            <a:chOff x="5840413" y="1498600"/>
            <a:chExt cx="688975" cy="688975"/>
          </a:xfrm>
          <a:solidFill>
            <a:schemeClr val="tx1"/>
          </a:solidFill>
        </p:grpSpPr>
        <p:sp>
          <p:nvSpPr>
            <p:cNvPr id="32" name="Freeform 5">
              <a:extLst>
                <a:ext uri="{FF2B5EF4-FFF2-40B4-BE49-F238E27FC236}">
                  <a16:creationId xmlns:a16="http://schemas.microsoft.com/office/drawing/2014/main" id="{31198C28-ACE8-485A-A6D1-C277E1CC22B2}"/>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3" name="Freeform 6">
              <a:extLst>
                <a:ext uri="{FF2B5EF4-FFF2-40B4-BE49-F238E27FC236}">
                  <a16:creationId xmlns:a16="http://schemas.microsoft.com/office/drawing/2014/main" id="{E364356A-273B-4947-952A-95197FACEA68}"/>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34" name="Freeform 7">
              <a:extLst>
                <a:ext uri="{FF2B5EF4-FFF2-40B4-BE49-F238E27FC236}">
                  <a16:creationId xmlns:a16="http://schemas.microsoft.com/office/drawing/2014/main" id="{B83D30CE-E74C-4FBC-9876-886B879D3EE6}"/>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cxnSp>
        <p:nvCxnSpPr>
          <p:cNvPr id="30" name="Straight Connector 29">
            <a:extLst>
              <a:ext uri="{FF2B5EF4-FFF2-40B4-BE49-F238E27FC236}">
                <a16:creationId xmlns:a16="http://schemas.microsoft.com/office/drawing/2014/main" id="{83D32DA3-223F-7D4D-A237-E532877DDFB4}"/>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46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a:xfrm>
            <a:off x="843641" y="2045140"/>
            <a:ext cx="10283903" cy="508219"/>
          </a:xfrm>
        </p:spPr>
        <p:txBody>
          <a:bodyPr>
            <a:noAutofit/>
          </a:bodyPr>
          <a:lstStyle/>
          <a:p>
            <a:r>
              <a:rPr lang="en-US"/>
              <a:t>Calculate the athlete’s sweat rate</a:t>
            </a:r>
          </a:p>
          <a:p>
            <a:endParaRPr lang="en-US"/>
          </a:p>
        </p:txBody>
      </p:sp>
      <p:sp>
        <p:nvSpPr>
          <p:cNvPr id="6" name="TextBox 5">
            <a:extLst>
              <a:ext uri="{FF2B5EF4-FFF2-40B4-BE49-F238E27FC236}">
                <a16:creationId xmlns:a16="http://schemas.microsoft.com/office/drawing/2014/main" id="{F89CA46B-38CB-493B-A5D1-AC7A49CA2502}"/>
              </a:ext>
            </a:extLst>
          </p:cNvPr>
          <p:cNvSpPr txBox="1"/>
          <p:nvPr/>
        </p:nvSpPr>
        <p:spPr>
          <a:xfrm>
            <a:off x="843642" y="2884626"/>
            <a:ext cx="10491952" cy="2631490"/>
          </a:xfrm>
          <a:prstGeom prst="rect">
            <a:avLst/>
          </a:prstGeom>
          <a:noFill/>
        </p:spPr>
        <p:txBody>
          <a:bodyPr wrap="square" rtlCol="0">
            <a:spAutoFit/>
          </a:bodyPr>
          <a:lstStyle/>
          <a:p>
            <a:pPr>
              <a:lnSpc>
                <a:spcPct val="150000"/>
              </a:lnSpc>
            </a:pPr>
            <a:r>
              <a:rPr lang="en-US" sz="2200" b="1">
                <a:solidFill>
                  <a:prstClr val="black"/>
                </a:solidFill>
              </a:rPr>
              <a:t>Sweat Loss </a:t>
            </a:r>
            <a:r>
              <a:rPr lang="en-US" sz="2200">
                <a:solidFill>
                  <a:prstClr val="black"/>
                </a:solidFill>
              </a:rPr>
              <a:t>= [Pre-Ex Body Mass – (Post-Ex Body Mass – Fluid &amp; Food + Urine)]</a:t>
            </a:r>
          </a:p>
          <a:p>
            <a:r>
              <a:rPr lang="en-US" sz="2200">
                <a:solidFill>
                  <a:prstClr val="black"/>
                </a:solidFill>
              </a:rPr>
              <a:t>		</a:t>
            </a:r>
          </a:p>
          <a:p>
            <a:r>
              <a:rPr lang="en-US" sz="2200">
                <a:solidFill>
                  <a:prstClr val="black"/>
                </a:solidFill>
              </a:rPr>
              <a:t>		104.55 kg - (101.00 kg -1.35 kg + 0 kg)</a:t>
            </a:r>
          </a:p>
          <a:p>
            <a:endParaRPr lang="en-US" sz="2200">
              <a:solidFill>
                <a:prstClr val="black"/>
              </a:solidFill>
            </a:endParaRPr>
          </a:p>
          <a:p>
            <a:r>
              <a:rPr lang="en-US" sz="2200">
                <a:solidFill>
                  <a:prstClr val="black"/>
                </a:solidFill>
              </a:rPr>
              <a:t>		4.90 kg (or L) of sweat lost in 2.5 h</a:t>
            </a:r>
          </a:p>
          <a:p>
            <a:endParaRPr lang="en-US" sz="2200">
              <a:solidFill>
                <a:prstClr val="black"/>
              </a:solidFill>
            </a:endParaRPr>
          </a:p>
          <a:p>
            <a:r>
              <a:rPr lang="en-US" sz="2200" b="1">
                <a:solidFill>
                  <a:prstClr val="black"/>
                </a:solidFill>
              </a:rPr>
              <a:t>Sweat Rate </a:t>
            </a:r>
            <a:r>
              <a:rPr lang="en-US" sz="2200">
                <a:solidFill>
                  <a:prstClr val="black"/>
                </a:solidFill>
              </a:rPr>
              <a:t>= 4.90 L / 2.5 h </a:t>
            </a:r>
            <a:r>
              <a:rPr lang="en-US" sz="2200" b="1">
                <a:solidFill>
                  <a:prstClr val="black"/>
                </a:solidFill>
              </a:rPr>
              <a:t>= 1.96 L/h</a:t>
            </a:r>
          </a:p>
        </p:txBody>
      </p:sp>
      <p:pic>
        <p:nvPicPr>
          <p:cNvPr id="7" name="Picture 6">
            <a:extLst>
              <a:ext uri="{FF2B5EF4-FFF2-40B4-BE49-F238E27FC236}">
                <a16:creationId xmlns:a16="http://schemas.microsoft.com/office/drawing/2014/main" id="{F9867F20-ECFD-4476-BC77-AE1743A88A9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214339" y="538073"/>
            <a:ext cx="1913205" cy="1944315"/>
          </a:xfrm>
          <a:prstGeom prst="rect">
            <a:avLst/>
          </a:prstGeom>
          <a:effectLst>
            <a:outerShdw blurRad="63500" dist="38100" dir="2760000" algn="tl" rotWithShape="0">
              <a:prstClr val="black">
                <a:alpha val="16000"/>
              </a:prstClr>
            </a:outerShdw>
          </a:effectLst>
        </p:spPr>
      </p:pic>
      <p:cxnSp>
        <p:nvCxnSpPr>
          <p:cNvPr id="8" name="Straight Connector 7">
            <a:extLst>
              <a:ext uri="{FF2B5EF4-FFF2-40B4-BE49-F238E27FC236}">
                <a16:creationId xmlns:a16="http://schemas.microsoft.com/office/drawing/2014/main" id="{1D55AEC2-3026-9B4B-9CF7-FA29A6C3145B}"/>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349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88569" y="2141430"/>
            <a:ext cx="4443626" cy="3968221"/>
          </a:xfrm>
        </p:spPr>
        <p:txBody>
          <a:bodyPr/>
          <a:lstStyle/>
          <a:p>
            <a:r>
              <a:rPr lang="en-US"/>
              <a:t>Baseline body mass: 56.35 kg</a:t>
            </a:r>
          </a:p>
          <a:p>
            <a:endParaRPr lang="en-US" sz="800"/>
          </a:p>
          <a:p>
            <a:r>
              <a:rPr lang="en-US"/>
              <a:t>Match duration: 1.5 h</a:t>
            </a:r>
          </a:p>
          <a:p>
            <a:endParaRPr lang="en-US" sz="800"/>
          </a:p>
          <a:p>
            <a:r>
              <a:rPr lang="en-US"/>
              <a:t>Fluid consumed: 0.85 kg</a:t>
            </a:r>
          </a:p>
          <a:p>
            <a:endParaRPr lang="en-US" sz="800"/>
          </a:p>
          <a:p>
            <a:r>
              <a:rPr lang="en-US"/>
              <a:t>Urine loss: N/A</a:t>
            </a:r>
          </a:p>
          <a:p>
            <a:endParaRPr lang="en-US" sz="800"/>
          </a:p>
          <a:p>
            <a:r>
              <a:rPr lang="en-US"/>
              <a:t>Post exercise body mass: 55.45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9" name="Picture 8">
            <a:extLst>
              <a:ext uri="{FF2B5EF4-FFF2-40B4-BE49-F238E27FC236}">
                <a16:creationId xmlns:a16="http://schemas.microsoft.com/office/drawing/2014/main" id="{9CBE5498-EAF2-41B5-B922-1C6AA477B163}"/>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689991" y="0"/>
            <a:ext cx="6502010" cy="6499274"/>
          </a:xfrm>
          <a:prstGeom prst="rect">
            <a:avLst/>
          </a:prstGeom>
        </p:spPr>
      </p:pic>
      <p:pic>
        <p:nvPicPr>
          <p:cNvPr id="8" name="Graphic 7">
            <a:extLst>
              <a:ext uri="{FF2B5EF4-FFF2-40B4-BE49-F238E27FC236}">
                <a16:creationId xmlns:a16="http://schemas.microsoft.com/office/drawing/2014/main" id="{1085B4A2-1AFA-407D-9527-EB06FB1F7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473" y="2166485"/>
            <a:ext cx="389164" cy="403577"/>
          </a:xfrm>
          <a:prstGeom prst="rect">
            <a:avLst/>
          </a:prstGeom>
        </p:spPr>
      </p:pic>
      <p:pic>
        <p:nvPicPr>
          <p:cNvPr id="10" name="Graphic 9">
            <a:extLst>
              <a:ext uri="{FF2B5EF4-FFF2-40B4-BE49-F238E27FC236}">
                <a16:creationId xmlns:a16="http://schemas.microsoft.com/office/drawing/2014/main" id="{1C465E00-E10B-48D6-A9A4-A355A0F6BF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405" y="2949781"/>
            <a:ext cx="389164" cy="403577"/>
          </a:xfrm>
          <a:prstGeom prst="rect">
            <a:avLst/>
          </a:prstGeom>
        </p:spPr>
      </p:pic>
      <p:pic>
        <p:nvPicPr>
          <p:cNvPr id="11" name="Graphic 10">
            <a:extLst>
              <a:ext uri="{FF2B5EF4-FFF2-40B4-BE49-F238E27FC236}">
                <a16:creationId xmlns:a16="http://schemas.microsoft.com/office/drawing/2014/main" id="{7A9B2B62-AB70-47F4-B25C-E42CE9779B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405" y="3738521"/>
            <a:ext cx="389164" cy="403577"/>
          </a:xfrm>
          <a:prstGeom prst="rect">
            <a:avLst/>
          </a:prstGeom>
        </p:spPr>
      </p:pic>
      <p:pic>
        <p:nvPicPr>
          <p:cNvPr id="12" name="Graphic 11">
            <a:extLst>
              <a:ext uri="{FF2B5EF4-FFF2-40B4-BE49-F238E27FC236}">
                <a16:creationId xmlns:a16="http://schemas.microsoft.com/office/drawing/2014/main" id="{B39FA052-4984-4535-AF8D-C68208BD31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473" y="5276399"/>
            <a:ext cx="389164" cy="403577"/>
          </a:xfrm>
          <a:prstGeom prst="rect">
            <a:avLst/>
          </a:prstGeom>
        </p:spPr>
      </p:pic>
      <p:pic>
        <p:nvPicPr>
          <p:cNvPr id="13" name="Graphic 12">
            <a:extLst>
              <a:ext uri="{FF2B5EF4-FFF2-40B4-BE49-F238E27FC236}">
                <a16:creationId xmlns:a16="http://schemas.microsoft.com/office/drawing/2014/main" id="{6783FF16-E7D1-4A12-8B56-29EF33EFD2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0180" y="4457586"/>
            <a:ext cx="389164" cy="403577"/>
          </a:xfrm>
          <a:prstGeom prst="rect">
            <a:avLst/>
          </a:prstGeom>
        </p:spPr>
      </p:pic>
      <p:cxnSp>
        <p:nvCxnSpPr>
          <p:cNvPr id="14" name="Straight Connector 13">
            <a:extLst>
              <a:ext uri="{FF2B5EF4-FFF2-40B4-BE49-F238E27FC236}">
                <a16:creationId xmlns:a16="http://schemas.microsoft.com/office/drawing/2014/main" id="{1BD236D4-90E3-E747-B898-BDDAE15858D5}"/>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2111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pic>
        <p:nvPicPr>
          <p:cNvPr id="7" name="Picture 6">
            <a:extLst>
              <a:ext uri="{FF2B5EF4-FFF2-40B4-BE49-F238E27FC236}">
                <a16:creationId xmlns:a16="http://schemas.microsoft.com/office/drawing/2014/main" id="{37144F06-8738-4207-B657-C11C33B952A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721731" y="538073"/>
            <a:ext cx="2066580" cy="1833331"/>
          </a:xfrm>
          <a:prstGeom prst="rect">
            <a:avLst/>
          </a:prstGeom>
        </p:spPr>
      </p:pic>
      <p:sp>
        <p:nvSpPr>
          <p:cNvPr id="9" name="Text Placeholder 4">
            <a:extLst>
              <a:ext uri="{FF2B5EF4-FFF2-40B4-BE49-F238E27FC236}">
                <a16:creationId xmlns:a16="http://schemas.microsoft.com/office/drawing/2014/main" id="{A9076D50-6788-4282-8293-90EFC0AE5B24}"/>
              </a:ext>
            </a:extLst>
          </p:cNvPr>
          <p:cNvSpPr txBox="1">
            <a:spLocks/>
          </p:cNvSpPr>
          <p:nvPr/>
        </p:nvSpPr>
        <p:spPr>
          <a:xfrm>
            <a:off x="843641" y="2045140"/>
            <a:ext cx="10283903" cy="50821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spcAft>
                <a:spcPts val="500"/>
              </a:spcAft>
              <a:buFont typeface="Arial" panose="020B0604020202020204" pitchFamily="34" charset="0"/>
              <a:buNone/>
              <a:defRPr sz="2400" b="1" kern="1200">
                <a:solidFill>
                  <a:schemeClr val="tx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spcAft>
                <a:spcPts val="500"/>
              </a:spcAft>
              <a:buClr>
                <a:srgbClr val="036E3D"/>
              </a:buClr>
              <a:buFont typeface="Wingdings" pitchFamily="2" charset="2"/>
              <a:buNone/>
              <a:defRPr sz="16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Calculate the athlete’s sweat rate</a:t>
            </a:r>
          </a:p>
          <a:p>
            <a:endParaRPr lang="en-US"/>
          </a:p>
        </p:txBody>
      </p:sp>
      <p:sp>
        <p:nvSpPr>
          <p:cNvPr id="10" name="TextBox 9">
            <a:extLst>
              <a:ext uri="{FF2B5EF4-FFF2-40B4-BE49-F238E27FC236}">
                <a16:creationId xmlns:a16="http://schemas.microsoft.com/office/drawing/2014/main" id="{22EE8A98-065E-48C9-BA11-91C3327C6259}"/>
              </a:ext>
            </a:extLst>
          </p:cNvPr>
          <p:cNvSpPr txBox="1"/>
          <p:nvPr/>
        </p:nvSpPr>
        <p:spPr>
          <a:xfrm>
            <a:off x="843642" y="2884626"/>
            <a:ext cx="10491952" cy="2631490"/>
          </a:xfrm>
          <a:prstGeom prst="rect">
            <a:avLst/>
          </a:prstGeom>
          <a:noFill/>
        </p:spPr>
        <p:txBody>
          <a:bodyPr wrap="square" rtlCol="0">
            <a:spAutoFit/>
          </a:bodyPr>
          <a:lstStyle/>
          <a:p>
            <a:pPr>
              <a:lnSpc>
                <a:spcPct val="150000"/>
              </a:lnSpc>
            </a:pPr>
            <a:r>
              <a:rPr lang="en-US" sz="2200" b="1">
                <a:solidFill>
                  <a:prstClr val="black"/>
                </a:solidFill>
              </a:rPr>
              <a:t>Sweat Loss </a:t>
            </a:r>
            <a:r>
              <a:rPr lang="en-US" sz="2200">
                <a:solidFill>
                  <a:prstClr val="black"/>
                </a:solidFill>
              </a:rPr>
              <a:t>= [Pre-Ex Body Mass – (Post-Ex Body Mass – Fluid &amp; Food + Urine)]</a:t>
            </a:r>
          </a:p>
          <a:p>
            <a:r>
              <a:rPr lang="en-US" sz="2200">
                <a:solidFill>
                  <a:prstClr val="black"/>
                </a:solidFill>
              </a:rPr>
              <a:t>		</a:t>
            </a:r>
          </a:p>
          <a:p>
            <a:r>
              <a:rPr lang="en-US" sz="2200">
                <a:solidFill>
                  <a:prstClr val="black"/>
                </a:solidFill>
              </a:rPr>
              <a:t>		56.35 kg - (55.45 kg - 0.85 kg + 0 kg)</a:t>
            </a:r>
          </a:p>
          <a:p>
            <a:endParaRPr lang="en-US" sz="2200">
              <a:solidFill>
                <a:prstClr val="black"/>
              </a:solidFill>
            </a:endParaRPr>
          </a:p>
          <a:p>
            <a:r>
              <a:rPr lang="en-US" sz="2200">
                <a:solidFill>
                  <a:prstClr val="black"/>
                </a:solidFill>
              </a:rPr>
              <a:t>		1.75 kg (or L) of sweat lost in 1.5 h</a:t>
            </a:r>
          </a:p>
          <a:p>
            <a:endParaRPr lang="en-US" sz="2200">
              <a:solidFill>
                <a:prstClr val="black"/>
              </a:solidFill>
            </a:endParaRPr>
          </a:p>
          <a:p>
            <a:r>
              <a:rPr lang="en-US" sz="2200" b="1">
                <a:solidFill>
                  <a:prstClr val="black"/>
                </a:solidFill>
              </a:rPr>
              <a:t>Sweat Rate </a:t>
            </a:r>
            <a:r>
              <a:rPr lang="en-US" sz="2200">
                <a:solidFill>
                  <a:prstClr val="black"/>
                </a:solidFill>
              </a:rPr>
              <a:t>= 1.75 L / 1.5 h </a:t>
            </a:r>
            <a:r>
              <a:rPr lang="en-US" sz="2200" b="1">
                <a:solidFill>
                  <a:prstClr val="black"/>
                </a:solidFill>
              </a:rPr>
              <a:t>= 1.17 L/h</a:t>
            </a:r>
          </a:p>
        </p:txBody>
      </p:sp>
      <p:cxnSp>
        <p:nvCxnSpPr>
          <p:cNvPr id="6" name="Straight Connector 5">
            <a:extLst>
              <a:ext uri="{FF2B5EF4-FFF2-40B4-BE49-F238E27FC236}">
                <a16:creationId xmlns:a16="http://schemas.microsoft.com/office/drawing/2014/main" id="{47C95D5E-F084-B546-A7A2-5E0FB82E24E6}"/>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8233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410489" y="2141430"/>
            <a:ext cx="4478812" cy="3968221"/>
          </a:xfrm>
        </p:spPr>
        <p:txBody>
          <a:bodyPr/>
          <a:lstStyle/>
          <a:p>
            <a:r>
              <a:rPr lang="en-US"/>
              <a:t>Baseline body mass: 66.15 kg</a:t>
            </a:r>
          </a:p>
          <a:p>
            <a:endParaRPr lang="en-US" sz="1000"/>
          </a:p>
          <a:p>
            <a:r>
              <a:rPr lang="en-US"/>
              <a:t>Exercise duration: 2 h 20 min</a:t>
            </a:r>
          </a:p>
          <a:p>
            <a:endParaRPr lang="en-US" sz="1000"/>
          </a:p>
          <a:p>
            <a:r>
              <a:rPr lang="en-US"/>
              <a:t>Fluid consumed: 2.05 kg</a:t>
            </a:r>
          </a:p>
          <a:p>
            <a:endParaRPr lang="en-US" sz="1000"/>
          </a:p>
          <a:p>
            <a:r>
              <a:rPr lang="en-US"/>
              <a:t>Urine loss: 0.20 kg</a:t>
            </a:r>
          </a:p>
          <a:p>
            <a:endParaRPr lang="en-US" sz="1000"/>
          </a:p>
          <a:p>
            <a:r>
              <a:rPr lang="en-US"/>
              <a:t>Post exercise body mass: 66.80 kg</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sp>
        <p:nvSpPr>
          <p:cNvPr id="13" name="Freeform 10">
            <a:extLst>
              <a:ext uri="{FF2B5EF4-FFF2-40B4-BE49-F238E27FC236}">
                <a16:creationId xmlns:a16="http://schemas.microsoft.com/office/drawing/2014/main" id="{FCC25E8D-EBFF-49B2-B920-446060E11CEA}"/>
              </a:ext>
            </a:extLst>
          </p:cNvPr>
          <p:cNvSpPr>
            <a:spLocks noEditPoints="1"/>
          </p:cNvSpPr>
          <p:nvPr/>
        </p:nvSpPr>
        <p:spPr bwMode="auto">
          <a:xfrm>
            <a:off x="901165" y="2142521"/>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a:extLst>
              <a:ext uri="{FF2B5EF4-FFF2-40B4-BE49-F238E27FC236}">
                <a16:creationId xmlns:a16="http://schemas.microsoft.com/office/drawing/2014/main" id="{E906F982-7CC5-4435-A663-3C4074139EAE}"/>
              </a:ext>
            </a:extLst>
          </p:cNvPr>
          <p:cNvSpPr>
            <a:spLocks noEditPoints="1"/>
          </p:cNvSpPr>
          <p:nvPr/>
        </p:nvSpPr>
        <p:spPr bwMode="auto">
          <a:xfrm>
            <a:off x="900826" y="3771504"/>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0">
            <a:extLst>
              <a:ext uri="{FF2B5EF4-FFF2-40B4-BE49-F238E27FC236}">
                <a16:creationId xmlns:a16="http://schemas.microsoft.com/office/drawing/2014/main" id="{808F6BF4-3B36-416E-83B6-66E5F6531647}"/>
              </a:ext>
            </a:extLst>
          </p:cNvPr>
          <p:cNvSpPr>
            <a:spLocks noEditPoints="1"/>
          </p:cNvSpPr>
          <p:nvPr/>
        </p:nvSpPr>
        <p:spPr bwMode="auto">
          <a:xfrm>
            <a:off x="914894" y="2975387"/>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a:extLst>
              <a:ext uri="{FF2B5EF4-FFF2-40B4-BE49-F238E27FC236}">
                <a16:creationId xmlns:a16="http://schemas.microsoft.com/office/drawing/2014/main" id="{503F3BA0-FA18-4D81-BDE6-67E3AAFC4968}"/>
              </a:ext>
            </a:extLst>
          </p:cNvPr>
          <p:cNvSpPr>
            <a:spLocks noEditPoints="1"/>
          </p:cNvSpPr>
          <p:nvPr/>
        </p:nvSpPr>
        <p:spPr bwMode="auto">
          <a:xfrm>
            <a:off x="901165" y="4548854"/>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7" name="Picture 16">
            <a:extLst>
              <a:ext uri="{FF2B5EF4-FFF2-40B4-BE49-F238E27FC236}">
                <a16:creationId xmlns:a16="http://schemas.microsoft.com/office/drawing/2014/main" id="{91E4DB6B-091B-4B2F-99C4-4750FB70C5D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875572" y="-6170"/>
            <a:ext cx="6316428" cy="6509657"/>
          </a:xfrm>
          <a:prstGeom prst="rect">
            <a:avLst/>
          </a:prstGeom>
        </p:spPr>
      </p:pic>
      <p:sp>
        <p:nvSpPr>
          <p:cNvPr id="11" name="Freeform 10">
            <a:extLst>
              <a:ext uri="{FF2B5EF4-FFF2-40B4-BE49-F238E27FC236}">
                <a16:creationId xmlns:a16="http://schemas.microsoft.com/office/drawing/2014/main" id="{86451D91-AD40-4F6A-8AE7-C22B26A5DA57}"/>
              </a:ext>
            </a:extLst>
          </p:cNvPr>
          <p:cNvSpPr>
            <a:spLocks noEditPoints="1"/>
          </p:cNvSpPr>
          <p:nvPr/>
        </p:nvSpPr>
        <p:spPr bwMode="auto">
          <a:xfrm>
            <a:off x="898821" y="5348368"/>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cxnSp>
        <p:nvCxnSpPr>
          <p:cNvPr id="12" name="Straight Connector 11">
            <a:extLst>
              <a:ext uri="{FF2B5EF4-FFF2-40B4-BE49-F238E27FC236}">
                <a16:creationId xmlns:a16="http://schemas.microsoft.com/office/drawing/2014/main" id="{99250211-6BD4-DE41-B523-EC118D09EC59}"/>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3285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pic>
        <p:nvPicPr>
          <p:cNvPr id="7" name="Picture 6">
            <a:extLst>
              <a:ext uri="{FF2B5EF4-FFF2-40B4-BE49-F238E27FC236}">
                <a16:creationId xmlns:a16="http://schemas.microsoft.com/office/drawing/2014/main" id="{95A781BB-AAAD-4777-B18B-12047287DAA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847386" y="538073"/>
            <a:ext cx="2030279" cy="1932753"/>
          </a:xfrm>
          <a:prstGeom prst="rect">
            <a:avLst/>
          </a:prstGeom>
        </p:spPr>
      </p:pic>
      <p:sp>
        <p:nvSpPr>
          <p:cNvPr id="9" name="Text Placeholder 4">
            <a:extLst>
              <a:ext uri="{FF2B5EF4-FFF2-40B4-BE49-F238E27FC236}">
                <a16:creationId xmlns:a16="http://schemas.microsoft.com/office/drawing/2014/main" id="{0BA6F865-0BE2-424B-A29A-BFEAE523E3A1}"/>
              </a:ext>
            </a:extLst>
          </p:cNvPr>
          <p:cNvSpPr txBox="1">
            <a:spLocks/>
          </p:cNvSpPr>
          <p:nvPr/>
        </p:nvSpPr>
        <p:spPr>
          <a:xfrm>
            <a:off x="843641" y="2045140"/>
            <a:ext cx="10283903" cy="50821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spcAft>
                <a:spcPts val="500"/>
              </a:spcAft>
              <a:buFont typeface="Arial" panose="020B0604020202020204" pitchFamily="34" charset="0"/>
              <a:buNone/>
              <a:defRPr sz="2400" b="1" kern="1200">
                <a:solidFill>
                  <a:schemeClr val="tx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spcAft>
                <a:spcPts val="500"/>
              </a:spcAft>
              <a:buClr>
                <a:srgbClr val="036E3D"/>
              </a:buClr>
              <a:buFont typeface="Wingdings" pitchFamily="2" charset="2"/>
              <a:buNone/>
              <a:defRPr sz="16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Calculate the athlete’s sweat rate</a:t>
            </a:r>
          </a:p>
          <a:p>
            <a:endParaRPr lang="en-US"/>
          </a:p>
        </p:txBody>
      </p:sp>
      <p:sp>
        <p:nvSpPr>
          <p:cNvPr id="10" name="TextBox 9">
            <a:extLst>
              <a:ext uri="{FF2B5EF4-FFF2-40B4-BE49-F238E27FC236}">
                <a16:creationId xmlns:a16="http://schemas.microsoft.com/office/drawing/2014/main" id="{2F9CECCA-01FD-4350-B01D-122B630635AD}"/>
              </a:ext>
            </a:extLst>
          </p:cNvPr>
          <p:cNvSpPr txBox="1"/>
          <p:nvPr/>
        </p:nvSpPr>
        <p:spPr>
          <a:xfrm>
            <a:off x="843642" y="2884626"/>
            <a:ext cx="10491952" cy="2631490"/>
          </a:xfrm>
          <a:prstGeom prst="rect">
            <a:avLst/>
          </a:prstGeom>
          <a:noFill/>
        </p:spPr>
        <p:txBody>
          <a:bodyPr wrap="square" rtlCol="0">
            <a:spAutoFit/>
          </a:bodyPr>
          <a:lstStyle/>
          <a:p>
            <a:pPr>
              <a:lnSpc>
                <a:spcPct val="150000"/>
              </a:lnSpc>
            </a:pPr>
            <a:r>
              <a:rPr lang="en-US" sz="2200" b="1">
                <a:solidFill>
                  <a:prstClr val="black"/>
                </a:solidFill>
              </a:rPr>
              <a:t>Sweat Loss </a:t>
            </a:r>
            <a:r>
              <a:rPr lang="en-US" sz="2200">
                <a:solidFill>
                  <a:prstClr val="black"/>
                </a:solidFill>
              </a:rPr>
              <a:t>= [Pre-Ex Body Mass – (Post-Ex Body Mass – Fluid &amp; Food + Urine)]</a:t>
            </a:r>
          </a:p>
          <a:p>
            <a:r>
              <a:rPr lang="en-US" sz="2200">
                <a:solidFill>
                  <a:prstClr val="black"/>
                </a:solidFill>
              </a:rPr>
              <a:t>		</a:t>
            </a:r>
          </a:p>
          <a:p>
            <a:r>
              <a:rPr lang="en-US" sz="2200">
                <a:solidFill>
                  <a:prstClr val="black"/>
                </a:solidFill>
              </a:rPr>
              <a:t>		66.15 kg - (66.80 kg -2.05 kg + 0.20 kg)</a:t>
            </a:r>
          </a:p>
          <a:p>
            <a:endParaRPr lang="en-US" sz="2200">
              <a:solidFill>
                <a:prstClr val="black"/>
              </a:solidFill>
            </a:endParaRPr>
          </a:p>
          <a:p>
            <a:r>
              <a:rPr lang="en-US" sz="2200">
                <a:solidFill>
                  <a:prstClr val="black"/>
                </a:solidFill>
              </a:rPr>
              <a:t>		1.20 kg (or L) of sweat lost in 2.33 h</a:t>
            </a:r>
          </a:p>
          <a:p>
            <a:endParaRPr lang="en-US" sz="2200">
              <a:solidFill>
                <a:prstClr val="black"/>
              </a:solidFill>
            </a:endParaRPr>
          </a:p>
          <a:p>
            <a:r>
              <a:rPr lang="en-US" sz="2200" b="1">
                <a:solidFill>
                  <a:prstClr val="black"/>
                </a:solidFill>
              </a:rPr>
              <a:t>Sweat Rate </a:t>
            </a:r>
            <a:r>
              <a:rPr lang="en-US" sz="2200">
                <a:solidFill>
                  <a:prstClr val="black"/>
                </a:solidFill>
              </a:rPr>
              <a:t>= 1.20 L / 2.33 h </a:t>
            </a:r>
            <a:r>
              <a:rPr lang="en-US" sz="2200" b="1">
                <a:solidFill>
                  <a:prstClr val="black"/>
                </a:solidFill>
              </a:rPr>
              <a:t>= 0.52 L/h</a:t>
            </a:r>
          </a:p>
        </p:txBody>
      </p:sp>
      <p:cxnSp>
        <p:nvCxnSpPr>
          <p:cNvPr id="6" name="Straight Connector 5">
            <a:extLst>
              <a:ext uri="{FF2B5EF4-FFF2-40B4-BE49-F238E27FC236}">
                <a16:creationId xmlns:a16="http://schemas.microsoft.com/office/drawing/2014/main" id="{15B906A2-8F36-9740-8DBF-39DE9E4AC94D}"/>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6223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74E4-4A57-6141-A708-24B4BAA2A216}"/>
              </a:ext>
            </a:extLst>
          </p:cNvPr>
          <p:cNvSpPr>
            <a:spLocks noGrp="1"/>
          </p:cNvSpPr>
          <p:nvPr>
            <p:ph type="title"/>
          </p:nvPr>
        </p:nvSpPr>
        <p:spPr>
          <a:xfrm>
            <a:off x="850962" y="220413"/>
            <a:ext cx="5952609" cy="849858"/>
          </a:xfrm>
        </p:spPr>
        <p:txBody>
          <a:bodyPr/>
          <a:lstStyle/>
          <a:p>
            <a:r>
              <a:rPr lang="en-US"/>
              <a:t>Planned Drinking vs Drinking to Thirst</a:t>
            </a:r>
          </a:p>
        </p:txBody>
      </p:sp>
      <p:sp>
        <p:nvSpPr>
          <p:cNvPr id="4" name="Oval 3">
            <a:extLst>
              <a:ext uri="{FF2B5EF4-FFF2-40B4-BE49-F238E27FC236}">
                <a16:creationId xmlns:a16="http://schemas.microsoft.com/office/drawing/2014/main" id="{70ECA3C8-0445-BC46-A869-D48637E726B3}"/>
              </a:ext>
            </a:extLst>
          </p:cNvPr>
          <p:cNvSpPr/>
          <p:nvPr/>
        </p:nvSpPr>
        <p:spPr>
          <a:xfrm>
            <a:off x="2631656" y="1899666"/>
            <a:ext cx="960120" cy="96012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entury Gothic" panose="020F0302020204030204"/>
            </a:endParaRPr>
          </a:p>
        </p:txBody>
      </p:sp>
      <p:sp>
        <p:nvSpPr>
          <p:cNvPr id="5" name="Oval 4">
            <a:extLst>
              <a:ext uri="{FF2B5EF4-FFF2-40B4-BE49-F238E27FC236}">
                <a16:creationId xmlns:a16="http://schemas.microsoft.com/office/drawing/2014/main" id="{898121B9-843F-1F4A-B707-54104A643416}"/>
              </a:ext>
            </a:extLst>
          </p:cNvPr>
          <p:cNvSpPr/>
          <p:nvPr/>
        </p:nvSpPr>
        <p:spPr>
          <a:xfrm>
            <a:off x="8277211" y="1935698"/>
            <a:ext cx="960120" cy="960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entury Gothic" panose="020F0302020204030204"/>
            </a:endParaRPr>
          </a:p>
        </p:txBody>
      </p:sp>
      <p:pic>
        <p:nvPicPr>
          <p:cNvPr id="6" name="Graphic 5" descr="Clipboard">
            <a:extLst>
              <a:ext uri="{FF2B5EF4-FFF2-40B4-BE49-F238E27FC236}">
                <a16:creationId xmlns:a16="http://schemas.microsoft.com/office/drawing/2014/main" id="{76F6A7E0-A13A-CE4B-9C39-277F692BED9F}"/>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414371" y="2072858"/>
            <a:ext cx="685800" cy="685800"/>
          </a:xfrm>
          <a:prstGeom prst="rect">
            <a:avLst/>
          </a:prstGeom>
        </p:spPr>
      </p:pic>
      <p:pic>
        <p:nvPicPr>
          <p:cNvPr id="7" name="Graphic 6" descr="Tongue">
            <a:extLst>
              <a:ext uri="{FF2B5EF4-FFF2-40B4-BE49-F238E27FC236}">
                <a16:creationId xmlns:a16="http://schemas.microsoft.com/office/drawing/2014/main" id="{8C75021E-0686-7744-9BC5-F4EE8644BE63}"/>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768816" y="2036826"/>
            <a:ext cx="685800" cy="685800"/>
          </a:xfrm>
          <a:prstGeom prst="rect">
            <a:avLst/>
          </a:prstGeom>
        </p:spPr>
      </p:pic>
      <p:sp>
        <p:nvSpPr>
          <p:cNvPr id="8" name="TextBox 7">
            <a:extLst>
              <a:ext uri="{FF2B5EF4-FFF2-40B4-BE49-F238E27FC236}">
                <a16:creationId xmlns:a16="http://schemas.microsoft.com/office/drawing/2014/main" id="{E3DC0F8D-672D-0E4A-88C0-6DF49989FEF8}"/>
              </a:ext>
            </a:extLst>
          </p:cNvPr>
          <p:cNvSpPr txBox="1"/>
          <p:nvPr/>
        </p:nvSpPr>
        <p:spPr>
          <a:xfrm>
            <a:off x="7220758" y="3032978"/>
            <a:ext cx="3073027" cy="461665"/>
          </a:xfrm>
          <a:prstGeom prst="rect">
            <a:avLst/>
          </a:prstGeom>
          <a:noFill/>
        </p:spPr>
        <p:txBody>
          <a:bodyPr wrap="square" rtlCol="0">
            <a:spAutoFit/>
          </a:bodyPr>
          <a:lstStyle/>
          <a:p>
            <a:pPr algn="ctr" defTabSz="685800"/>
            <a:r>
              <a:rPr lang="en-US" sz="2400" b="1">
                <a:solidFill>
                  <a:prstClr val="black"/>
                </a:solidFill>
                <a:latin typeface="Century Gothic" panose="020F0302020204030204"/>
              </a:rPr>
              <a:t>Planned Drinking</a:t>
            </a:r>
          </a:p>
        </p:txBody>
      </p:sp>
      <p:sp>
        <p:nvSpPr>
          <p:cNvPr id="9" name="TextBox 8">
            <a:extLst>
              <a:ext uri="{FF2B5EF4-FFF2-40B4-BE49-F238E27FC236}">
                <a16:creationId xmlns:a16="http://schemas.microsoft.com/office/drawing/2014/main" id="{7C34BCA0-F0A2-4B48-BEBF-487E0C1EA4D0}"/>
              </a:ext>
            </a:extLst>
          </p:cNvPr>
          <p:cNvSpPr txBox="1"/>
          <p:nvPr/>
        </p:nvSpPr>
        <p:spPr>
          <a:xfrm>
            <a:off x="1575203" y="2996946"/>
            <a:ext cx="3073027" cy="461665"/>
          </a:xfrm>
          <a:prstGeom prst="rect">
            <a:avLst/>
          </a:prstGeom>
          <a:noFill/>
        </p:spPr>
        <p:txBody>
          <a:bodyPr wrap="square" rtlCol="0">
            <a:spAutoFit/>
          </a:bodyPr>
          <a:lstStyle/>
          <a:p>
            <a:pPr algn="ctr" defTabSz="685800"/>
            <a:r>
              <a:rPr lang="en-US" sz="2400" b="1">
                <a:solidFill>
                  <a:prstClr val="black"/>
                </a:solidFill>
                <a:latin typeface="Century Gothic" panose="020F0302020204030204"/>
              </a:rPr>
              <a:t>Drink to Thirst</a:t>
            </a:r>
          </a:p>
        </p:txBody>
      </p:sp>
      <p:sp>
        <p:nvSpPr>
          <p:cNvPr id="10" name="TextBox 9">
            <a:extLst>
              <a:ext uri="{FF2B5EF4-FFF2-40B4-BE49-F238E27FC236}">
                <a16:creationId xmlns:a16="http://schemas.microsoft.com/office/drawing/2014/main" id="{61511454-7CAA-2F4A-B136-2B029854EB6C}"/>
              </a:ext>
            </a:extLst>
          </p:cNvPr>
          <p:cNvSpPr txBox="1"/>
          <p:nvPr/>
        </p:nvSpPr>
        <p:spPr>
          <a:xfrm>
            <a:off x="6219588" y="3535337"/>
            <a:ext cx="5075366" cy="1938992"/>
          </a:xfrm>
          <a:prstGeom prst="rect">
            <a:avLst/>
          </a:prstGeom>
          <a:noFill/>
        </p:spPr>
        <p:txBody>
          <a:bodyPr wrap="square" rtlCol="0">
            <a:spAutoFit/>
          </a:bodyPr>
          <a:lstStyle/>
          <a:p>
            <a:pPr algn="ctr" defTabSz="685800"/>
            <a:r>
              <a:rPr lang="en-US" sz="2000">
                <a:solidFill>
                  <a:prstClr val="black"/>
                </a:solidFill>
                <a:latin typeface="Century Gothic" panose="020F0302020204030204"/>
              </a:rPr>
              <a:t>Longer duration activities &gt; 90 min</a:t>
            </a:r>
          </a:p>
          <a:p>
            <a:pPr algn="ctr" defTabSz="685800"/>
            <a:r>
              <a:rPr lang="en-US" sz="2000">
                <a:solidFill>
                  <a:prstClr val="black"/>
                </a:solidFill>
                <a:latin typeface="Century Gothic" panose="020F0302020204030204"/>
              </a:rPr>
              <a:t>Particularly in the heat</a:t>
            </a:r>
          </a:p>
          <a:p>
            <a:pPr algn="ctr" defTabSz="685800"/>
            <a:r>
              <a:rPr lang="en-US" sz="2000">
                <a:solidFill>
                  <a:prstClr val="black"/>
                </a:solidFill>
                <a:latin typeface="Century Gothic" panose="020F0302020204030204"/>
              </a:rPr>
              <a:t>High intensity</a:t>
            </a:r>
          </a:p>
          <a:p>
            <a:pPr algn="ctr" defTabSz="685800"/>
            <a:r>
              <a:rPr lang="en-US" sz="2000">
                <a:solidFill>
                  <a:prstClr val="black"/>
                </a:solidFill>
                <a:latin typeface="Century Gothic" panose="020F0302020204030204"/>
              </a:rPr>
              <a:t>High sweat rates</a:t>
            </a:r>
          </a:p>
          <a:p>
            <a:pPr algn="ctr" defTabSz="685800"/>
            <a:r>
              <a:rPr lang="en-US" sz="2000">
                <a:solidFill>
                  <a:prstClr val="black"/>
                </a:solidFill>
                <a:latin typeface="Century Gothic" panose="020F0302020204030204"/>
              </a:rPr>
              <a:t>When performance is a concern</a:t>
            </a:r>
          </a:p>
          <a:p>
            <a:pPr algn="ctr" defTabSz="685800"/>
            <a:r>
              <a:rPr lang="en-US" sz="2000">
                <a:solidFill>
                  <a:prstClr val="black"/>
                </a:solidFill>
                <a:latin typeface="Century Gothic" panose="020F0302020204030204"/>
              </a:rPr>
              <a:t>When carbohydrate intake of 1 g/min</a:t>
            </a:r>
          </a:p>
        </p:txBody>
      </p:sp>
      <p:sp>
        <p:nvSpPr>
          <p:cNvPr id="11" name="TextBox 10">
            <a:extLst>
              <a:ext uri="{FF2B5EF4-FFF2-40B4-BE49-F238E27FC236}">
                <a16:creationId xmlns:a16="http://schemas.microsoft.com/office/drawing/2014/main" id="{BF92386C-85C1-D84D-B5CA-A451B8837747}"/>
              </a:ext>
            </a:extLst>
          </p:cNvPr>
          <p:cNvSpPr txBox="1"/>
          <p:nvPr/>
        </p:nvSpPr>
        <p:spPr>
          <a:xfrm>
            <a:off x="683336" y="3556987"/>
            <a:ext cx="4856760" cy="1015663"/>
          </a:xfrm>
          <a:prstGeom prst="rect">
            <a:avLst/>
          </a:prstGeom>
          <a:noFill/>
        </p:spPr>
        <p:txBody>
          <a:bodyPr wrap="square" rtlCol="0">
            <a:spAutoFit/>
          </a:bodyPr>
          <a:lstStyle/>
          <a:p>
            <a:pPr algn="ctr" defTabSz="685800"/>
            <a:r>
              <a:rPr lang="en-US" sz="2000">
                <a:solidFill>
                  <a:prstClr val="black"/>
                </a:solidFill>
                <a:latin typeface="Century Gothic" panose="020F0302020204030204"/>
              </a:rPr>
              <a:t>Short duration activities &lt; 60 to 90 min</a:t>
            </a:r>
          </a:p>
          <a:p>
            <a:pPr algn="ctr" defTabSz="685800"/>
            <a:r>
              <a:rPr lang="en-US" sz="2000">
                <a:solidFill>
                  <a:prstClr val="black"/>
                </a:solidFill>
                <a:latin typeface="Century Gothic" panose="020F0302020204030204"/>
              </a:rPr>
              <a:t>Cooler conditions</a:t>
            </a:r>
          </a:p>
          <a:p>
            <a:pPr algn="ctr" defTabSz="685800"/>
            <a:r>
              <a:rPr lang="en-US" sz="2000">
                <a:solidFill>
                  <a:prstClr val="black"/>
                </a:solidFill>
                <a:latin typeface="Century Gothic" panose="020F0302020204030204"/>
              </a:rPr>
              <a:t>Lower  intensity</a:t>
            </a:r>
          </a:p>
        </p:txBody>
      </p:sp>
      <p:sp>
        <p:nvSpPr>
          <p:cNvPr id="12" name="Footer Placeholder 3">
            <a:extLst>
              <a:ext uri="{FF2B5EF4-FFF2-40B4-BE49-F238E27FC236}">
                <a16:creationId xmlns:a16="http://schemas.microsoft.com/office/drawing/2014/main" id="{ADFCDEF5-B2BB-F84C-BEC2-44EE54A56919}"/>
              </a:ext>
            </a:extLst>
          </p:cNvPr>
          <p:cNvSpPr txBox="1">
            <a:spLocks/>
          </p:cNvSpPr>
          <p:nvPr/>
        </p:nvSpPr>
        <p:spPr>
          <a:xfrm>
            <a:off x="5968567" y="6584156"/>
            <a:ext cx="6223433" cy="27384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685800"/>
            <a:r>
              <a:rPr lang="en-US" sz="1050" dirty="0" err="1">
                <a:solidFill>
                  <a:schemeClr val="bg1"/>
                </a:solidFill>
                <a:latin typeface="Century Gothic" panose="020F0302020204030204"/>
              </a:rPr>
              <a:t>Kenefick</a:t>
            </a:r>
            <a:r>
              <a:rPr lang="en-US" sz="1050" dirty="0">
                <a:solidFill>
                  <a:schemeClr val="bg1"/>
                </a:solidFill>
                <a:latin typeface="Century Gothic" panose="020F0302020204030204"/>
              </a:rPr>
              <a:t> RW. </a:t>
            </a:r>
            <a:r>
              <a:rPr lang="en-US" sz="1050" i="1" dirty="0">
                <a:solidFill>
                  <a:schemeClr val="bg1"/>
                </a:solidFill>
                <a:latin typeface="Century Gothic" panose="020F0302020204030204"/>
              </a:rPr>
              <a:t>Sports Science Exchange</a:t>
            </a:r>
            <a:r>
              <a:rPr lang="en-US" sz="1050" dirty="0">
                <a:solidFill>
                  <a:schemeClr val="bg1"/>
                </a:solidFill>
                <a:latin typeface="Century Gothic" panose="020F0302020204030204"/>
              </a:rPr>
              <a:t>. 2018;29(182)</a:t>
            </a:r>
          </a:p>
          <a:p>
            <a:pPr algn="r" defTabSz="685800"/>
            <a:r>
              <a:rPr lang="en-US" sz="1050" dirty="0">
                <a:solidFill>
                  <a:schemeClr val="bg1"/>
                </a:solidFill>
                <a:latin typeface="Century Gothic" panose="020F0302020204030204"/>
              </a:rPr>
              <a:t>
</a:t>
            </a:r>
          </a:p>
        </p:txBody>
      </p:sp>
      <p:sp>
        <p:nvSpPr>
          <p:cNvPr id="13" name="TextBox 12">
            <a:extLst>
              <a:ext uri="{FF2B5EF4-FFF2-40B4-BE49-F238E27FC236}">
                <a16:creationId xmlns:a16="http://schemas.microsoft.com/office/drawing/2014/main" id="{FA9567E3-53E6-E24B-8844-934A35FB2358}"/>
              </a:ext>
            </a:extLst>
          </p:cNvPr>
          <p:cNvSpPr txBox="1"/>
          <p:nvPr/>
        </p:nvSpPr>
        <p:spPr>
          <a:xfrm>
            <a:off x="8306369" y="323280"/>
            <a:ext cx="1861924" cy="461665"/>
          </a:xfrm>
          <a:prstGeom prst="rect">
            <a:avLst/>
          </a:prstGeom>
          <a:noFill/>
          <a:ln>
            <a:noFill/>
          </a:ln>
        </p:spPr>
        <p:txBody>
          <a:bodyPr wrap="square" rtlCol="0">
            <a:spAutoFit/>
          </a:bodyPr>
          <a:lstStyle/>
          <a:p>
            <a:pPr algn="ctr"/>
            <a:r>
              <a:rPr lang="en-US" sz="2400" b="1"/>
              <a:t>SSE #182</a:t>
            </a:r>
          </a:p>
        </p:txBody>
      </p:sp>
      <p:grpSp>
        <p:nvGrpSpPr>
          <p:cNvPr id="14" name="Group 13">
            <a:extLst>
              <a:ext uri="{FF2B5EF4-FFF2-40B4-BE49-F238E27FC236}">
                <a16:creationId xmlns:a16="http://schemas.microsoft.com/office/drawing/2014/main" id="{DDB8E019-20D2-D742-989F-50506762DA42}"/>
              </a:ext>
            </a:extLst>
          </p:cNvPr>
          <p:cNvGrpSpPr/>
          <p:nvPr/>
        </p:nvGrpSpPr>
        <p:grpSpPr>
          <a:xfrm>
            <a:off x="8488049" y="0"/>
            <a:ext cx="3310451" cy="1098311"/>
            <a:chOff x="1431695" y="5268090"/>
            <a:chExt cx="3310451" cy="1098311"/>
          </a:xfrm>
        </p:grpSpPr>
        <p:sp>
          <p:nvSpPr>
            <p:cNvPr id="15" name="Rectangle 14">
              <a:extLst>
                <a:ext uri="{FF2B5EF4-FFF2-40B4-BE49-F238E27FC236}">
                  <a16:creationId xmlns:a16="http://schemas.microsoft.com/office/drawing/2014/main" id="{61708190-7F68-F848-83FE-7B839F5AB4CE}"/>
                </a:ext>
              </a:extLst>
            </p:cNvPr>
            <p:cNvSpPr/>
            <p:nvPr/>
          </p:nvSpPr>
          <p:spPr>
            <a:xfrm>
              <a:off x="1431695" y="547368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B0B20292-53EC-CA4A-928A-21A464F768A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828799" y="5268090"/>
              <a:ext cx="1913347" cy="1098311"/>
            </a:xfrm>
            <a:prstGeom prst="rect">
              <a:avLst/>
            </a:prstGeom>
          </p:spPr>
        </p:pic>
      </p:grpSp>
      <p:cxnSp>
        <p:nvCxnSpPr>
          <p:cNvPr id="17" name="Straight Connector 16">
            <a:extLst>
              <a:ext uri="{FF2B5EF4-FFF2-40B4-BE49-F238E27FC236}">
                <a16:creationId xmlns:a16="http://schemas.microsoft.com/office/drawing/2014/main" id="{86470F1C-89A2-914C-82C2-04A8AFF6F35A}"/>
              </a:ext>
            </a:extLst>
          </p:cNvPr>
          <p:cNvCxnSpPr>
            <a:cxnSpLocks/>
          </p:cNvCxnSpPr>
          <p:nvPr/>
        </p:nvCxnSpPr>
        <p:spPr>
          <a:xfrm>
            <a:off x="850962" y="1219200"/>
            <a:ext cx="3647466"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450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1068CD-C28E-FF4E-AA66-58180C8D2263}"/>
              </a:ext>
            </a:extLst>
          </p:cNvPr>
          <p:cNvSpPr>
            <a:spLocks noGrp="1"/>
          </p:cNvSpPr>
          <p:nvPr>
            <p:ph type="title"/>
          </p:nvPr>
        </p:nvSpPr>
        <p:spPr>
          <a:xfrm>
            <a:off x="196709" y="861632"/>
            <a:ext cx="5475837" cy="849858"/>
          </a:xfrm>
        </p:spPr>
        <p:txBody>
          <a:bodyPr/>
          <a:lstStyle/>
          <a:p>
            <a:r>
              <a:rPr lang="en-US"/>
              <a:t>Electrolyte Balance</a:t>
            </a:r>
          </a:p>
        </p:txBody>
      </p:sp>
      <p:sp>
        <p:nvSpPr>
          <p:cNvPr id="4" name="Text Placeholder 3">
            <a:extLst>
              <a:ext uri="{FF2B5EF4-FFF2-40B4-BE49-F238E27FC236}">
                <a16:creationId xmlns:a16="http://schemas.microsoft.com/office/drawing/2014/main" id="{65234E77-0316-524C-8B84-91911BA4327F}"/>
              </a:ext>
            </a:extLst>
          </p:cNvPr>
          <p:cNvSpPr>
            <a:spLocks noGrp="1"/>
          </p:cNvSpPr>
          <p:nvPr>
            <p:ph type="body" sz="quarter" idx="10"/>
          </p:nvPr>
        </p:nvSpPr>
        <p:spPr/>
        <p:txBody>
          <a:bodyPr/>
          <a:lstStyle/>
          <a:p>
            <a:r>
              <a:rPr lang="en-US" sz="2400"/>
              <a:t>Sweat composition</a:t>
            </a:r>
          </a:p>
          <a:p>
            <a:r>
              <a:rPr lang="en-US" sz="2400"/>
              <a:t>Sweat sodium concentration</a:t>
            </a:r>
          </a:p>
          <a:p>
            <a:r>
              <a:rPr lang="en-US" sz="2400"/>
              <a:t>Sweat sodium loss</a:t>
            </a:r>
          </a:p>
          <a:p>
            <a:r>
              <a:rPr lang="en-US" sz="2400"/>
              <a:t>Data collection</a:t>
            </a:r>
          </a:p>
          <a:p>
            <a:r>
              <a:rPr lang="en-US" sz="2400"/>
              <a:t>Example calculations</a:t>
            </a:r>
          </a:p>
          <a:p>
            <a:endParaRPr lang="en-US" sz="2400"/>
          </a:p>
        </p:txBody>
      </p:sp>
      <p:sp>
        <p:nvSpPr>
          <p:cNvPr id="5" name="Picture Placeholder 4">
            <a:extLst>
              <a:ext uri="{FF2B5EF4-FFF2-40B4-BE49-F238E27FC236}">
                <a16:creationId xmlns:a16="http://schemas.microsoft.com/office/drawing/2014/main" id="{B02B752A-E43D-4793-B169-91960D738E2F}"/>
              </a:ext>
            </a:extLst>
          </p:cNvPr>
          <p:cNvSpPr>
            <a:spLocks noGrp="1"/>
          </p:cNvSpPr>
          <p:nvPr>
            <p:ph type="pic" sz="quarter" idx="11"/>
          </p:nvPr>
        </p:nvSpPr>
        <p:spPr/>
      </p:sp>
      <p:pic>
        <p:nvPicPr>
          <p:cNvPr id="8" name="Picture 7" descr="Bradenton Track Sweat Test-2438.jpg">
            <a:extLst>
              <a:ext uri="{FF2B5EF4-FFF2-40B4-BE49-F238E27FC236}">
                <a16:creationId xmlns:a16="http://schemas.microsoft.com/office/drawing/2014/main" id="{62BCEC75-9EB5-4AF0-8648-14D99ECD7E5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087548" y="-1"/>
            <a:ext cx="6112903" cy="6487129"/>
          </a:xfrm>
          <a:prstGeom prst="rect">
            <a:avLst/>
          </a:prstGeom>
        </p:spPr>
      </p:pic>
      <p:cxnSp>
        <p:nvCxnSpPr>
          <p:cNvPr id="6" name="Straight Connector 5">
            <a:extLst>
              <a:ext uri="{FF2B5EF4-FFF2-40B4-BE49-F238E27FC236}">
                <a16:creationId xmlns:a16="http://schemas.microsoft.com/office/drawing/2014/main" id="{E69775A9-982F-194E-972B-26E73C280FD0}"/>
              </a:ext>
            </a:extLst>
          </p:cNvPr>
          <p:cNvCxnSpPr>
            <a:cxnSpLocks/>
          </p:cNvCxnSpPr>
          <p:nvPr/>
        </p:nvCxnSpPr>
        <p:spPr>
          <a:xfrm>
            <a:off x="205541" y="1439918"/>
            <a:ext cx="4313907"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252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Sweat Composition</a:t>
            </a:r>
          </a:p>
        </p:txBody>
      </p:sp>
      <p:grpSp>
        <p:nvGrpSpPr>
          <p:cNvPr id="4" name="Group 3">
            <a:extLst>
              <a:ext uri="{FF2B5EF4-FFF2-40B4-BE49-F238E27FC236}">
                <a16:creationId xmlns:a16="http://schemas.microsoft.com/office/drawing/2014/main" id="{F1B59220-A598-41D1-963A-3CAA92148D67}"/>
              </a:ext>
            </a:extLst>
          </p:cNvPr>
          <p:cNvGrpSpPr/>
          <p:nvPr/>
        </p:nvGrpSpPr>
        <p:grpSpPr>
          <a:xfrm>
            <a:off x="861848" y="1758462"/>
            <a:ext cx="2757725" cy="4149969"/>
            <a:chOff x="5875338" y="1444626"/>
            <a:chExt cx="555625" cy="857250"/>
          </a:xfrm>
          <a:solidFill>
            <a:srgbClr val="3BBBF2"/>
          </a:solidFill>
        </p:grpSpPr>
        <p:sp>
          <p:nvSpPr>
            <p:cNvPr id="5" name="Freeform 19">
              <a:extLst>
                <a:ext uri="{FF2B5EF4-FFF2-40B4-BE49-F238E27FC236}">
                  <a16:creationId xmlns:a16="http://schemas.microsoft.com/office/drawing/2014/main" id="{00EB2AE6-6DF1-4714-9ED8-069D71BFE98B}"/>
                </a:ext>
              </a:extLst>
            </p:cNvPr>
            <p:cNvSpPr>
              <a:spLocks noEditPoints="1"/>
            </p:cNvSpPr>
            <p:nvPr/>
          </p:nvSpPr>
          <p:spPr bwMode="auto">
            <a:xfrm>
              <a:off x="5875338" y="1444626"/>
              <a:ext cx="555625" cy="857250"/>
            </a:xfrm>
            <a:custGeom>
              <a:avLst/>
              <a:gdLst>
                <a:gd name="T0" fmla="*/ 35 w 350"/>
                <a:gd name="T1" fmla="*/ 470 h 540"/>
                <a:gd name="T2" fmla="*/ 56 w 350"/>
                <a:gd name="T3" fmla="*/ 495 h 540"/>
                <a:gd name="T4" fmla="*/ 81 w 350"/>
                <a:gd name="T5" fmla="*/ 514 h 540"/>
                <a:gd name="T6" fmla="*/ 109 w 350"/>
                <a:gd name="T7" fmla="*/ 528 h 540"/>
                <a:gd name="T8" fmla="*/ 141 w 350"/>
                <a:gd name="T9" fmla="*/ 537 h 540"/>
                <a:gd name="T10" fmla="*/ 175 w 350"/>
                <a:gd name="T11" fmla="*/ 540 h 540"/>
                <a:gd name="T12" fmla="*/ 198 w 350"/>
                <a:gd name="T13" fmla="*/ 538 h 540"/>
                <a:gd name="T14" fmla="*/ 231 w 350"/>
                <a:gd name="T15" fmla="*/ 532 h 540"/>
                <a:gd name="T16" fmla="*/ 261 w 350"/>
                <a:gd name="T17" fmla="*/ 519 h 540"/>
                <a:gd name="T18" fmla="*/ 286 w 350"/>
                <a:gd name="T19" fmla="*/ 502 h 540"/>
                <a:gd name="T20" fmla="*/ 309 w 350"/>
                <a:gd name="T21" fmla="*/ 478 h 540"/>
                <a:gd name="T22" fmla="*/ 321 w 350"/>
                <a:gd name="T23" fmla="*/ 461 h 540"/>
                <a:gd name="T24" fmla="*/ 339 w 350"/>
                <a:gd name="T25" fmla="*/ 424 h 540"/>
                <a:gd name="T26" fmla="*/ 348 w 350"/>
                <a:gd name="T27" fmla="*/ 384 h 540"/>
                <a:gd name="T28" fmla="*/ 350 w 350"/>
                <a:gd name="T29" fmla="*/ 342 h 540"/>
                <a:gd name="T30" fmla="*/ 345 w 350"/>
                <a:gd name="T31" fmla="*/ 301 h 540"/>
                <a:gd name="T32" fmla="*/ 332 w 350"/>
                <a:gd name="T33" fmla="*/ 261 h 540"/>
                <a:gd name="T34" fmla="*/ 302 w 350"/>
                <a:gd name="T35" fmla="*/ 204 h 540"/>
                <a:gd name="T36" fmla="*/ 202 w 350"/>
                <a:gd name="T37" fmla="*/ 29 h 540"/>
                <a:gd name="T38" fmla="*/ 186 w 350"/>
                <a:gd name="T39" fmla="*/ 5 h 540"/>
                <a:gd name="T40" fmla="*/ 175 w 350"/>
                <a:gd name="T41" fmla="*/ 0 h 540"/>
                <a:gd name="T42" fmla="*/ 167 w 350"/>
                <a:gd name="T43" fmla="*/ 2 h 540"/>
                <a:gd name="T44" fmla="*/ 162 w 350"/>
                <a:gd name="T45" fmla="*/ 8 h 540"/>
                <a:gd name="T46" fmla="*/ 71 w 350"/>
                <a:gd name="T47" fmla="*/ 162 h 540"/>
                <a:gd name="T48" fmla="*/ 24 w 350"/>
                <a:gd name="T49" fmla="*/ 248 h 540"/>
                <a:gd name="T50" fmla="*/ 9 w 350"/>
                <a:gd name="T51" fmla="*/ 287 h 540"/>
                <a:gd name="T52" fmla="*/ 1 w 350"/>
                <a:gd name="T53" fmla="*/ 329 h 540"/>
                <a:gd name="T54" fmla="*/ 1 w 350"/>
                <a:gd name="T55" fmla="*/ 371 h 540"/>
                <a:gd name="T56" fmla="*/ 8 w 350"/>
                <a:gd name="T57" fmla="*/ 411 h 540"/>
                <a:gd name="T58" fmla="*/ 22 w 350"/>
                <a:gd name="T59" fmla="*/ 449 h 540"/>
                <a:gd name="T60" fmla="*/ 54 w 350"/>
                <a:gd name="T61" fmla="*/ 264 h 540"/>
                <a:gd name="T62" fmla="*/ 122 w 350"/>
                <a:gd name="T63" fmla="*/ 139 h 540"/>
                <a:gd name="T64" fmla="*/ 175 w 350"/>
                <a:gd name="T65" fmla="*/ 48 h 540"/>
                <a:gd name="T66" fmla="*/ 262 w 350"/>
                <a:gd name="T67" fmla="*/ 200 h 540"/>
                <a:gd name="T68" fmla="*/ 302 w 350"/>
                <a:gd name="T69" fmla="*/ 274 h 540"/>
                <a:gd name="T70" fmla="*/ 312 w 350"/>
                <a:gd name="T71" fmla="*/ 309 h 540"/>
                <a:gd name="T72" fmla="*/ 317 w 350"/>
                <a:gd name="T73" fmla="*/ 343 h 540"/>
                <a:gd name="T74" fmla="*/ 315 w 350"/>
                <a:gd name="T75" fmla="*/ 379 h 540"/>
                <a:gd name="T76" fmla="*/ 308 w 350"/>
                <a:gd name="T77" fmla="*/ 413 h 540"/>
                <a:gd name="T78" fmla="*/ 294 w 350"/>
                <a:gd name="T79" fmla="*/ 444 h 540"/>
                <a:gd name="T80" fmla="*/ 277 w 350"/>
                <a:gd name="T81" fmla="*/ 466 h 540"/>
                <a:gd name="T82" fmla="*/ 245 w 350"/>
                <a:gd name="T83" fmla="*/ 491 h 540"/>
                <a:gd name="T84" fmla="*/ 219 w 350"/>
                <a:gd name="T85" fmla="*/ 501 h 540"/>
                <a:gd name="T86" fmla="*/ 187 w 350"/>
                <a:gd name="T87" fmla="*/ 506 h 540"/>
                <a:gd name="T88" fmla="*/ 163 w 350"/>
                <a:gd name="T89" fmla="*/ 506 h 540"/>
                <a:gd name="T90" fmla="*/ 131 w 350"/>
                <a:gd name="T91" fmla="*/ 501 h 540"/>
                <a:gd name="T92" fmla="*/ 105 w 350"/>
                <a:gd name="T93" fmla="*/ 491 h 540"/>
                <a:gd name="T94" fmla="*/ 73 w 350"/>
                <a:gd name="T95" fmla="*/ 466 h 540"/>
                <a:gd name="T96" fmla="*/ 57 w 350"/>
                <a:gd name="T97" fmla="*/ 444 h 540"/>
                <a:gd name="T98" fmla="*/ 43 w 350"/>
                <a:gd name="T99" fmla="*/ 413 h 540"/>
                <a:gd name="T100" fmla="*/ 35 w 350"/>
                <a:gd name="T101" fmla="*/ 379 h 540"/>
                <a:gd name="T102" fmla="*/ 34 w 350"/>
                <a:gd name="T103" fmla="*/ 343 h 540"/>
                <a:gd name="T104" fmla="*/ 38 w 350"/>
                <a:gd name="T105" fmla="*/ 309 h 540"/>
                <a:gd name="T106" fmla="*/ 49 w 350"/>
                <a:gd name="T107" fmla="*/ 274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0" h="540">
                  <a:moveTo>
                    <a:pt x="28" y="461"/>
                  </a:moveTo>
                  <a:lnTo>
                    <a:pt x="28" y="461"/>
                  </a:lnTo>
                  <a:lnTo>
                    <a:pt x="35" y="470"/>
                  </a:lnTo>
                  <a:lnTo>
                    <a:pt x="42" y="478"/>
                  </a:lnTo>
                  <a:lnTo>
                    <a:pt x="48" y="487"/>
                  </a:lnTo>
                  <a:lnTo>
                    <a:pt x="56" y="495"/>
                  </a:lnTo>
                  <a:lnTo>
                    <a:pt x="63" y="502"/>
                  </a:lnTo>
                  <a:lnTo>
                    <a:pt x="71" y="508"/>
                  </a:lnTo>
                  <a:lnTo>
                    <a:pt x="81" y="514"/>
                  </a:lnTo>
                  <a:lnTo>
                    <a:pt x="90" y="519"/>
                  </a:lnTo>
                  <a:lnTo>
                    <a:pt x="99" y="523"/>
                  </a:lnTo>
                  <a:lnTo>
                    <a:pt x="109" y="528"/>
                  </a:lnTo>
                  <a:lnTo>
                    <a:pt x="120" y="532"/>
                  </a:lnTo>
                  <a:lnTo>
                    <a:pt x="130" y="535"/>
                  </a:lnTo>
                  <a:lnTo>
                    <a:pt x="141" y="537"/>
                  </a:lnTo>
                  <a:lnTo>
                    <a:pt x="152" y="538"/>
                  </a:lnTo>
                  <a:lnTo>
                    <a:pt x="164" y="539"/>
                  </a:lnTo>
                  <a:lnTo>
                    <a:pt x="175" y="540"/>
                  </a:lnTo>
                  <a:lnTo>
                    <a:pt x="175" y="540"/>
                  </a:lnTo>
                  <a:lnTo>
                    <a:pt x="187" y="539"/>
                  </a:lnTo>
                  <a:lnTo>
                    <a:pt x="198" y="538"/>
                  </a:lnTo>
                  <a:lnTo>
                    <a:pt x="210" y="537"/>
                  </a:lnTo>
                  <a:lnTo>
                    <a:pt x="221" y="535"/>
                  </a:lnTo>
                  <a:lnTo>
                    <a:pt x="231" y="532"/>
                  </a:lnTo>
                  <a:lnTo>
                    <a:pt x="241" y="528"/>
                  </a:lnTo>
                  <a:lnTo>
                    <a:pt x="251" y="523"/>
                  </a:lnTo>
                  <a:lnTo>
                    <a:pt x="261" y="519"/>
                  </a:lnTo>
                  <a:lnTo>
                    <a:pt x="270" y="514"/>
                  </a:lnTo>
                  <a:lnTo>
                    <a:pt x="278" y="508"/>
                  </a:lnTo>
                  <a:lnTo>
                    <a:pt x="286" y="502"/>
                  </a:lnTo>
                  <a:lnTo>
                    <a:pt x="295" y="495"/>
                  </a:lnTo>
                  <a:lnTo>
                    <a:pt x="302" y="487"/>
                  </a:lnTo>
                  <a:lnTo>
                    <a:pt x="309" y="478"/>
                  </a:lnTo>
                  <a:lnTo>
                    <a:pt x="315" y="470"/>
                  </a:lnTo>
                  <a:lnTo>
                    <a:pt x="321" y="461"/>
                  </a:lnTo>
                  <a:lnTo>
                    <a:pt x="321" y="461"/>
                  </a:lnTo>
                  <a:lnTo>
                    <a:pt x="327" y="449"/>
                  </a:lnTo>
                  <a:lnTo>
                    <a:pt x="334" y="436"/>
                  </a:lnTo>
                  <a:lnTo>
                    <a:pt x="339" y="424"/>
                  </a:lnTo>
                  <a:lnTo>
                    <a:pt x="343" y="411"/>
                  </a:lnTo>
                  <a:lnTo>
                    <a:pt x="346" y="398"/>
                  </a:lnTo>
                  <a:lnTo>
                    <a:pt x="348" y="384"/>
                  </a:lnTo>
                  <a:lnTo>
                    <a:pt x="350" y="371"/>
                  </a:lnTo>
                  <a:lnTo>
                    <a:pt x="350" y="357"/>
                  </a:lnTo>
                  <a:lnTo>
                    <a:pt x="350" y="342"/>
                  </a:lnTo>
                  <a:lnTo>
                    <a:pt x="349" y="329"/>
                  </a:lnTo>
                  <a:lnTo>
                    <a:pt x="347" y="315"/>
                  </a:lnTo>
                  <a:lnTo>
                    <a:pt x="345" y="301"/>
                  </a:lnTo>
                  <a:lnTo>
                    <a:pt x="341" y="287"/>
                  </a:lnTo>
                  <a:lnTo>
                    <a:pt x="337" y="274"/>
                  </a:lnTo>
                  <a:lnTo>
                    <a:pt x="332" y="261"/>
                  </a:lnTo>
                  <a:lnTo>
                    <a:pt x="325" y="248"/>
                  </a:lnTo>
                  <a:lnTo>
                    <a:pt x="325" y="248"/>
                  </a:lnTo>
                  <a:lnTo>
                    <a:pt x="302" y="204"/>
                  </a:lnTo>
                  <a:lnTo>
                    <a:pt x="278" y="162"/>
                  </a:lnTo>
                  <a:lnTo>
                    <a:pt x="234" y="84"/>
                  </a:lnTo>
                  <a:lnTo>
                    <a:pt x="202" y="29"/>
                  </a:lnTo>
                  <a:lnTo>
                    <a:pt x="189" y="8"/>
                  </a:lnTo>
                  <a:lnTo>
                    <a:pt x="189" y="8"/>
                  </a:lnTo>
                  <a:lnTo>
                    <a:pt x="186" y="5"/>
                  </a:lnTo>
                  <a:lnTo>
                    <a:pt x="183" y="2"/>
                  </a:lnTo>
                  <a:lnTo>
                    <a:pt x="179" y="1"/>
                  </a:lnTo>
                  <a:lnTo>
                    <a:pt x="175" y="0"/>
                  </a:lnTo>
                  <a:lnTo>
                    <a:pt x="175" y="0"/>
                  </a:lnTo>
                  <a:lnTo>
                    <a:pt x="171" y="1"/>
                  </a:lnTo>
                  <a:lnTo>
                    <a:pt x="167" y="2"/>
                  </a:lnTo>
                  <a:lnTo>
                    <a:pt x="164" y="5"/>
                  </a:lnTo>
                  <a:lnTo>
                    <a:pt x="162" y="8"/>
                  </a:lnTo>
                  <a:lnTo>
                    <a:pt x="162" y="8"/>
                  </a:lnTo>
                  <a:lnTo>
                    <a:pt x="148" y="29"/>
                  </a:lnTo>
                  <a:lnTo>
                    <a:pt x="115" y="84"/>
                  </a:lnTo>
                  <a:lnTo>
                    <a:pt x="71" y="162"/>
                  </a:lnTo>
                  <a:lnTo>
                    <a:pt x="48" y="204"/>
                  </a:lnTo>
                  <a:lnTo>
                    <a:pt x="24" y="248"/>
                  </a:lnTo>
                  <a:lnTo>
                    <a:pt x="24" y="248"/>
                  </a:lnTo>
                  <a:lnTo>
                    <a:pt x="18" y="261"/>
                  </a:lnTo>
                  <a:lnTo>
                    <a:pt x="13" y="274"/>
                  </a:lnTo>
                  <a:lnTo>
                    <a:pt x="9" y="287"/>
                  </a:lnTo>
                  <a:lnTo>
                    <a:pt x="6" y="301"/>
                  </a:lnTo>
                  <a:lnTo>
                    <a:pt x="3" y="315"/>
                  </a:lnTo>
                  <a:lnTo>
                    <a:pt x="1" y="329"/>
                  </a:lnTo>
                  <a:lnTo>
                    <a:pt x="0" y="342"/>
                  </a:lnTo>
                  <a:lnTo>
                    <a:pt x="0" y="357"/>
                  </a:lnTo>
                  <a:lnTo>
                    <a:pt x="1" y="371"/>
                  </a:lnTo>
                  <a:lnTo>
                    <a:pt x="2" y="384"/>
                  </a:lnTo>
                  <a:lnTo>
                    <a:pt x="5" y="398"/>
                  </a:lnTo>
                  <a:lnTo>
                    <a:pt x="8" y="411"/>
                  </a:lnTo>
                  <a:lnTo>
                    <a:pt x="12" y="424"/>
                  </a:lnTo>
                  <a:lnTo>
                    <a:pt x="16" y="436"/>
                  </a:lnTo>
                  <a:lnTo>
                    <a:pt x="22" y="449"/>
                  </a:lnTo>
                  <a:lnTo>
                    <a:pt x="28" y="461"/>
                  </a:lnTo>
                  <a:lnTo>
                    <a:pt x="28" y="461"/>
                  </a:lnTo>
                  <a:close/>
                  <a:moveTo>
                    <a:pt x="54" y="264"/>
                  </a:moveTo>
                  <a:lnTo>
                    <a:pt x="54" y="264"/>
                  </a:lnTo>
                  <a:lnTo>
                    <a:pt x="88" y="200"/>
                  </a:lnTo>
                  <a:lnTo>
                    <a:pt x="122" y="139"/>
                  </a:lnTo>
                  <a:lnTo>
                    <a:pt x="152" y="86"/>
                  </a:lnTo>
                  <a:lnTo>
                    <a:pt x="175" y="48"/>
                  </a:lnTo>
                  <a:lnTo>
                    <a:pt x="175" y="48"/>
                  </a:lnTo>
                  <a:lnTo>
                    <a:pt x="198" y="86"/>
                  </a:lnTo>
                  <a:lnTo>
                    <a:pt x="228" y="139"/>
                  </a:lnTo>
                  <a:lnTo>
                    <a:pt x="262" y="200"/>
                  </a:lnTo>
                  <a:lnTo>
                    <a:pt x="297" y="264"/>
                  </a:lnTo>
                  <a:lnTo>
                    <a:pt x="297" y="264"/>
                  </a:lnTo>
                  <a:lnTo>
                    <a:pt x="302" y="274"/>
                  </a:lnTo>
                  <a:lnTo>
                    <a:pt x="306" y="285"/>
                  </a:lnTo>
                  <a:lnTo>
                    <a:pt x="310" y="296"/>
                  </a:lnTo>
                  <a:lnTo>
                    <a:pt x="312" y="309"/>
                  </a:lnTo>
                  <a:lnTo>
                    <a:pt x="315" y="320"/>
                  </a:lnTo>
                  <a:lnTo>
                    <a:pt x="316" y="332"/>
                  </a:lnTo>
                  <a:lnTo>
                    <a:pt x="317" y="343"/>
                  </a:lnTo>
                  <a:lnTo>
                    <a:pt x="317" y="356"/>
                  </a:lnTo>
                  <a:lnTo>
                    <a:pt x="317" y="367"/>
                  </a:lnTo>
                  <a:lnTo>
                    <a:pt x="315" y="379"/>
                  </a:lnTo>
                  <a:lnTo>
                    <a:pt x="313" y="390"/>
                  </a:lnTo>
                  <a:lnTo>
                    <a:pt x="311" y="402"/>
                  </a:lnTo>
                  <a:lnTo>
                    <a:pt x="308" y="413"/>
                  </a:lnTo>
                  <a:lnTo>
                    <a:pt x="304" y="424"/>
                  </a:lnTo>
                  <a:lnTo>
                    <a:pt x="299" y="434"/>
                  </a:lnTo>
                  <a:lnTo>
                    <a:pt x="294" y="444"/>
                  </a:lnTo>
                  <a:lnTo>
                    <a:pt x="294" y="444"/>
                  </a:lnTo>
                  <a:lnTo>
                    <a:pt x="286" y="455"/>
                  </a:lnTo>
                  <a:lnTo>
                    <a:pt x="277" y="466"/>
                  </a:lnTo>
                  <a:lnTo>
                    <a:pt x="266" y="476"/>
                  </a:lnTo>
                  <a:lnTo>
                    <a:pt x="253" y="486"/>
                  </a:lnTo>
                  <a:lnTo>
                    <a:pt x="245" y="491"/>
                  </a:lnTo>
                  <a:lnTo>
                    <a:pt x="237" y="495"/>
                  </a:lnTo>
                  <a:lnTo>
                    <a:pt x="228" y="498"/>
                  </a:lnTo>
                  <a:lnTo>
                    <a:pt x="219" y="501"/>
                  </a:lnTo>
                  <a:lnTo>
                    <a:pt x="209" y="503"/>
                  </a:lnTo>
                  <a:lnTo>
                    <a:pt x="198" y="505"/>
                  </a:lnTo>
                  <a:lnTo>
                    <a:pt x="187" y="506"/>
                  </a:lnTo>
                  <a:lnTo>
                    <a:pt x="175" y="507"/>
                  </a:lnTo>
                  <a:lnTo>
                    <a:pt x="175" y="507"/>
                  </a:lnTo>
                  <a:lnTo>
                    <a:pt x="163" y="506"/>
                  </a:lnTo>
                  <a:lnTo>
                    <a:pt x="151" y="505"/>
                  </a:lnTo>
                  <a:lnTo>
                    <a:pt x="141" y="503"/>
                  </a:lnTo>
                  <a:lnTo>
                    <a:pt x="131" y="501"/>
                  </a:lnTo>
                  <a:lnTo>
                    <a:pt x="122" y="498"/>
                  </a:lnTo>
                  <a:lnTo>
                    <a:pt x="113" y="495"/>
                  </a:lnTo>
                  <a:lnTo>
                    <a:pt x="105" y="491"/>
                  </a:lnTo>
                  <a:lnTo>
                    <a:pt x="98" y="486"/>
                  </a:lnTo>
                  <a:lnTo>
                    <a:pt x="85" y="476"/>
                  </a:lnTo>
                  <a:lnTo>
                    <a:pt x="73" y="466"/>
                  </a:lnTo>
                  <a:lnTo>
                    <a:pt x="64" y="455"/>
                  </a:lnTo>
                  <a:lnTo>
                    <a:pt x="57" y="444"/>
                  </a:lnTo>
                  <a:lnTo>
                    <a:pt x="57" y="444"/>
                  </a:lnTo>
                  <a:lnTo>
                    <a:pt x="51" y="434"/>
                  </a:lnTo>
                  <a:lnTo>
                    <a:pt x="47" y="424"/>
                  </a:lnTo>
                  <a:lnTo>
                    <a:pt x="43" y="413"/>
                  </a:lnTo>
                  <a:lnTo>
                    <a:pt x="40" y="402"/>
                  </a:lnTo>
                  <a:lnTo>
                    <a:pt x="37" y="390"/>
                  </a:lnTo>
                  <a:lnTo>
                    <a:pt x="35" y="379"/>
                  </a:lnTo>
                  <a:lnTo>
                    <a:pt x="34" y="367"/>
                  </a:lnTo>
                  <a:lnTo>
                    <a:pt x="33" y="356"/>
                  </a:lnTo>
                  <a:lnTo>
                    <a:pt x="34" y="343"/>
                  </a:lnTo>
                  <a:lnTo>
                    <a:pt x="34" y="332"/>
                  </a:lnTo>
                  <a:lnTo>
                    <a:pt x="36" y="320"/>
                  </a:lnTo>
                  <a:lnTo>
                    <a:pt x="38" y="309"/>
                  </a:lnTo>
                  <a:lnTo>
                    <a:pt x="41" y="296"/>
                  </a:lnTo>
                  <a:lnTo>
                    <a:pt x="45" y="285"/>
                  </a:lnTo>
                  <a:lnTo>
                    <a:pt x="49" y="274"/>
                  </a:lnTo>
                  <a:lnTo>
                    <a:pt x="54" y="264"/>
                  </a:lnTo>
                  <a:lnTo>
                    <a:pt x="5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sp>
          <p:nvSpPr>
            <p:cNvPr id="6" name="Freeform 20">
              <a:extLst>
                <a:ext uri="{FF2B5EF4-FFF2-40B4-BE49-F238E27FC236}">
                  <a16:creationId xmlns:a16="http://schemas.microsoft.com/office/drawing/2014/main" id="{8E84B57F-A225-4AA7-BF7F-D909BC44F887}"/>
                </a:ext>
              </a:extLst>
            </p:cNvPr>
            <p:cNvSpPr>
              <a:spLocks/>
            </p:cNvSpPr>
            <p:nvPr/>
          </p:nvSpPr>
          <p:spPr bwMode="auto">
            <a:xfrm>
              <a:off x="5988051" y="1955801"/>
              <a:ext cx="138113" cy="212725"/>
            </a:xfrm>
            <a:custGeom>
              <a:avLst/>
              <a:gdLst>
                <a:gd name="T0" fmla="*/ 67 w 87"/>
                <a:gd name="T1" fmla="*/ 133 h 134"/>
                <a:gd name="T2" fmla="*/ 67 w 87"/>
                <a:gd name="T3" fmla="*/ 133 h 134"/>
                <a:gd name="T4" fmla="*/ 71 w 87"/>
                <a:gd name="T5" fmla="*/ 134 h 134"/>
                <a:gd name="T6" fmla="*/ 71 w 87"/>
                <a:gd name="T7" fmla="*/ 134 h 134"/>
                <a:gd name="T8" fmla="*/ 76 w 87"/>
                <a:gd name="T9" fmla="*/ 133 h 134"/>
                <a:gd name="T10" fmla="*/ 81 w 87"/>
                <a:gd name="T11" fmla="*/ 131 h 134"/>
                <a:gd name="T12" fmla="*/ 84 w 87"/>
                <a:gd name="T13" fmla="*/ 127 h 134"/>
                <a:gd name="T14" fmla="*/ 87 w 87"/>
                <a:gd name="T15" fmla="*/ 122 h 134"/>
                <a:gd name="T16" fmla="*/ 87 w 87"/>
                <a:gd name="T17" fmla="*/ 122 h 134"/>
                <a:gd name="T18" fmla="*/ 87 w 87"/>
                <a:gd name="T19" fmla="*/ 119 h 134"/>
                <a:gd name="T20" fmla="*/ 87 w 87"/>
                <a:gd name="T21" fmla="*/ 115 h 134"/>
                <a:gd name="T22" fmla="*/ 85 w 87"/>
                <a:gd name="T23" fmla="*/ 109 h 134"/>
                <a:gd name="T24" fmla="*/ 81 w 87"/>
                <a:gd name="T25" fmla="*/ 104 h 134"/>
                <a:gd name="T26" fmla="*/ 78 w 87"/>
                <a:gd name="T27" fmla="*/ 103 h 134"/>
                <a:gd name="T28" fmla="*/ 75 w 87"/>
                <a:gd name="T29" fmla="*/ 101 h 134"/>
                <a:gd name="T30" fmla="*/ 75 w 87"/>
                <a:gd name="T31" fmla="*/ 101 h 134"/>
                <a:gd name="T32" fmla="*/ 66 w 87"/>
                <a:gd name="T33" fmla="*/ 98 h 134"/>
                <a:gd name="T34" fmla="*/ 58 w 87"/>
                <a:gd name="T35" fmla="*/ 94 h 134"/>
                <a:gd name="T36" fmla="*/ 51 w 87"/>
                <a:gd name="T37" fmla="*/ 90 h 134"/>
                <a:gd name="T38" fmla="*/ 45 w 87"/>
                <a:gd name="T39" fmla="*/ 84 h 134"/>
                <a:gd name="T40" fmla="*/ 41 w 87"/>
                <a:gd name="T41" fmla="*/ 78 h 134"/>
                <a:gd name="T42" fmla="*/ 38 w 87"/>
                <a:gd name="T43" fmla="*/ 71 h 134"/>
                <a:gd name="T44" fmla="*/ 35 w 87"/>
                <a:gd name="T45" fmla="*/ 65 h 134"/>
                <a:gd name="T46" fmla="*/ 34 w 87"/>
                <a:gd name="T47" fmla="*/ 58 h 134"/>
                <a:gd name="T48" fmla="*/ 33 w 87"/>
                <a:gd name="T49" fmla="*/ 45 h 134"/>
                <a:gd name="T50" fmla="*/ 33 w 87"/>
                <a:gd name="T51" fmla="*/ 34 h 134"/>
                <a:gd name="T52" fmla="*/ 34 w 87"/>
                <a:gd name="T53" fmla="*/ 25 h 134"/>
                <a:gd name="T54" fmla="*/ 35 w 87"/>
                <a:gd name="T55" fmla="*/ 20 h 134"/>
                <a:gd name="T56" fmla="*/ 35 w 87"/>
                <a:gd name="T57" fmla="*/ 20 h 134"/>
                <a:gd name="T58" fmla="*/ 36 w 87"/>
                <a:gd name="T59" fmla="*/ 17 h 134"/>
                <a:gd name="T60" fmla="*/ 36 w 87"/>
                <a:gd name="T61" fmla="*/ 14 h 134"/>
                <a:gd name="T62" fmla="*/ 34 w 87"/>
                <a:gd name="T63" fmla="*/ 8 h 134"/>
                <a:gd name="T64" fmla="*/ 30 w 87"/>
                <a:gd name="T65" fmla="*/ 3 h 134"/>
                <a:gd name="T66" fmla="*/ 27 w 87"/>
                <a:gd name="T67" fmla="*/ 2 h 134"/>
                <a:gd name="T68" fmla="*/ 24 w 87"/>
                <a:gd name="T69" fmla="*/ 1 h 134"/>
                <a:gd name="T70" fmla="*/ 24 w 87"/>
                <a:gd name="T71" fmla="*/ 1 h 134"/>
                <a:gd name="T72" fmla="*/ 21 w 87"/>
                <a:gd name="T73" fmla="*/ 0 h 134"/>
                <a:gd name="T74" fmla="*/ 18 w 87"/>
                <a:gd name="T75" fmla="*/ 0 h 134"/>
                <a:gd name="T76" fmla="*/ 12 w 87"/>
                <a:gd name="T77" fmla="*/ 2 h 134"/>
                <a:gd name="T78" fmla="*/ 7 w 87"/>
                <a:gd name="T79" fmla="*/ 6 h 134"/>
                <a:gd name="T80" fmla="*/ 6 w 87"/>
                <a:gd name="T81" fmla="*/ 9 h 134"/>
                <a:gd name="T82" fmla="*/ 3 w 87"/>
                <a:gd name="T83" fmla="*/ 12 h 134"/>
                <a:gd name="T84" fmla="*/ 3 w 87"/>
                <a:gd name="T85" fmla="*/ 12 h 134"/>
                <a:gd name="T86" fmla="*/ 2 w 87"/>
                <a:gd name="T87" fmla="*/ 21 h 134"/>
                <a:gd name="T88" fmla="*/ 1 w 87"/>
                <a:gd name="T89" fmla="*/ 30 h 134"/>
                <a:gd name="T90" fmla="*/ 0 w 87"/>
                <a:gd name="T91" fmla="*/ 41 h 134"/>
                <a:gd name="T92" fmla="*/ 0 w 87"/>
                <a:gd name="T93" fmla="*/ 53 h 134"/>
                <a:gd name="T94" fmla="*/ 2 w 87"/>
                <a:gd name="T95" fmla="*/ 67 h 134"/>
                <a:gd name="T96" fmla="*/ 7 w 87"/>
                <a:gd name="T97" fmla="*/ 82 h 134"/>
                <a:gd name="T98" fmla="*/ 10 w 87"/>
                <a:gd name="T99" fmla="*/ 88 h 134"/>
                <a:gd name="T100" fmla="*/ 14 w 87"/>
                <a:gd name="T101" fmla="*/ 95 h 134"/>
                <a:gd name="T102" fmla="*/ 14 w 87"/>
                <a:gd name="T103" fmla="*/ 95 h 134"/>
                <a:gd name="T104" fmla="*/ 18 w 87"/>
                <a:gd name="T105" fmla="*/ 102 h 134"/>
                <a:gd name="T106" fmla="*/ 23 w 87"/>
                <a:gd name="T107" fmla="*/ 108 h 134"/>
                <a:gd name="T108" fmla="*/ 29 w 87"/>
                <a:gd name="T109" fmla="*/ 114 h 134"/>
                <a:gd name="T110" fmla="*/ 35 w 87"/>
                <a:gd name="T111" fmla="*/ 120 h 134"/>
                <a:gd name="T112" fmla="*/ 42 w 87"/>
                <a:gd name="T113" fmla="*/ 124 h 134"/>
                <a:gd name="T114" fmla="*/ 50 w 87"/>
                <a:gd name="T115" fmla="*/ 128 h 134"/>
                <a:gd name="T116" fmla="*/ 58 w 87"/>
                <a:gd name="T117" fmla="*/ 131 h 134"/>
                <a:gd name="T118" fmla="*/ 67 w 87"/>
                <a:gd name="T119" fmla="*/ 133 h 134"/>
                <a:gd name="T120" fmla="*/ 67 w 87"/>
                <a:gd name="T121" fmla="*/ 1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7" h="134">
                  <a:moveTo>
                    <a:pt x="67" y="133"/>
                  </a:moveTo>
                  <a:lnTo>
                    <a:pt x="67" y="133"/>
                  </a:lnTo>
                  <a:lnTo>
                    <a:pt x="71" y="134"/>
                  </a:lnTo>
                  <a:lnTo>
                    <a:pt x="71" y="134"/>
                  </a:lnTo>
                  <a:lnTo>
                    <a:pt x="76" y="133"/>
                  </a:lnTo>
                  <a:lnTo>
                    <a:pt x="81" y="131"/>
                  </a:lnTo>
                  <a:lnTo>
                    <a:pt x="84" y="127"/>
                  </a:lnTo>
                  <a:lnTo>
                    <a:pt x="87" y="122"/>
                  </a:lnTo>
                  <a:lnTo>
                    <a:pt x="87" y="122"/>
                  </a:lnTo>
                  <a:lnTo>
                    <a:pt x="87" y="119"/>
                  </a:lnTo>
                  <a:lnTo>
                    <a:pt x="87" y="115"/>
                  </a:lnTo>
                  <a:lnTo>
                    <a:pt x="85" y="109"/>
                  </a:lnTo>
                  <a:lnTo>
                    <a:pt x="81" y="104"/>
                  </a:lnTo>
                  <a:lnTo>
                    <a:pt x="78" y="103"/>
                  </a:lnTo>
                  <a:lnTo>
                    <a:pt x="75" y="101"/>
                  </a:lnTo>
                  <a:lnTo>
                    <a:pt x="75" y="101"/>
                  </a:lnTo>
                  <a:lnTo>
                    <a:pt x="66" y="98"/>
                  </a:lnTo>
                  <a:lnTo>
                    <a:pt x="58" y="94"/>
                  </a:lnTo>
                  <a:lnTo>
                    <a:pt x="51" y="90"/>
                  </a:lnTo>
                  <a:lnTo>
                    <a:pt x="45" y="84"/>
                  </a:lnTo>
                  <a:lnTo>
                    <a:pt x="41" y="78"/>
                  </a:lnTo>
                  <a:lnTo>
                    <a:pt x="38" y="71"/>
                  </a:lnTo>
                  <a:lnTo>
                    <a:pt x="35" y="65"/>
                  </a:lnTo>
                  <a:lnTo>
                    <a:pt x="34" y="58"/>
                  </a:lnTo>
                  <a:lnTo>
                    <a:pt x="33" y="45"/>
                  </a:lnTo>
                  <a:lnTo>
                    <a:pt x="33" y="34"/>
                  </a:lnTo>
                  <a:lnTo>
                    <a:pt x="34" y="25"/>
                  </a:lnTo>
                  <a:lnTo>
                    <a:pt x="35" y="20"/>
                  </a:lnTo>
                  <a:lnTo>
                    <a:pt x="35" y="20"/>
                  </a:lnTo>
                  <a:lnTo>
                    <a:pt x="36" y="17"/>
                  </a:lnTo>
                  <a:lnTo>
                    <a:pt x="36" y="14"/>
                  </a:lnTo>
                  <a:lnTo>
                    <a:pt x="34" y="8"/>
                  </a:lnTo>
                  <a:lnTo>
                    <a:pt x="30" y="3"/>
                  </a:lnTo>
                  <a:lnTo>
                    <a:pt x="27" y="2"/>
                  </a:lnTo>
                  <a:lnTo>
                    <a:pt x="24" y="1"/>
                  </a:lnTo>
                  <a:lnTo>
                    <a:pt x="24" y="1"/>
                  </a:lnTo>
                  <a:lnTo>
                    <a:pt x="21" y="0"/>
                  </a:lnTo>
                  <a:lnTo>
                    <a:pt x="18" y="0"/>
                  </a:lnTo>
                  <a:lnTo>
                    <a:pt x="12" y="2"/>
                  </a:lnTo>
                  <a:lnTo>
                    <a:pt x="7" y="6"/>
                  </a:lnTo>
                  <a:lnTo>
                    <a:pt x="6" y="9"/>
                  </a:lnTo>
                  <a:lnTo>
                    <a:pt x="3" y="12"/>
                  </a:lnTo>
                  <a:lnTo>
                    <a:pt x="3" y="12"/>
                  </a:lnTo>
                  <a:lnTo>
                    <a:pt x="2" y="21"/>
                  </a:lnTo>
                  <a:lnTo>
                    <a:pt x="1" y="30"/>
                  </a:lnTo>
                  <a:lnTo>
                    <a:pt x="0" y="41"/>
                  </a:lnTo>
                  <a:lnTo>
                    <a:pt x="0" y="53"/>
                  </a:lnTo>
                  <a:lnTo>
                    <a:pt x="2" y="67"/>
                  </a:lnTo>
                  <a:lnTo>
                    <a:pt x="7" y="82"/>
                  </a:lnTo>
                  <a:lnTo>
                    <a:pt x="10" y="88"/>
                  </a:lnTo>
                  <a:lnTo>
                    <a:pt x="14" y="95"/>
                  </a:lnTo>
                  <a:lnTo>
                    <a:pt x="14" y="95"/>
                  </a:lnTo>
                  <a:lnTo>
                    <a:pt x="18" y="102"/>
                  </a:lnTo>
                  <a:lnTo>
                    <a:pt x="23" y="108"/>
                  </a:lnTo>
                  <a:lnTo>
                    <a:pt x="29" y="114"/>
                  </a:lnTo>
                  <a:lnTo>
                    <a:pt x="35" y="120"/>
                  </a:lnTo>
                  <a:lnTo>
                    <a:pt x="42" y="124"/>
                  </a:lnTo>
                  <a:lnTo>
                    <a:pt x="50" y="128"/>
                  </a:lnTo>
                  <a:lnTo>
                    <a:pt x="58" y="131"/>
                  </a:lnTo>
                  <a:lnTo>
                    <a:pt x="67" y="133"/>
                  </a:lnTo>
                  <a:lnTo>
                    <a:pt x="67"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a:ea typeface="ＭＳ Ｐゴシック" pitchFamily="34" charset="-128"/>
              </a:endParaRPr>
            </a:p>
          </p:txBody>
        </p:sp>
      </p:grpSp>
      <p:sp>
        <p:nvSpPr>
          <p:cNvPr id="7" name="Right Brace 6">
            <a:extLst>
              <a:ext uri="{FF2B5EF4-FFF2-40B4-BE49-F238E27FC236}">
                <a16:creationId xmlns:a16="http://schemas.microsoft.com/office/drawing/2014/main" id="{C5CE7A5F-6CBC-4522-ACF6-672039F9399A}"/>
              </a:ext>
            </a:extLst>
          </p:cNvPr>
          <p:cNvSpPr/>
          <p:nvPr/>
        </p:nvSpPr>
        <p:spPr>
          <a:xfrm>
            <a:off x="3619573" y="1758462"/>
            <a:ext cx="1632310" cy="4009292"/>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96778FBC-23AC-47E1-9B73-3FE0117E0673}"/>
              </a:ext>
            </a:extLst>
          </p:cNvPr>
          <p:cNvGraphicFramePr>
            <a:graphicFrameLocks noGrp="1"/>
          </p:cNvGraphicFramePr>
          <p:nvPr>
            <p:extLst>
              <p:ext uri="{D42A27DB-BD31-4B8C-83A1-F6EECF244321}">
                <p14:modId xmlns:p14="http://schemas.microsoft.com/office/powerpoint/2010/main" val="923145906"/>
              </p:ext>
            </p:extLst>
          </p:nvPr>
        </p:nvGraphicFramePr>
        <p:xfrm>
          <a:off x="5575438" y="1885071"/>
          <a:ext cx="5270753" cy="3784600"/>
        </p:xfrm>
        <a:graphic>
          <a:graphicData uri="http://schemas.openxmlformats.org/drawingml/2006/table">
            <a:tbl>
              <a:tblPr firstRow="1" bandRow="1">
                <a:tableStyleId>{5940675A-B579-460E-94D1-54222C63F5DA}</a:tableStyleId>
              </a:tblPr>
              <a:tblGrid>
                <a:gridCol w="3090260">
                  <a:extLst>
                    <a:ext uri="{9D8B030D-6E8A-4147-A177-3AD203B41FA5}">
                      <a16:colId xmlns:a16="http://schemas.microsoft.com/office/drawing/2014/main" val="447243887"/>
                    </a:ext>
                  </a:extLst>
                </a:gridCol>
                <a:gridCol w="2180493">
                  <a:extLst>
                    <a:ext uri="{9D8B030D-6E8A-4147-A177-3AD203B41FA5}">
                      <a16:colId xmlns:a16="http://schemas.microsoft.com/office/drawing/2014/main" val="2951452130"/>
                    </a:ext>
                  </a:extLst>
                </a:gridCol>
              </a:tblGrid>
              <a:tr h="370840">
                <a:tc>
                  <a:txBody>
                    <a:bodyPr/>
                    <a:lstStyle/>
                    <a:p>
                      <a:endParaRPr lang="en-US"/>
                    </a:p>
                  </a:txBody>
                  <a:tcPr/>
                </a:tc>
                <a:tc>
                  <a:txBody>
                    <a:bodyPr/>
                    <a:lstStyle/>
                    <a:p>
                      <a:pPr algn="ctr"/>
                      <a:r>
                        <a:rPr lang="en-US" b="1"/>
                        <a:t>Concentration</a:t>
                      </a:r>
                    </a:p>
                  </a:txBody>
                  <a:tcPr/>
                </a:tc>
                <a:extLst>
                  <a:ext uri="{0D108BD9-81ED-4DB2-BD59-A6C34878D82A}">
                    <a16:rowId xmlns:a16="http://schemas.microsoft.com/office/drawing/2014/main" val="1776542310"/>
                  </a:ext>
                </a:extLst>
              </a:tr>
              <a:tr h="370840">
                <a:tc>
                  <a:txBody>
                    <a:bodyPr/>
                    <a:lstStyle/>
                    <a:p>
                      <a:r>
                        <a:rPr lang="en-US" b="1"/>
                        <a:t>Sodium</a:t>
                      </a:r>
                    </a:p>
                  </a:txBody>
                  <a:tcPr/>
                </a:tc>
                <a:tc>
                  <a:txBody>
                    <a:bodyPr/>
                    <a:lstStyle/>
                    <a:p>
                      <a:pPr algn="ctr"/>
                      <a:r>
                        <a:rPr lang="en-US"/>
                        <a:t>10-90 mmol/L</a:t>
                      </a:r>
                    </a:p>
                  </a:txBody>
                  <a:tcPr/>
                </a:tc>
                <a:extLst>
                  <a:ext uri="{0D108BD9-81ED-4DB2-BD59-A6C34878D82A}">
                    <a16:rowId xmlns:a16="http://schemas.microsoft.com/office/drawing/2014/main" val="429664930"/>
                  </a:ext>
                </a:extLst>
              </a:tr>
              <a:tr h="370840">
                <a:tc>
                  <a:txBody>
                    <a:bodyPr/>
                    <a:lstStyle/>
                    <a:p>
                      <a:r>
                        <a:rPr lang="en-US" b="1"/>
                        <a:t>Chloride</a:t>
                      </a:r>
                    </a:p>
                  </a:txBody>
                  <a:tcPr/>
                </a:tc>
                <a:tc>
                  <a:txBody>
                    <a:bodyPr/>
                    <a:lstStyle/>
                    <a:p>
                      <a:pPr algn="ctr"/>
                      <a:r>
                        <a:rPr lang="en-US"/>
                        <a:t>10-90 mmol/L</a:t>
                      </a:r>
                    </a:p>
                  </a:txBody>
                  <a:tcPr/>
                </a:tc>
                <a:extLst>
                  <a:ext uri="{0D108BD9-81ED-4DB2-BD59-A6C34878D82A}">
                    <a16:rowId xmlns:a16="http://schemas.microsoft.com/office/drawing/2014/main" val="3271024125"/>
                  </a:ext>
                </a:extLst>
              </a:tr>
              <a:tr h="370840">
                <a:tc>
                  <a:txBody>
                    <a:bodyPr/>
                    <a:lstStyle/>
                    <a:p>
                      <a:r>
                        <a:rPr lang="en-US" b="1"/>
                        <a:t>Lactate</a:t>
                      </a:r>
                    </a:p>
                  </a:txBody>
                  <a:tcPr/>
                </a:tc>
                <a:tc>
                  <a:txBody>
                    <a:bodyPr/>
                    <a:lstStyle/>
                    <a:p>
                      <a:pPr algn="ctr"/>
                      <a:r>
                        <a:rPr lang="en-US"/>
                        <a:t>5-40 mmol/L</a:t>
                      </a:r>
                    </a:p>
                  </a:txBody>
                  <a:tcPr/>
                </a:tc>
                <a:extLst>
                  <a:ext uri="{0D108BD9-81ED-4DB2-BD59-A6C34878D82A}">
                    <a16:rowId xmlns:a16="http://schemas.microsoft.com/office/drawing/2014/main" val="4030157619"/>
                  </a:ext>
                </a:extLst>
              </a:tr>
              <a:tr h="370840">
                <a:tc>
                  <a:txBody>
                    <a:bodyPr/>
                    <a:lstStyle/>
                    <a:p>
                      <a:r>
                        <a:rPr lang="en-US" b="1"/>
                        <a:t>Urea</a:t>
                      </a:r>
                    </a:p>
                  </a:txBody>
                  <a:tcPr/>
                </a:tc>
                <a:tc>
                  <a:txBody>
                    <a:bodyPr/>
                    <a:lstStyle/>
                    <a:p>
                      <a:pPr algn="ctr"/>
                      <a:r>
                        <a:rPr lang="en-US"/>
                        <a:t>4-12 mmol/L</a:t>
                      </a:r>
                    </a:p>
                  </a:txBody>
                  <a:tcPr/>
                </a:tc>
                <a:extLst>
                  <a:ext uri="{0D108BD9-81ED-4DB2-BD59-A6C34878D82A}">
                    <a16:rowId xmlns:a16="http://schemas.microsoft.com/office/drawing/2014/main" val="1163139942"/>
                  </a:ext>
                </a:extLst>
              </a:tr>
              <a:tr h="370840">
                <a:tc>
                  <a:txBody>
                    <a:bodyPr/>
                    <a:lstStyle/>
                    <a:p>
                      <a:r>
                        <a:rPr lang="en-US" b="1"/>
                        <a:t>Potassium</a:t>
                      </a:r>
                    </a:p>
                  </a:txBody>
                  <a:tcPr/>
                </a:tc>
                <a:tc>
                  <a:txBody>
                    <a:bodyPr/>
                    <a:lstStyle/>
                    <a:p>
                      <a:pPr algn="ctr"/>
                      <a:r>
                        <a:rPr lang="en-US"/>
                        <a:t>2-8 mmol/L</a:t>
                      </a:r>
                    </a:p>
                  </a:txBody>
                  <a:tcPr/>
                </a:tc>
                <a:extLst>
                  <a:ext uri="{0D108BD9-81ED-4DB2-BD59-A6C34878D82A}">
                    <a16:rowId xmlns:a16="http://schemas.microsoft.com/office/drawing/2014/main" val="3917894576"/>
                  </a:ext>
                </a:extLst>
              </a:tr>
              <a:tr h="370840">
                <a:tc>
                  <a:txBody>
                    <a:bodyPr/>
                    <a:lstStyle/>
                    <a:p>
                      <a:r>
                        <a:rPr lang="en-US" b="1"/>
                        <a:t>Ammonia</a:t>
                      </a:r>
                    </a:p>
                  </a:txBody>
                  <a:tcPr/>
                </a:tc>
                <a:tc>
                  <a:txBody>
                    <a:bodyPr/>
                    <a:lstStyle/>
                    <a:p>
                      <a:pPr algn="ctr"/>
                      <a:r>
                        <a:rPr lang="en-US"/>
                        <a:t>1-8 mmol/L</a:t>
                      </a:r>
                    </a:p>
                  </a:txBody>
                  <a:tcPr/>
                </a:tc>
                <a:extLst>
                  <a:ext uri="{0D108BD9-81ED-4DB2-BD59-A6C34878D82A}">
                    <a16:rowId xmlns:a16="http://schemas.microsoft.com/office/drawing/2014/main" val="2586365681"/>
                  </a:ext>
                </a:extLst>
              </a:tr>
              <a:tr h="370840">
                <a:tc>
                  <a:txBody>
                    <a:bodyPr/>
                    <a:lstStyle/>
                    <a:p>
                      <a:r>
                        <a:rPr lang="en-US" b="1"/>
                        <a:t>Others</a:t>
                      </a:r>
                      <a:r>
                        <a:rPr lang="en-US"/>
                        <a:t> (e.g., bicarbonate, calcium, magnesium, glucose, amino acids, iron, copper, zinc)</a:t>
                      </a:r>
                    </a:p>
                  </a:txBody>
                  <a:tcPr/>
                </a:tc>
                <a:tc>
                  <a:txBody>
                    <a:bodyPr/>
                    <a:lstStyle/>
                    <a:p>
                      <a:pPr algn="ctr"/>
                      <a:r>
                        <a:rPr lang="en-US"/>
                        <a:t>&lt; 1 mmol/L each</a:t>
                      </a:r>
                    </a:p>
                  </a:txBody>
                  <a:tcPr/>
                </a:tc>
                <a:extLst>
                  <a:ext uri="{0D108BD9-81ED-4DB2-BD59-A6C34878D82A}">
                    <a16:rowId xmlns:a16="http://schemas.microsoft.com/office/drawing/2014/main" val="2114564874"/>
                  </a:ext>
                </a:extLst>
              </a:tr>
            </a:tbl>
          </a:graphicData>
        </a:graphic>
      </p:graphicFrame>
      <p:sp>
        <p:nvSpPr>
          <p:cNvPr id="9" name="Rectangle 8">
            <a:extLst>
              <a:ext uri="{FF2B5EF4-FFF2-40B4-BE49-F238E27FC236}">
                <a16:creationId xmlns:a16="http://schemas.microsoft.com/office/drawing/2014/main" id="{D8F46DC3-1BC3-46FE-A866-6AEB9B39DBF1}"/>
              </a:ext>
            </a:extLst>
          </p:cNvPr>
          <p:cNvSpPr/>
          <p:nvPr/>
        </p:nvSpPr>
        <p:spPr>
          <a:xfrm>
            <a:off x="8210814" y="6596390"/>
            <a:ext cx="3978250" cy="261610"/>
          </a:xfrm>
          <a:prstGeom prst="rect">
            <a:avLst/>
          </a:prstGeom>
        </p:spPr>
        <p:txBody>
          <a:bodyPr wrap="square">
            <a:spAutoFit/>
          </a:bodyPr>
          <a:lstStyle/>
          <a:p>
            <a:pPr algn="r"/>
            <a:r>
              <a:rPr lang="en-US" sz="1050" dirty="0">
                <a:solidFill>
                  <a:schemeClr val="bg1"/>
                </a:solidFill>
              </a:rPr>
              <a:t>Baker and Wolfe. </a:t>
            </a:r>
            <a:r>
              <a:rPr lang="en-US" sz="1050" i="1" dirty="0">
                <a:solidFill>
                  <a:schemeClr val="bg1"/>
                </a:solidFill>
              </a:rPr>
              <a:t>Eur J Appl Physiol.</a:t>
            </a:r>
            <a:r>
              <a:rPr lang="en-US" sz="1050" dirty="0">
                <a:solidFill>
                  <a:schemeClr val="bg1"/>
                </a:solidFill>
              </a:rPr>
              <a:t> 2019;120:719-752</a:t>
            </a:r>
          </a:p>
        </p:txBody>
      </p:sp>
      <p:cxnSp>
        <p:nvCxnSpPr>
          <p:cNvPr id="10" name="Straight Connector 9">
            <a:extLst>
              <a:ext uri="{FF2B5EF4-FFF2-40B4-BE49-F238E27FC236}">
                <a16:creationId xmlns:a16="http://schemas.microsoft.com/office/drawing/2014/main" id="{67ED0CFC-D1A8-5D47-A2F4-F7C104200E45}"/>
              </a:ext>
            </a:extLst>
          </p:cNvPr>
          <p:cNvCxnSpPr>
            <a:cxnSpLocks/>
          </p:cNvCxnSpPr>
          <p:nvPr/>
        </p:nvCxnSpPr>
        <p:spPr>
          <a:xfrm>
            <a:off x="861848" y="1124607"/>
            <a:ext cx="4390035"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85989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3A4A81-69A7-4450-8E33-9C72B25042DD}"/>
              </a:ext>
            </a:extLst>
          </p:cNvPr>
          <p:cNvPicPr>
            <a:picLocks noChangeAspect="1"/>
          </p:cNvPicPr>
          <p:nvPr/>
        </p:nvPicPr>
        <p:blipFill>
          <a:blip r:embed="rId2"/>
          <a:stretch>
            <a:fillRect/>
          </a:stretch>
        </p:blipFill>
        <p:spPr>
          <a:xfrm>
            <a:off x="1651757" y="1319840"/>
            <a:ext cx="5856964" cy="4607956"/>
          </a:xfrm>
          <a:prstGeom prst="rect">
            <a:avLst/>
          </a:prstGeom>
        </p:spPr>
      </p:pic>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Sweat Sodium Loss – Athlete Normative Data</a:t>
            </a:r>
          </a:p>
        </p:txBody>
      </p:sp>
      <p:graphicFrame>
        <p:nvGraphicFramePr>
          <p:cNvPr id="5" name="Table 4">
            <a:extLst>
              <a:ext uri="{FF2B5EF4-FFF2-40B4-BE49-F238E27FC236}">
                <a16:creationId xmlns:a16="http://schemas.microsoft.com/office/drawing/2014/main" id="{E17DD526-5C76-4A21-AE59-0BA416F47303}"/>
              </a:ext>
            </a:extLst>
          </p:cNvPr>
          <p:cNvGraphicFramePr>
            <a:graphicFrameLocks noGrp="1"/>
          </p:cNvGraphicFramePr>
          <p:nvPr>
            <p:extLst>
              <p:ext uri="{D42A27DB-BD31-4B8C-83A1-F6EECF244321}">
                <p14:modId xmlns:p14="http://schemas.microsoft.com/office/powerpoint/2010/main" val="1712051056"/>
              </p:ext>
            </p:extLst>
          </p:nvPr>
        </p:nvGraphicFramePr>
        <p:xfrm>
          <a:off x="6341469" y="1645265"/>
          <a:ext cx="4718887" cy="2702560"/>
        </p:xfrm>
        <a:graphic>
          <a:graphicData uri="http://schemas.openxmlformats.org/drawingml/2006/table">
            <a:tbl>
              <a:tblPr firstRow="1" bandRow="1">
                <a:tableStyleId>{FABFCF23-3B69-468F-B69F-88F6DE6A72F2}</a:tableStyleId>
              </a:tblPr>
              <a:tblGrid>
                <a:gridCol w="2559899">
                  <a:extLst>
                    <a:ext uri="{9D8B030D-6E8A-4147-A177-3AD203B41FA5}">
                      <a16:colId xmlns:a16="http://schemas.microsoft.com/office/drawing/2014/main" val="20000"/>
                    </a:ext>
                  </a:extLst>
                </a:gridCol>
                <a:gridCol w="2158988">
                  <a:extLst>
                    <a:ext uri="{9D8B030D-6E8A-4147-A177-3AD203B41FA5}">
                      <a16:colId xmlns:a16="http://schemas.microsoft.com/office/drawing/2014/main" val="20001"/>
                    </a:ext>
                  </a:extLst>
                </a:gridCol>
              </a:tblGrid>
              <a:tr h="337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Athlete, Environment, and Exercise Information</a:t>
                      </a:r>
                    </a:p>
                  </a:txBody>
                  <a:tcPr marL="121920" marR="121920" marT="60960" marB="60960"/>
                </a:tc>
                <a:tc>
                  <a:txBody>
                    <a:bodyPr/>
                    <a:lstStyle/>
                    <a:p>
                      <a:pPr algn="ctr"/>
                      <a:r>
                        <a:rPr lang="en-US" sz="1400"/>
                        <a:t>Mean ± SD (Range)</a:t>
                      </a:r>
                      <a:endParaRPr lang="en-US" sz="1400">
                        <a:latin typeface="+mn-lt"/>
                      </a:endParaRPr>
                    </a:p>
                  </a:txBody>
                  <a:tcPr marL="121920" marR="121920" marT="60960" marB="60960"/>
                </a:tc>
                <a:extLst>
                  <a:ext uri="{0D108BD9-81ED-4DB2-BD59-A6C34878D82A}">
                    <a16:rowId xmlns:a16="http://schemas.microsoft.com/office/drawing/2014/main" val="10000"/>
                  </a:ext>
                </a:extLst>
              </a:tr>
              <a:tr h="430784">
                <a:tc>
                  <a:txBody>
                    <a:bodyPr/>
                    <a:lstStyle/>
                    <a:p>
                      <a:r>
                        <a:rPr lang="en-US" sz="1400"/>
                        <a:t>Age (years)</a:t>
                      </a:r>
                      <a:endParaRPr lang="en-US" sz="1400" b="0"/>
                    </a:p>
                  </a:txBody>
                  <a:tcPr marL="121920" marR="121920" marT="60960" marB="60960"/>
                </a:tc>
                <a:tc>
                  <a:txBody>
                    <a:bodyPr/>
                    <a:lstStyle/>
                    <a:p>
                      <a:pPr algn="ctr"/>
                      <a:r>
                        <a:rPr lang="en-US" sz="1400"/>
                        <a:t>24 ± 9 (9-70)</a:t>
                      </a:r>
                      <a:endParaRPr lang="en-US" sz="1400" b="0">
                        <a:solidFill>
                          <a:schemeClr val="tx1"/>
                        </a:solidFill>
                      </a:endParaRPr>
                    </a:p>
                  </a:txBody>
                  <a:tcPr marL="121920" marR="121920" marT="60960" marB="60960"/>
                </a:tc>
                <a:extLst>
                  <a:ext uri="{0D108BD9-81ED-4DB2-BD59-A6C34878D82A}">
                    <a16:rowId xmlns:a16="http://schemas.microsoft.com/office/drawing/2014/main" val="10001"/>
                  </a:ext>
                </a:extLst>
              </a:tr>
              <a:tr h="430784">
                <a:tc>
                  <a:txBody>
                    <a:bodyPr/>
                    <a:lstStyle/>
                    <a:p>
                      <a:r>
                        <a:rPr lang="en-US" sz="1400"/>
                        <a:t>Body Mass (kg)</a:t>
                      </a:r>
                      <a:endParaRPr lang="en-US" sz="1400" b="0"/>
                    </a:p>
                  </a:txBody>
                  <a:tcPr marL="121920" marR="121920" marT="60960" marB="60960"/>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84 ± 24 (23-178)</a:t>
                      </a:r>
                      <a:endParaRPr lang="en-US" sz="1400" b="0">
                        <a:solidFill>
                          <a:schemeClr val="tx1"/>
                        </a:solidFill>
                      </a:endParaRPr>
                    </a:p>
                  </a:txBody>
                  <a:tcPr marL="121920" marR="121920" marT="60960" marB="60960"/>
                </a:tc>
                <a:extLst>
                  <a:ext uri="{0D108BD9-81ED-4DB2-BD59-A6C34878D82A}">
                    <a16:rowId xmlns:a16="http://schemas.microsoft.com/office/drawing/2014/main" val="10002"/>
                  </a:ext>
                </a:extLst>
              </a:tr>
              <a:tr h="430784">
                <a:tc>
                  <a:txBody>
                    <a:bodyPr/>
                    <a:lstStyle/>
                    <a:p>
                      <a:r>
                        <a:rPr lang="en-US" sz="1400"/>
                        <a:t>Air</a:t>
                      </a:r>
                      <a:r>
                        <a:rPr lang="en-US" sz="1400" baseline="0"/>
                        <a:t> </a:t>
                      </a:r>
                      <a:r>
                        <a:rPr lang="en-US" sz="1400"/>
                        <a:t>Temp (°C)</a:t>
                      </a:r>
                      <a:endParaRPr lang="en-US" sz="1400" b="0"/>
                    </a:p>
                  </a:txBody>
                  <a:tcPr marL="121920" marR="121920" marT="60960" marB="60960"/>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26 ± 5 (11-50)</a:t>
                      </a:r>
                      <a:endParaRPr lang="en-US" sz="1400" b="0">
                        <a:solidFill>
                          <a:schemeClr val="tx1"/>
                        </a:solidFill>
                      </a:endParaRPr>
                    </a:p>
                  </a:txBody>
                  <a:tcPr marL="121920" marR="121920" marT="60960" marB="60960"/>
                </a:tc>
                <a:extLst>
                  <a:ext uri="{0D108BD9-81ED-4DB2-BD59-A6C34878D82A}">
                    <a16:rowId xmlns:a16="http://schemas.microsoft.com/office/drawing/2014/main" val="10003"/>
                  </a:ext>
                </a:extLst>
              </a:tr>
              <a:tr h="430784">
                <a:tc>
                  <a:txBody>
                    <a:bodyPr/>
                    <a:lstStyle/>
                    <a:p>
                      <a:r>
                        <a:rPr lang="en-US" sz="1400"/>
                        <a:t>Relative Humidity (%)</a:t>
                      </a:r>
                      <a:endParaRPr lang="en-US" sz="1400" b="0"/>
                    </a:p>
                  </a:txBody>
                  <a:tcPr marL="121920" marR="121920" marT="60960" marB="60960"/>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55 ± 17 (13-95)</a:t>
                      </a:r>
                      <a:endParaRPr lang="en-US" sz="1400" b="0">
                        <a:solidFill>
                          <a:schemeClr val="tx1"/>
                        </a:solidFill>
                      </a:endParaRPr>
                    </a:p>
                  </a:txBody>
                  <a:tcPr marL="121920" marR="121920" marT="60960" marB="60960"/>
                </a:tc>
                <a:extLst>
                  <a:ext uri="{0D108BD9-81ED-4DB2-BD59-A6C34878D82A}">
                    <a16:rowId xmlns:a16="http://schemas.microsoft.com/office/drawing/2014/main" val="10004"/>
                  </a:ext>
                </a:extLst>
              </a:tr>
              <a:tr h="430784">
                <a:tc>
                  <a:txBody>
                    <a:bodyPr/>
                    <a:lstStyle/>
                    <a:p>
                      <a:r>
                        <a:rPr lang="en-US" sz="1400"/>
                        <a:t>Exercise Duration (h)</a:t>
                      </a:r>
                      <a:endParaRPr lang="en-US" sz="1400" b="0"/>
                    </a:p>
                  </a:txBody>
                  <a:tcPr marL="121920" marR="121920" marT="60960" marB="60960"/>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a:t>1.7 ± 0.7 (0.5-5.4)</a:t>
                      </a:r>
                      <a:endParaRPr lang="en-US" sz="1400" b="0">
                        <a:solidFill>
                          <a:schemeClr val="tx1"/>
                        </a:solidFill>
                        <a:latin typeface="+mn-lt"/>
                      </a:endParaRPr>
                    </a:p>
                  </a:txBody>
                  <a:tcPr marL="121920" marR="121920" marT="60960" marB="60960"/>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AF6486B0-9DD2-42A1-9060-F2916D0A18D7}"/>
              </a:ext>
            </a:extLst>
          </p:cNvPr>
          <p:cNvSpPr txBox="1"/>
          <p:nvPr/>
        </p:nvSpPr>
        <p:spPr>
          <a:xfrm>
            <a:off x="4724466" y="3623818"/>
            <a:ext cx="1126067" cy="851452"/>
          </a:xfrm>
          <a:prstGeom prst="rect">
            <a:avLst/>
          </a:prstGeom>
          <a:noFill/>
        </p:spPr>
        <p:txBody>
          <a:bodyPr wrap="square" rtlCol="0">
            <a:spAutoFit/>
          </a:bodyPr>
          <a:lstStyle/>
          <a:p>
            <a:r>
              <a:rPr lang="en-US">
                <a:solidFill>
                  <a:prstClr val="black"/>
                </a:solidFill>
              </a:rPr>
              <a:t>Mean</a:t>
            </a:r>
          </a:p>
          <a:p>
            <a:endParaRPr lang="en-US" sz="1333"/>
          </a:p>
          <a:p>
            <a:r>
              <a:rPr lang="en-US" b="1"/>
              <a:t>n=1303</a:t>
            </a:r>
          </a:p>
        </p:txBody>
      </p:sp>
      <p:cxnSp>
        <p:nvCxnSpPr>
          <p:cNvPr id="7" name="Straight Connector 6">
            <a:extLst>
              <a:ext uri="{FF2B5EF4-FFF2-40B4-BE49-F238E27FC236}">
                <a16:creationId xmlns:a16="http://schemas.microsoft.com/office/drawing/2014/main" id="{831FC0E2-5E63-4A0F-A0E4-7D511A6D8DA7}"/>
              </a:ext>
            </a:extLst>
          </p:cNvPr>
          <p:cNvCxnSpPr/>
          <p:nvPr/>
        </p:nvCxnSpPr>
        <p:spPr>
          <a:xfrm flipH="1">
            <a:off x="4148733" y="3805382"/>
            <a:ext cx="575733" cy="0"/>
          </a:xfrm>
          <a:prstGeom prst="line">
            <a:avLst/>
          </a:prstGeom>
          <a:ln w="31750" cmpd="sng">
            <a:solidFill>
              <a:srgbClr val="0066F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B4F2965-5849-418D-9D75-6569D2197D63}"/>
              </a:ext>
            </a:extLst>
          </p:cNvPr>
          <p:cNvCxnSpPr>
            <a:cxnSpLocks/>
          </p:cNvCxnSpPr>
          <p:nvPr/>
        </p:nvCxnSpPr>
        <p:spPr>
          <a:xfrm>
            <a:off x="3239530" y="2317293"/>
            <a:ext cx="0" cy="2878956"/>
          </a:xfrm>
          <a:prstGeom prst="line">
            <a:avLst/>
          </a:prstGeom>
          <a:ln w="31750" cmpd="sng">
            <a:solidFill>
              <a:srgbClr val="0066FF"/>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FEAB54B-4740-4630-8F71-DDE900926EA2}"/>
              </a:ext>
            </a:extLst>
          </p:cNvPr>
          <p:cNvSpPr/>
          <p:nvPr/>
        </p:nvSpPr>
        <p:spPr>
          <a:xfrm>
            <a:off x="4148733" y="1319840"/>
            <a:ext cx="989324" cy="474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9AA5E3-6421-4DE8-97A5-BB80024852A1}"/>
              </a:ext>
            </a:extLst>
          </p:cNvPr>
          <p:cNvSpPr/>
          <p:nvPr/>
        </p:nvSpPr>
        <p:spPr>
          <a:xfrm>
            <a:off x="3159409" y="1553940"/>
            <a:ext cx="989324" cy="474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D3E36D-F985-4ACB-A82F-49D33613A9C6}"/>
              </a:ext>
            </a:extLst>
          </p:cNvPr>
          <p:cNvSpPr/>
          <p:nvPr/>
        </p:nvSpPr>
        <p:spPr>
          <a:xfrm>
            <a:off x="1273960" y="1353886"/>
            <a:ext cx="989324" cy="474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31D2AD3-B556-4F76-94D4-9FACEB053483}"/>
              </a:ext>
            </a:extLst>
          </p:cNvPr>
          <p:cNvSpPr/>
          <p:nvPr/>
        </p:nvSpPr>
        <p:spPr>
          <a:xfrm rot="16200000">
            <a:off x="759578" y="3017557"/>
            <a:ext cx="1874871" cy="474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9F70190-97B9-49CC-A828-E013F273ACEA}"/>
              </a:ext>
            </a:extLst>
          </p:cNvPr>
          <p:cNvSpPr/>
          <p:nvPr/>
        </p:nvSpPr>
        <p:spPr>
          <a:xfrm>
            <a:off x="3447274" y="5550956"/>
            <a:ext cx="2648725" cy="4743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BBAB0BD-E3D4-4FB5-B7C9-A342FF00BFAC}"/>
              </a:ext>
            </a:extLst>
          </p:cNvPr>
          <p:cNvSpPr txBox="1"/>
          <p:nvPr/>
        </p:nvSpPr>
        <p:spPr>
          <a:xfrm>
            <a:off x="3241392" y="5556956"/>
            <a:ext cx="3606788" cy="379656"/>
          </a:xfrm>
          <a:prstGeom prst="rect">
            <a:avLst/>
          </a:prstGeom>
          <a:noFill/>
        </p:spPr>
        <p:txBody>
          <a:bodyPr wrap="square" rtlCol="0">
            <a:spAutoFit/>
          </a:bodyPr>
          <a:lstStyle/>
          <a:p>
            <a:r>
              <a:rPr lang="en-US"/>
              <a:t>Sweat Sodium Loss (mmol/h)</a:t>
            </a:r>
          </a:p>
        </p:txBody>
      </p:sp>
      <p:sp>
        <p:nvSpPr>
          <p:cNvPr id="9" name="TextBox 8">
            <a:extLst>
              <a:ext uri="{FF2B5EF4-FFF2-40B4-BE49-F238E27FC236}">
                <a16:creationId xmlns:a16="http://schemas.microsoft.com/office/drawing/2014/main" id="{EFEEF308-95D1-4F40-B228-1094FA8881E9}"/>
              </a:ext>
            </a:extLst>
          </p:cNvPr>
          <p:cNvSpPr txBox="1"/>
          <p:nvPr/>
        </p:nvSpPr>
        <p:spPr>
          <a:xfrm rot="16200000">
            <a:off x="-443214" y="2463592"/>
            <a:ext cx="4205233" cy="379656"/>
          </a:xfrm>
          <a:prstGeom prst="rect">
            <a:avLst/>
          </a:prstGeom>
          <a:noFill/>
        </p:spPr>
        <p:txBody>
          <a:bodyPr wrap="square" rtlCol="0">
            <a:spAutoFit/>
          </a:bodyPr>
          <a:lstStyle/>
          <a:p>
            <a:r>
              <a:rPr lang="en-US"/>
              <a:t>Number of Athletes</a:t>
            </a:r>
          </a:p>
        </p:txBody>
      </p:sp>
      <p:sp>
        <p:nvSpPr>
          <p:cNvPr id="17" name="Rectangle 16">
            <a:extLst>
              <a:ext uri="{FF2B5EF4-FFF2-40B4-BE49-F238E27FC236}">
                <a16:creationId xmlns:a16="http://schemas.microsoft.com/office/drawing/2014/main" id="{B4AF80A8-AAD9-4E96-B6C7-3CF23C2ED546}"/>
              </a:ext>
            </a:extLst>
          </p:cNvPr>
          <p:cNvSpPr/>
          <p:nvPr/>
        </p:nvSpPr>
        <p:spPr>
          <a:xfrm>
            <a:off x="5424257" y="6596390"/>
            <a:ext cx="6767744" cy="253916"/>
          </a:xfrm>
          <a:prstGeom prst="rect">
            <a:avLst/>
          </a:prstGeom>
        </p:spPr>
        <p:txBody>
          <a:bodyPr wrap="square">
            <a:spAutoFit/>
          </a:bodyPr>
          <a:lstStyle/>
          <a:p>
            <a:pPr algn="r"/>
            <a:r>
              <a:rPr lang="en-US" sz="1050" dirty="0">
                <a:solidFill>
                  <a:schemeClr val="bg1"/>
                </a:solidFill>
              </a:rPr>
              <a:t>Barnes KA, Anderson ML, Stofan JR, et. al. </a:t>
            </a:r>
            <a:r>
              <a:rPr lang="en-US" sz="1050" i="1" dirty="0">
                <a:solidFill>
                  <a:schemeClr val="bg1"/>
                </a:solidFill>
              </a:rPr>
              <a:t>J Sports Sci.</a:t>
            </a:r>
            <a:r>
              <a:rPr lang="en-US" sz="1050" dirty="0">
                <a:solidFill>
                  <a:schemeClr val="bg1"/>
                </a:solidFill>
              </a:rPr>
              <a:t> 2019;37(20):2356-2366</a:t>
            </a:r>
          </a:p>
        </p:txBody>
      </p:sp>
      <p:cxnSp>
        <p:nvCxnSpPr>
          <p:cNvPr id="16" name="Straight Connector 15">
            <a:extLst>
              <a:ext uri="{FF2B5EF4-FFF2-40B4-BE49-F238E27FC236}">
                <a16:creationId xmlns:a16="http://schemas.microsoft.com/office/drawing/2014/main" id="{7CB50496-F372-A244-8013-8F94E6FBCBE1}"/>
              </a:ext>
            </a:extLst>
          </p:cNvPr>
          <p:cNvCxnSpPr>
            <a:cxnSpLocks/>
          </p:cNvCxnSpPr>
          <p:nvPr/>
        </p:nvCxnSpPr>
        <p:spPr>
          <a:xfrm>
            <a:off x="861848" y="1124607"/>
            <a:ext cx="9869214"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31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4B79-2784-42DB-A5F3-AC79E793FC38}"/>
              </a:ext>
            </a:extLst>
          </p:cNvPr>
          <p:cNvSpPr>
            <a:spLocks noGrp="1"/>
          </p:cNvSpPr>
          <p:nvPr>
            <p:ph type="title"/>
          </p:nvPr>
        </p:nvSpPr>
        <p:spPr/>
        <p:txBody>
          <a:bodyPr/>
          <a:lstStyle/>
          <a:p>
            <a:r>
              <a:rPr lang="en-US"/>
              <a:t>Sweat Sodium Loss – Normative Data by Sport</a:t>
            </a:r>
          </a:p>
        </p:txBody>
      </p:sp>
      <p:sp>
        <p:nvSpPr>
          <p:cNvPr id="3" name="Rectangle 2">
            <a:extLst>
              <a:ext uri="{FF2B5EF4-FFF2-40B4-BE49-F238E27FC236}">
                <a16:creationId xmlns:a16="http://schemas.microsoft.com/office/drawing/2014/main" id="{40367922-ED7A-488A-9B0A-CAD6908DDB8F}"/>
              </a:ext>
            </a:extLst>
          </p:cNvPr>
          <p:cNvSpPr/>
          <p:nvPr/>
        </p:nvSpPr>
        <p:spPr>
          <a:xfrm>
            <a:off x="2199631" y="1290291"/>
            <a:ext cx="7136524" cy="4698696"/>
          </a:xfrm>
          <a:prstGeom prst="rect">
            <a:avLst/>
          </a:prstGeom>
          <a:solidFill>
            <a:schemeClr val="bg1"/>
          </a:solidFill>
          <a:ln w="6350" cmpd="sng">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007" tIns="0" rIns="11007" bIns="0" numCol="1" spcCol="1270" rtlCol="0" anchor="ctr" anchorCtr="0">
            <a:noAutofit/>
          </a:bodyPr>
          <a:lstStyle/>
          <a:p>
            <a:pPr algn="ctr" defTabSz="770447">
              <a:spcBef>
                <a:spcPct val="0"/>
              </a:spcBef>
              <a:spcAft>
                <a:spcPts val="533"/>
              </a:spcAft>
            </a:pPr>
            <a:endParaRPr lang="en-US" sz="1867">
              <a:solidFill>
                <a:srgbClr val="FF4C00"/>
              </a:solidFill>
              <a:latin typeface="Proxima Nova Extrabld"/>
              <a:cs typeface="Proxima Nova Extrabld"/>
            </a:endParaRPr>
          </a:p>
        </p:txBody>
      </p:sp>
      <p:graphicFrame>
        <p:nvGraphicFramePr>
          <p:cNvPr id="4" name="Chart 3">
            <a:extLst>
              <a:ext uri="{FF2B5EF4-FFF2-40B4-BE49-F238E27FC236}">
                <a16:creationId xmlns:a16="http://schemas.microsoft.com/office/drawing/2014/main" id="{C8390CA6-B92A-4A38-8435-FA3FF5AE21BA}"/>
              </a:ext>
            </a:extLst>
          </p:cNvPr>
          <p:cNvGraphicFramePr>
            <a:graphicFrameLocks/>
          </p:cNvGraphicFramePr>
          <p:nvPr>
            <p:extLst>
              <p:ext uri="{D42A27DB-BD31-4B8C-83A1-F6EECF244321}">
                <p14:modId xmlns:p14="http://schemas.microsoft.com/office/powerpoint/2010/main" val="1166877265"/>
              </p:ext>
            </p:extLst>
          </p:nvPr>
        </p:nvGraphicFramePr>
        <p:xfrm>
          <a:off x="2932390" y="1413797"/>
          <a:ext cx="6505511" cy="3657600"/>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2">
            <a:extLst>
              <a:ext uri="{FF2B5EF4-FFF2-40B4-BE49-F238E27FC236}">
                <a16:creationId xmlns:a16="http://schemas.microsoft.com/office/drawing/2014/main" id="{0862EE9D-B49E-4656-8907-8D030BB740CD}"/>
              </a:ext>
            </a:extLst>
          </p:cNvPr>
          <p:cNvPicPr>
            <a:picLocks noChangeAspect="1" noChangeArrowheads="1"/>
          </p:cNvPicPr>
          <p:nvPr/>
        </p:nvPicPr>
        <p:blipFill>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3700574" y="5096894"/>
            <a:ext cx="590621" cy="554461"/>
          </a:xfrm>
          <a:prstGeom prst="rect">
            <a:avLst/>
          </a:prstGeom>
          <a:solidFill>
            <a:srgbClr val="92D050"/>
          </a:solidFill>
          <a:ln>
            <a:noFill/>
          </a:ln>
        </p:spPr>
      </p:pic>
      <p:pic>
        <p:nvPicPr>
          <p:cNvPr id="6" name="Picture 5">
            <a:extLst>
              <a:ext uri="{FF2B5EF4-FFF2-40B4-BE49-F238E27FC236}">
                <a16:creationId xmlns:a16="http://schemas.microsoft.com/office/drawing/2014/main" id="{54AACC92-8640-4115-8A3A-02EA8D1CAF3A}"/>
              </a:ext>
            </a:extLst>
          </p:cNvPr>
          <p:cNvPicPr>
            <a:picLocks noChangeAspect="1"/>
          </p:cNvPicPr>
          <p:nvPr/>
        </p:nvPicPr>
        <p:blipFill>
          <a:blip r:embed="rId5" cstate="email">
            <a:biLevel thresh="75000"/>
            <a:extLst>
              <a:ext uri="{28A0092B-C50C-407E-A947-70E740481C1C}">
                <a14:useLocalDpi xmlns:a14="http://schemas.microsoft.com/office/drawing/2010/main"/>
              </a:ext>
            </a:extLst>
          </a:blip>
          <a:stretch>
            <a:fillRect/>
          </a:stretch>
        </p:blipFill>
        <p:spPr>
          <a:xfrm>
            <a:off x="6065399" y="5066897"/>
            <a:ext cx="541915" cy="594969"/>
          </a:xfrm>
          <a:prstGeom prst="rect">
            <a:avLst/>
          </a:prstGeom>
        </p:spPr>
      </p:pic>
      <p:sp>
        <p:nvSpPr>
          <p:cNvPr id="7" name="Freeform 9">
            <a:extLst>
              <a:ext uri="{FF2B5EF4-FFF2-40B4-BE49-F238E27FC236}">
                <a16:creationId xmlns:a16="http://schemas.microsoft.com/office/drawing/2014/main" id="{F05BC181-FE13-4DB5-AC80-DDFAAB4872D0}"/>
              </a:ext>
            </a:extLst>
          </p:cNvPr>
          <p:cNvSpPr>
            <a:spLocks noEditPoints="1"/>
          </p:cNvSpPr>
          <p:nvPr/>
        </p:nvSpPr>
        <p:spPr bwMode="auto">
          <a:xfrm>
            <a:off x="4909261" y="5074048"/>
            <a:ext cx="541915" cy="533789"/>
          </a:xfrm>
          <a:custGeom>
            <a:avLst/>
            <a:gdLst>
              <a:gd name="T0" fmla="*/ 260 w 434"/>
              <a:gd name="T1" fmla="*/ 430 h 434"/>
              <a:gd name="T2" fmla="*/ 338 w 434"/>
              <a:gd name="T3" fmla="*/ 397 h 434"/>
              <a:gd name="T4" fmla="*/ 384 w 434"/>
              <a:gd name="T5" fmla="*/ 355 h 434"/>
              <a:gd name="T6" fmla="*/ 423 w 434"/>
              <a:gd name="T7" fmla="*/ 282 h 434"/>
              <a:gd name="T8" fmla="*/ 434 w 434"/>
              <a:gd name="T9" fmla="*/ 217 h 434"/>
              <a:gd name="T10" fmla="*/ 416 w 434"/>
              <a:gd name="T11" fmla="*/ 132 h 434"/>
              <a:gd name="T12" fmla="*/ 370 w 434"/>
              <a:gd name="T13" fmla="*/ 64 h 434"/>
              <a:gd name="T14" fmla="*/ 320 w 434"/>
              <a:gd name="T15" fmla="*/ 27 h 434"/>
              <a:gd name="T16" fmla="*/ 239 w 434"/>
              <a:gd name="T17" fmla="*/ 1 h 434"/>
              <a:gd name="T18" fmla="*/ 173 w 434"/>
              <a:gd name="T19" fmla="*/ 4 h 434"/>
              <a:gd name="T20" fmla="*/ 95 w 434"/>
              <a:gd name="T21" fmla="*/ 37 h 434"/>
              <a:gd name="T22" fmla="*/ 49 w 434"/>
              <a:gd name="T23" fmla="*/ 79 h 434"/>
              <a:gd name="T24" fmla="*/ 9 w 434"/>
              <a:gd name="T25" fmla="*/ 153 h 434"/>
              <a:gd name="T26" fmla="*/ 0 w 434"/>
              <a:gd name="T27" fmla="*/ 217 h 434"/>
              <a:gd name="T28" fmla="*/ 16 w 434"/>
              <a:gd name="T29" fmla="*/ 301 h 434"/>
              <a:gd name="T30" fmla="*/ 64 w 434"/>
              <a:gd name="T31" fmla="*/ 370 h 434"/>
              <a:gd name="T32" fmla="*/ 113 w 434"/>
              <a:gd name="T33" fmla="*/ 408 h 434"/>
              <a:gd name="T34" fmla="*/ 195 w 434"/>
              <a:gd name="T35" fmla="*/ 433 h 434"/>
              <a:gd name="T36" fmla="*/ 118 w 434"/>
              <a:gd name="T37" fmla="*/ 353 h 434"/>
              <a:gd name="T38" fmla="*/ 107 w 434"/>
              <a:gd name="T39" fmla="*/ 368 h 434"/>
              <a:gd name="T40" fmla="*/ 263 w 434"/>
              <a:gd name="T41" fmla="*/ 398 h 434"/>
              <a:gd name="T42" fmla="*/ 229 w 434"/>
              <a:gd name="T43" fmla="*/ 404 h 434"/>
              <a:gd name="T44" fmla="*/ 180 w 434"/>
              <a:gd name="T45" fmla="*/ 401 h 434"/>
              <a:gd name="T46" fmla="*/ 170 w 434"/>
              <a:gd name="T47" fmla="*/ 307 h 434"/>
              <a:gd name="T48" fmla="*/ 147 w 434"/>
              <a:gd name="T49" fmla="*/ 195 h 434"/>
              <a:gd name="T50" fmla="*/ 259 w 434"/>
              <a:gd name="T51" fmla="*/ 277 h 434"/>
              <a:gd name="T52" fmla="*/ 315 w 434"/>
              <a:gd name="T53" fmla="*/ 353 h 434"/>
              <a:gd name="T54" fmla="*/ 326 w 434"/>
              <a:gd name="T55" fmla="*/ 369 h 434"/>
              <a:gd name="T56" fmla="*/ 380 w 434"/>
              <a:gd name="T57" fmla="*/ 127 h 434"/>
              <a:gd name="T58" fmla="*/ 399 w 434"/>
              <a:gd name="T59" fmla="*/ 176 h 434"/>
              <a:gd name="T60" fmla="*/ 403 w 434"/>
              <a:gd name="T61" fmla="*/ 229 h 434"/>
              <a:gd name="T62" fmla="*/ 398 w 434"/>
              <a:gd name="T63" fmla="*/ 265 h 434"/>
              <a:gd name="T64" fmla="*/ 380 w 434"/>
              <a:gd name="T65" fmla="*/ 309 h 434"/>
              <a:gd name="T66" fmla="*/ 316 w 434"/>
              <a:gd name="T67" fmla="*/ 201 h 434"/>
              <a:gd name="T68" fmla="*/ 355 w 434"/>
              <a:gd name="T69" fmla="*/ 157 h 434"/>
              <a:gd name="T70" fmla="*/ 285 w 434"/>
              <a:gd name="T71" fmla="*/ 43 h 434"/>
              <a:gd name="T72" fmla="*/ 317 w 434"/>
              <a:gd name="T73" fmla="*/ 59 h 434"/>
              <a:gd name="T74" fmla="*/ 354 w 434"/>
              <a:gd name="T75" fmla="*/ 90 h 434"/>
              <a:gd name="T76" fmla="*/ 216 w 434"/>
              <a:gd name="T77" fmla="*/ 49 h 434"/>
              <a:gd name="T78" fmla="*/ 217 w 434"/>
              <a:gd name="T79" fmla="*/ 30 h 434"/>
              <a:gd name="T80" fmla="*/ 149 w 434"/>
              <a:gd name="T81" fmla="*/ 43 h 434"/>
              <a:gd name="T82" fmla="*/ 79 w 434"/>
              <a:gd name="T83" fmla="*/ 157 h 434"/>
              <a:gd name="T84" fmla="*/ 88 w 434"/>
              <a:gd name="T85" fmla="*/ 81 h 434"/>
              <a:gd name="T86" fmla="*/ 127 w 434"/>
              <a:gd name="T87" fmla="*/ 53 h 434"/>
              <a:gd name="T88" fmla="*/ 52 w 434"/>
              <a:gd name="T89" fmla="*/ 127 h 434"/>
              <a:gd name="T90" fmla="*/ 34 w 434"/>
              <a:gd name="T91" fmla="*/ 175 h 434"/>
              <a:gd name="T92" fmla="*/ 52 w 434"/>
              <a:gd name="T93" fmla="*/ 127 h 434"/>
              <a:gd name="T94" fmla="*/ 146 w 434"/>
              <a:gd name="T95" fmla="*/ 289 h 434"/>
              <a:gd name="T96" fmla="*/ 53 w 434"/>
              <a:gd name="T97" fmla="*/ 308 h 434"/>
              <a:gd name="T98" fmla="*/ 35 w 434"/>
              <a:gd name="T99" fmla="*/ 264 h 434"/>
              <a:gd name="T100" fmla="*/ 30 w 434"/>
              <a:gd name="T101" fmla="*/ 228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4" h="434">
                <a:moveTo>
                  <a:pt x="216" y="434"/>
                </a:moveTo>
                <a:lnTo>
                  <a:pt x="216" y="434"/>
                </a:lnTo>
                <a:lnTo>
                  <a:pt x="239" y="433"/>
                </a:lnTo>
                <a:lnTo>
                  <a:pt x="260" y="430"/>
                </a:lnTo>
                <a:lnTo>
                  <a:pt x="281" y="424"/>
                </a:lnTo>
                <a:lnTo>
                  <a:pt x="301" y="417"/>
                </a:lnTo>
                <a:lnTo>
                  <a:pt x="320" y="408"/>
                </a:lnTo>
                <a:lnTo>
                  <a:pt x="338" y="397"/>
                </a:lnTo>
                <a:lnTo>
                  <a:pt x="355" y="384"/>
                </a:lnTo>
                <a:lnTo>
                  <a:pt x="370" y="370"/>
                </a:lnTo>
                <a:lnTo>
                  <a:pt x="370" y="370"/>
                </a:lnTo>
                <a:lnTo>
                  <a:pt x="384" y="355"/>
                </a:lnTo>
                <a:lnTo>
                  <a:pt x="397" y="338"/>
                </a:lnTo>
                <a:lnTo>
                  <a:pt x="407" y="321"/>
                </a:lnTo>
                <a:lnTo>
                  <a:pt x="416" y="301"/>
                </a:lnTo>
                <a:lnTo>
                  <a:pt x="423" y="282"/>
                </a:lnTo>
                <a:lnTo>
                  <a:pt x="430" y="260"/>
                </a:lnTo>
                <a:lnTo>
                  <a:pt x="433" y="239"/>
                </a:lnTo>
                <a:lnTo>
                  <a:pt x="434" y="217"/>
                </a:lnTo>
                <a:lnTo>
                  <a:pt x="434" y="217"/>
                </a:lnTo>
                <a:lnTo>
                  <a:pt x="433" y="195"/>
                </a:lnTo>
                <a:lnTo>
                  <a:pt x="430" y="173"/>
                </a:lnTo>
                <a:lnTo>
                  <a:pt x="423" y="153"/>
                </a:lnTo>
                <a:lnTo>
                  <a:pt x="416" y="132"/>
                </a:lnTo>
                <a:lnTo>
                  <a:pt x="407" y="114"/>
                </a:lnTo>
                <a:lnTo>
                  <a:pt x="397" y="95"/>
                </a:lnTo>
                <a:lnTo>
                  <a:pt x="384" y="79"/>
                </a:lnTo>
                <a:lnTo>
                  <a:pt x="370" y="64"/>
                </a:lnTo>
                <a:lnTo>
                  <a:pt x="370" y="64"/>
                </a:lnTo>
                <a:lnTo>
                  <a:pt x="355" y="49"/>
                </a:lnTo>
                <a:lnTo>
                  <a:pt x="338" y="37"/>
                </a:lnTo>
                <a:lnTo>
                  <a:pt x="320" y="27"/>
                </a:lnTo>
                <a:lnTo>
                  <a:pt x="301" y="17"/>
                </a:lnTo>
                <a:lnTo>
                  <a:pt x="281" y="10"/>
                </a:lnTo>
                <a:lnTo>
                  <a:pt x="260" y="4"/>
                </a:lnTo>
                <a:lnTo>
                  <a:pt x="239" y="1"/>
                </a:lnTo>
                <a:lnTo>
                  <a:pt x="216" y="0"/>
                </a:lnTo>
                <a:lnTo>
                  <a:pt x="216" y="0"/>
                </a:lnTo>
                <a:lnTo>
                  <a:pt x="195" y="1"/>
                </a:lnTo>
                <a:lnTo>
                  <a:pt x="173" y="4"/>
                </a:lnTo>
                <a:lnTo>
                  <a:pt x="152" y="10"/>
                </a:lnTo>
                <a:lnTo>
                  <a:pt x="132" y="17"/>
                </a:lnTo>
                <a:lnTo>
                  <a:pt x="113" y="27"/>
                </a:lnTo>
                <a:lnTo>
                  <a:pt x="95" y="37"/>
                </a:lnTo>
                <a:lnTo>
                  <a:pt x="79" y="49"/>
                </a:lnTo>
                <a:lnTo>
                  <a:pt x="64" y="64"/>
                </a:lnTo>
                <a:lnTo>
                  <a:pt x="64" y="64"/>
                </a:lnTo>
                <a:lnTo>
                  <a:pt x="49" y="79"/>
                </a:lnTo>
                <a:lnTo>
                  <a:pt x="37" y="95"/>
                </a:lnTo>
                <a:lnTo>
                  <a:pt x="26" y="114"/>
                </a:lnTo>
                <a:lnTo>
                  <a:pt x="16" y="132"/>
                </a:lnTo>
                <a:lnTo>
                  <a:pt x="9" y="153"/>
                </a:lnTo>
                <a:lnTo>
                  <a:pt x="4" y="173"/>
                </a:lnTo>
                <a:lnTo>
                  <a:pt x="1" y="195"/>
                </a:lnTo>
                <a:lnTo>
                  <a:pt x="0" y="217"/>
                </a:lnTo>
                <a:lnTo>
                  <a:pt x="0" y="217"/>
                </a:lnTo>
                <a:lnTo>
                  <a:pt x="1" y="239"/>
                </a:lnTo>
                <a:lnTo>
                  <a:pt x="4" y="260"/>
                </a:lnTo>
                <a:lnTo>
                  <a:pt x="9" y="282"/>
                </a:lnTo>
                <a:lnTo>
                  <a:pt x="16" y="301"/>
                </a:lnTo>
                <a:lnTo>
                  <a:pt x="26" y="321"/>
                </a:lnTo>
                <a:lnTo>
                  <a:pt x="37" y="338"/>
                </a:lnTo>
                <a:lnTo>
                  <a:pt x="49" y="355"/>
                </a:lnTo>
                <a:lnTo>
                  <a:pt x="64" y="370"/>
                </a:lnTo>
                <a:lnTo>
                  <a:pt x="64" y="370"/>
                </a:lnTo>
                <a:lnTo>
                  <a:pt x="79" y="384"/>
                </a:lnTo>
                <a:lnTo>
                  <a:pt x="95" y="397"/>
                </a:lnTo>
                <a:lnTo>
                  <a:pt x="113" y="408"/>
                </a:lnTo>
                <a:lnTo>
                  <a:pt x="132" y="417"/>
                </a:lnTo>
                <a:lnTo>
                  <a:pt x="152" y="424"/>
                </a:lnTo>
                <a:lnTo>
                  <a:pt x="173" y="430"/>
                </a:lnTo>
                <a:lnTo>
                  <a:pt x="195" y="433"/>
                </a:lnTo>
                <a:lnTo>
                  <a:pt x="216" y="434"/>
                </a:lnTo>
                <a:lnTo>
                  <a:pt x="216" y="434"/>
                </a:lnTo>
                <a:close/>
                <a:moveTo>
                  <a:pt x="80" y="346"/>
                </a:moveTo>
                <a:lnTo>
                  <a:pt x="118" y="353"/>
                </a:lnTo>
                <a:lnTo>
                  <a:pt x="136" y="387"/>
                </a:lnTo>
                <a:lnTo>
                  <a:pt x="136" y="387"/>
                </a:lnTo>
                <a:lnTo>
                  <a:pt x="121" y="378"/>
                </a:lnTo>
                <a:lnTo>
                  <a:pt x="107" y="368"/>
                </a:lnTo>
                <a:lnTo>
                  <a:pt x="92" y="358"/>
                </a:lnTo>
                <a:lnTo>
                  <a:pt x="80" y="346"/>
                </a:lnTo>
                <a:lnTo>
                  <a:pt x="80" y="346"/>
                </a:lnTo>
                <a:close/>
                <a:moveTo>
                  <a:pt x="263" y="398"/>
                </a:moveTo>
                <a:lnTo>
                  <a:pt x="263" y="398"/>
                </a:lnTo>
                <a:lnTo>
                  <a:pt x="252" y="401"/>
                </a:lnTo>
                <a:lnTo>
                  <a:pt x="240" y="403"/>
                </a:lnTo>
                <a:lnTo>
                  <a:pt x="229" y="404"/>
                </a:lnTo>
                <a:lnTo>
                  <a:pt x="216" y="404"/>
                </a:lnTo>
                <a:lnTo>
                  <a:pt x="204" y="404"/>
                </a:lnTo>
                <a:lnTo>
                  <a:pt x="193" y="403"/>
                </a:lnTo>
                <a:lnTo>
                  <a:pt x="180" y="401"/>
                </a:lnTo>
                <a:lnTo>
                  <a:pt x="169" y="398"/>
                </a:lnTo>
                <a:lnTo>
                  <a:pt x="140" y="348"/>
                </a:lnTo>
                <a:lnTo>
                  <a:pt x="170" y="307"/>
                </a:lnTo>
                <a:lnTo>
                  <a:pt x="170" y="307"/>
                </a:lnTo>
                <a:lnTo>
                  <a:pt x="262" y="307"/>
                </a:lnTo>
                <a:lnTo>
                  <a:pt x="292" y="348"/>
                </a:lnTo>
                <a:lnTo>
                  <a:pt x="263" y="398"/>
                </a:lnTo>
                <a:close/>
                <a:moveTo>
                  <a:pt x="147" y="195"/>
                </a:moveTo>
                <a:lnTo>
                  <a:pt x="216" y="144"/>
                </a:lnTo>
                <a:lnTo>
                  <a:pt x="286" y="195"/>
                </a:lnTo>
                <a:lnTo>
                  <a:pt x="259" y="277"/>
                </a:lnTo>
                <a:lnTo>
                  <a:pt x="259" y="277"/>
                </a:lnTo>
                <a:lnTo>
                  <a:pt x="173" y="277"/>
                </a:lnTo>
                <a:lnTo>
                  <a:pt x="147" y="195"/>
                </a:lnTo>
                <a:close/>
                <a:moveTo>
                  <a:pt x="296" y="387"/>
                </a:moveTo>
                <a:lnTo>
                  <a:pt x="315" y="353"/>
                </a:lnTo>
                <a:lnTo>
                  <a:pt x="353" y="346"/>
                </a:lnTo>
                <a:lnTo>
                  <a:pt x="353" y="346"/>
                </a:lnTo>
                <a:lnTo>
                  <a:pt x="340" y="358"/>
                </a:lnTo>
                <a:lnTo>
                  <a:pt x="326" y="369"/>
                </a:lnTo>
                <a:lnTo>
                  <a:pt x="312" y="378"/>
                </a:lnTo>
                <a:lnTo>
                  <a:pt x="296" y="387"/>
                </a:lnTo>
                <a:lnTo>
                  <a:pt x="296" y="387"/>
                </a:lnTo>
                <a:close/>
                <a:moveTo>
                  <a:pt x="380" y="127"/>
                </a:moveTo>
                <a:lnTo>
                  <a:pt x="380" y="127"/>
                </a:lnTo>
                <a:lnTo>
                  <a:pt x="389" y="143"/>
                </a:lnTo>
                <a:lnTo>
                  <a:pt x="395" y="159"/>
                </a:lnTo>
                <a:lnTo>
                  <a:pt x="399" y="176"/>
                </a:lnTo>
                <a:lnTo>
                  <a:pt x="402" y="194"/>
                </a:lnTo>
                <a:lnTo>
                  <a:pt x="376" y="165"/>
                </a:lnTo>
                <a:lnTo>
                  <a:pt x="380" y="127"/>
                </a:lnTo>
                <a:close/>
                <a:moveTo>
                  <a:pt x="403" y="229"/>
                </a:moveTo>
                <a:lnTo>
                  <a:pt x="403" y="229"/>
                </a:lnTo>
                <a:lnTo>
                  <a:pt x="402" y="241"/>
                </a:lnTo>
                <a:lnTo>
                  <a:pt x="400" y="252"/>
                </a:lnTo>
                <a:lnTo>
                  <a:pt x="398" y="265"/>
                </a:lnTo>
                <a:lnTo>
                  <a:pt x="395" y="276"/>
                </a:lnTo>
                <a:lnTo>
                  <a:pt x="391" y="287"/>
                </a:lnTo>
                <a:lnTo>
                  <a:pt x="385" y="298"/>
                </a:lnTo>
                <a:lnTo>
                  <a:pt x="380" y="309"/>
                </a:lnTo>
                <a:lnTo>
                  <a:pt x="374" y="319"/>
                </a:lnTo>
                <a:lnTo>
                  <a:pt x="317" y="330"/>
                </a:lnTo>
                <a:lnTo>
                  <a:pt x="287" y="289"/>
                </a:lnTo>
                <a:lnTo>
                  <a:pt x="316" y="201"/>
                </a:lnTo>
                <a:lnTo>
                  <a:pt x="364" y="186"/>
                </a:lnTo>
                <a:lnTo>
                  <a:pt x="403" y="229"/>
                </a:lnTo>
                <a:close/>
                <a:moveTo>
                  <a:pt x="362" y="99"/>
                </a:moveTo>
                <a:lnTo>
                  <a:pt x="355" y="157"/>
                </a:lnTo>
                <a:lnTo>
                  <a:pt x="307" y="172"/>
                </a:lnTo>
                <a:lnTo>
                  <a:pt x="232" y="118"/>
                </a:lnTo>
                <a:lnTo>
                  <a:pt x="232" y="68"/>
                </a:lnTo>
                <a:lnTo>
                  <a:pt x="285" y="43"/>
                </a:lnTo>
                <a:lnTo>
                  <a:pt x="285" y="43"/>
                </a:lnTo>
                <a:lnTo>
                  <a:pt x="296" y="48"/>
                </a:lnTo>
                <a:lnTo>
                  <a:pt x="307" y="53"/>
                </a:lnTo>
                <a:lnTo>
                  <a:pt x="317" y="59"/>
                </a:lnTo>
                <a:lnTo>
                  <a:pt x="327" y="66"/>
                </a:lnTo>
                <a:lnTo>
                  <a:pt x="336" y="74"/>
                </a:lnTo>
                <a:lnTo>
                  <a:pt x="345" y="81"/>
                </a:lnTo>
                <a:lnTo>
                  <a:pt x="354" y="90"/>
                </a:lnTo>
                <a:lnTo>
                  <a:pt x="362" y="99"/>
                </a:lnTo>
                <a:lnTo>
                  <a:pt x="362" y="99"/>
                </a:lnTo>
                <a:close/>
                <a:moveTo>
                  <a:pt x="252" y="34"/>
                </a:moveTo>
                <a:lnTo>
                  <a:pt x="216" y="49"/>
                </a:lnTo>
                <a:lnTo>
                  <a:pt x="181" y="33"/>
                </a:lnTo>
                <a:lnTo>
                  <a:pt x="181" y="33"/>
                </a:lnTo>
                <a:lnTo>
                  <a:pt x="199" y="31"/>
                </a:lnTo>
                <a:lnTo>
                  <a:pt x="217" y="30"/>
                </a:lnTo>
                <a:lnTo>
                  <a:pt x="235" y="31"/>
                </a:lnTo>
                <a:lnTo>
                  <a:pt x="252" y="34"/>
                </a:lnTo>
                <a:lnTo>
                  <a:pt x="252" y="34"/>
                </a:lnTo>
                <a:close/>
                <a:moveTo>
                  <a:pt x="149" y="43"/>
                </a:moveTo>
                <a:lnTo>
                  <a:pt x="202" y="68"/>
                </a:lnTo>
                <a:lnTo>
                  <a:pt x="202" y="118"/>
                </a:lnTo>
                <a:lnTo>
                  <a:pt x="126" y="172"/>
                </a:lnTo>
                <a:lnTo>
                  <a:pt x="79" y="157"/>
                </a:lnTo>
                <a:lnTo>
                  <a:pt x="72" y="98"/>
                </a:lnTo>
                <a:lnTo>
                  <a:pt x="72" y="98"/>
                </a:lnTo>
                <a:lnTo>
                  <a:pt x="80" y="89"/>
                </a:lnTo>
                <a:lnTo>
                  <a:pt x="88" y="81"/>
                </a:lnTo>
                <a:lnTo>
                  <a:pt x="97" y="73"/>
                </a:lnTo>
                <a:lnTo>
                  <a:pt x="107" y="66"/>
                </a:lnTo>
                <a:lnTo>
                  <a:pt x="117" y="58"/>
                </a:lnTo>
                <a:lnTo>
                  <a:pt x="127" y="53"/>
                </a:lnTo>
                <a:lnTo>
                  <a:pt x="137" y="47"/>
                </a:lnTo>
                <a:lnTo>
                  <a:pt x="149" y="43"/>
                </a:lnTo>
                <a:lnTo>
                  <a:pt x="149" y="43"/>
                </a:lnTo>
                <a:close/>
                <a:moveTo>
                  <a:pt x="52" y="127"/>
                </a:moveTo>
                <a:lnTo>
                  <a:pt x="57" y="165"/>
                </a:lnTo>
                <a:lnTo>
                  <a:pt x="31" y="194"/>
                </a:lnTo>
                <a:lnTo>
                  <a:pt x="31" y="194"/>
                </a:lnTo>
                <a:lnTo>
                  <a:pt x="34" y="175"/>
                </a:lnTo>
                <a:lnTo>
                  <a:pt x="39" y="159"/>
                </a:lnTo>
                <a:lnTo>
                  <a:pt x="45" y="143"/>
                </a:lnTo>
                <a:lnTo>
                  <a:pt x="52" y="127"/>
                </a:lnTo>
                <a:lnTo>
                  <a:pt x="52" y="127"/>
                </a:lnTo>
                <a:close/>
                <a:moveTo>
                  <a:pt x="30" y="228"/>
                </a:moveTo>
                <a:lnTo>
                  <a:pt x="70" y="185"/>
                </a:lnTo>
                <a:lnTo>
                  <a:pt x="117" y="201"/>
                </a:lnTo>
                <a:lnTo>
                  <a:pt x="146" y="289"/>
                </a:lnTo>
                <a:lnTo>
                  <a:pt x="117" y="330"/>
                </a:lnTo>
                <a:lnTo>
                  <a:pt x="59" y="318"/>
                </a:lnTo>
                <a:lnTo>
                  <a:pt x="59" y="318"/>
                </a:lnTo>
                <a:lnTo>
                  <a:pt x="53" y="308"/>
                </a:lnTo>
                <a:lnTo>
                  <a:pt x="47" y="297"/>
                </a:lnTo>
                <a:lnTo>
                  <a:pt x="43" y="286"/>
                </a:lnTo>
                <a:lnTo>
                  <a:pt x="39" y="276"/>
                </a:lnTo>
                <a:lnTo>
                  <a:pt x="35" y="264"/>
                </a:lnTo>
                <a:lnTo>
                  <a:pt x="33" y="252"/>
                </a:lnTo>
                <a:lnTo>
                  <a:pt x="31" y="240"/>
                </a:lnTo>
                <a:lnTo>
                  <a:pt x="30" y="228"/>
                </a:lnTo>
                <a:lnTo>
                  <a:pt x="30" y="228"/>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ln w="0"/>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A06A3EAE-F7FD-43C0-AEBA-D5F6ACB8CC3D}"/>
              </a:ext>
            </a:extLst>
          </p:cNvPr>
          <p:cNvSpPr txBox="1"/>
          <p:nvPr/>
        </p:nvSpPr>
        <p:spPr>
          <a:xfrm rot="16200000">
            <a:off x="783500" y="3093133"/>
            <a:ext cx="3823137" cy="379656"/>
          </a:xfrm>
          <a:prstGeom prst="rect">
            <a:avLst/>
          </a:prstGeom>
          <a:noFill/>
        </p:spPr>
        <p:txBody>
          <a:bodyPr wrap="square" rtlCol="0">
            <a:spAutoFit/>
          </a:bodyPr>
          <a:lstStyle/>
          <a:p>
            <a:pPr algn="ctr"/>
            <a:r>
              <a:rPr lang="en-US" sz="1867">
                <a:solidFill>
                  <a:prstClr val="black"/>
                </a:solidFill>
                <a:cs typeface="Times New Roman" pitchFamily="18" charset="0"/>
              </a:rPr>
              <a:t>Sweat Sodium Loss (mmol/h)</a:t>
            </a:r>
          </a:p>
        </p:txBody>
      </p:sp>
      <p:sp>
        <p:nvSpPr>
          <p:cNvPr id="10" name="TextBox 9">
            <a:extLst>
              <a:ext uri="{FF2B5EF4-FFF2-40B4-BE49-F238E27FC236}">
                <a16:creationId xmlns:a16="http://schemas.microsoft.com/office/drawing/2014/main" id="{91906C18-CBF2-497C-BDD7-CE82BB3AFA64}"/>
              </a:ext>
            </a:extLst>
          </p:cNvPr>
          <p:cNvSpPr txBox="1"/>
          <p:nvPr/>
        </p:nvSpPr>
        <p:spPr>
          <a:xfrm>
            <a:off x="7143839" y="5607632"/>
            <a:ext cx="1219200" cy="338554"/>
          </a:xfrm>
          <a:prstGeom prst="rect">
            <a:avLst/>
          </a:prstGeom>
          <a:noFill/>
        </p:spPr>
        <p:txBody>
          <a:bodyPr wrap="square" rtlCol="0">
            <a:spAutoFit/>
          </a:bodyPr>
          <a:lstStyle/>
          <a:p>
            <a:r>
              <a:rPr lang="en-US" sz="1600"/>
              <a:t>n=255</a:t>
            </a:r>
          </a:p>
        </p:txBody>
      </p:sp>
      <p:sp>
        <p:nvSpPr>
          <p:cNvPr id="11" name="TextBox 10">
            <a:extLst>
              <a:ext uri="{FF2B5EF4-FFF2-40B4-BE49-F238E27FC236}">
                <a16:creationId xmlns:a16="http://schemas.microsoft.com/office/drawing/2014/main" id="{C6432BAC-D82D-4659-B548-796BF2717BC8}"/>
              </a:ext>
            </a:extLst>
          </p:cNvPr>
          <p:cNvSpPr txBox="1"/>
          <p:nvPr/>
        </p:nvSpPr>
        <p:spPr>
          <a:xfrm>
            <a:off x="8317176" y="5600806"/>
            <a:ext cx="1219200" cy="338554"/>
          </a:xfrm>
          <a:prstGeom prst="rect">
            <a:avLst/>
          </a:prstGeom>
          <a:noFill/>
        </p:spPr>
        <p:txBody>
          <a:bodyPr wrap="square" rtlCol="0">
            <a:spAutoFit/>
          </a:bodyPr>
          <a:lstStyle/>
          <a:p>
            <a:r>
              <a:rPr lang="en-US" sz="1600"/>
              <a:t>n=271</a:t>
            </a:r>
          </a:p>
        </p:txBody>
      </p:sp>
      <p:sp>
        <p:nvSpPr>
          <p:cNvPr id="12" name="TextBox 11">
            <a:extLst>
              <a:ext uri="{FF2B5EF4-FFF2-40B4-BE49-F238E27FC236}">
                <a16:creationId xmlns:a16="http://schemas.microsoft.com/office/drawing/2014/main" id="{C2C97AF9-D493-40FB-8271-6453EBE98312}"/>
              </a:ext>
            </a:extLst>
          </p:cNvPr>
          <p:cNvSpPr txBox="1"/>
          <p:nvPr/>
        </p:nvSpPr>
        <p:spPr>
          <a:xfrm>
            <a:off x="5985004" y="5608388"/>
            <a:ext cx="1219200" cy="338554"/>
          </a:xfrm>
          <a:prstGeom prst="rect">
            <a:avLst/>
          </a:prstGeom>
          <a:noFill/>
        </p:spPr>
        <p:txBody>
          <a:bodyPr wrap="square" rtlCol="0">
            <a:spAutoFit/>
          </a:bodyPr>
          <a:lstStyle/>
          <a:p>
            <a:r>
              <a:rPr lang="en-US" sz="1600"/>
              <a:t>n=196</a:t>
            </a:r>
          </a:p>
        </p:txBody>
      </p:sp>
      <p:sp>
        <p:nvSpPr>
          <p:cNvPr id="13" name="TextBox 12">
            <a:extLst>
              <a:ext uri="{FF2B5EF4-FFF2-40B4-BE49-F238E27FC236}">
                <a16:creationId xmlns:a16="http://schemas.microsoft.com/office/drawing/2014/main" id="{DF3A9474-6BE7-4D4C-96EF-91C23036709B}"/>
              </a:ext>
            </a:extLst>
          </p:cNvPr>
          <p:cNvSpPr txBox="1"/>
          <p:nvPr/>
        </p:nvSpPr>
        <p:spPr>
          <a:xfrm>
            <a:off x="4783311" y="5607668"/>
            <a:ext cx="1219200" cy="338554"/>
          </a:xfrm>
          <a:prstGeom prst="rect">
            <a:avLst/>
          </a:prstGeom>
          <a:noFill/>
        </p:spPr>
        <p:txBody>
          <a:bodyPr wrap="square" rtlCol="0">
            <a:spAutoFit/>
          </a:bodyPr>
          <a:lstStyle/>
          <a:p>
            <a:r>
              <a:rPr lang="en-US" sz="1600"/>
              <a:t>n=268</a:t>
            </a:r>
          </a:p>
        </p:txBody>
      </p:sp>
      <p:sp>
        <p:nvSpPr>
          <p:cNvPr id="14" name="TextBox 13">
            <a:extLst>
              <a:ext uri="{FF2B5EF4-FFF2-40B4-BE49-F238E27FC236}">
                <a16:creationId xmlns:a16="http://schemas.microsoft.com/office/drawing/2014/main" id="{EFB574E2-DBE2-494A-8205-CF6B3E0D2B4C}"/>
              </a:ext>
            </a:extLst>
          </p:cNvPr>
          <p:cNvSpPr txBox="1"/>
          <p:nvPr/>
        </p:nvSpPr>
        <p:spPr>
          <a:xfrm>
            <a:off x="3859879" y="2963190"/>
            <a:ext cx="197148" cy="297454"/>
          </a:xfrm>
          <a:prstGeom prst="rect">
            <a:avLst/>
          </a:prstGeom>
          <a:noFill/>
        </p:spPr>
        <p:txBody>
          <a:bodyPr wrap="square" rtlCol="0">
            <a:spAutoFit/>
          </a:bodyPr>
          <a:lstStyle/>
          <a:p>
            <a:r>
              <a:rPr lang="en-US" sz="1333"/>
              <a:t>a</a:t>
            </a:r>
          </a:p>
        </p:txBody>
      </p:sp>
      <p:sp>
        <p:nvSpPr>
          <p:cNvPr id="15" name="TextBox 14">
            <a:extLst>
              <a:ext uri="{FF2B5EF4-FFF2-40B4-BE49-F238E27FC236}">
                <a16:creationId xmlns:a16="http://schemas.microsoft.com/office/drawing/2014/main" id="{8940B2E4-994C-4D8B-A08E-7DC71FB0DE6C}"/>
              </a:ext>
            </a:extLst>
          </p:cNvPr>
          <p:cNvSpPr txBox="1"/>
          <p:nvPr/>
        </p:nvSpPr>
        <p:spPr>
          <a:xfrm>
            <a:off x="4957588" y="2600713"/>
            <a:ext cx="525121" cy="297454"/>
          </a:xfrm>
          <a:prstGeom prst="rect">
            <a:avLst/>
          </a:prstGeom>
          <a:noFill/>
        </p:spPr>
        <p:txBody>
          <a:bodyPr wrap="square" rtlCol="0">
            <a:spAutoFit/>
          </a:bodyPr>
          <a:lstStyle/>
          <a:p>
            <a:r>
              <a:rPr lang="en-US" sz="1333"/>
              <a:t>ab</a:t>
            </a:r>
          </a:p>
        </p:txBody>
      </p:sp>
      <p:sp>
        <p:nvSpPr>
          <p:cNvPr id="16" name="TextBox 15">
            <a:extLst>
              <a:ext uri="{FF2B5EF4-FFF2-40B4-BE49-F238E27FC236}">
                <a16:creationId xmlns:a16="http://schemas.microsoft.com/office/drawing/2014/main" id="{57F0909E-4C81-4479-B126-4B6626C284BD}"/>
              </a:ext>
            </a:extLst>
          </p:cNvPr>
          <p:cNvSpPr txBox="1"/>
          <p:nvPr/>
        </p:nvSpPr>
        <p:spPr>
          <a:xfrm>
            <a:off x="6190263" y="2570435"/>
            <a:ext cx="197148" cy="297454"/>
          </a:xfrm>
          <a:prstGeom prst="rect">
            <a:avLst/>
          </a:prstGeom>
          <a:noFill/>
        </p:spPr>
        <p:txBody>
          <a:bodyPr wrap="square" rtlCol="0">
            <a:spAutoFit/>
          </a:bodyPr>
          <a:lstStyle/>
          <a:p>
            <a:r>
              <a:rPr lang="en-US" sz="1333"/>
              <a:t>b</a:t>
            </a:r>
          </a:p>
        </p:txBody>
      </p:sp>
      <p:sp>
        <p:nvSpPr>
          <p:cNvPr id="17" name="TextBox 16">
            <a:extLst>
              <a:ext uri="{FF2B5EF4-FFF2-40B4-BE49-F238E27FC236}">
                <a16:creationId xmlns:a16="http://schemas.microsoft.com/office/drawing/2014/main" id="{2A22A58E-E58C-4069-A49B-75E81ED73230}"/>
              </a:ext>
            </a:extLst>
          </p:cNvPr>
          <p:cNvSpPr txBox="1"/>
          <p:nvPr/>
        </p:nvSpPr>
        <p:spPr>
          <a:xfrm>
            <a:off x="7349362" y="1711351"/>
            <a:ext cx="197148" cy="297454"/>
          </a:xfrm>
          <a:prstGeom prst="rect">
            <a:avLst/>
          </a:prstGeom>
          <a:noFill/>
        </p:spPr>
        <p:txBody>
          <a:bodyPr wrap="square" rtlCol="0">
            <a:spAutoFit/>
          </a:bodyPr>
          <a:lstStyle/>
          <a:p>
            <a:r>
              <a:rPr lang="en-US" sz="1333"/>
              <a:t>c</a:t>
            </a:r>
          </a:p>
        </p:txBody>
      </p:sp>
      <p:sp>
        <p:nvSpPr>
          <p:cNvPr id="18" name="TextBox 17">
            <a:extLst>
              <a:ext uri="{FF2B5EF4-FFF2-40B4-BE49-F238E27FC236}">
                <a16:creationId xmlns:a16="http://schemas.microsoft.com/office/drawing/2014/main" id="{0CD3DA9E-CC18-4F7E-823D-D52B73D0B475}"/>
              </a:ext>
            </a:extLst>
          </p:cNvPr>
          <p:cNvSpPr txBox="1"/>
          <p:nvPr/>
        </p:nvSpPr>
        <p:spPr>
          <a:xfrm>
            <a:off x="8572146" y="1338423"/>
            <a:ext cx="197148" cy="297454"/>
          </a:xfrm>
          <a:prstGeom prst="rect">
            <a:avLst/>
          </a:prstGeom>
          <a:noFill/>
        </p:spPr>
        <p:txBody>
          <a:bodyPr wrap="square" rtlCol="0">
            <a:spAutoFit/>
          </a:bodyPr>
          <a:lstStyle/>
          <a:p>
            <a:r>
              <a:rPr lang="en-US" sz="1333"/>
              <a:t>c</a:t>
            </a:r>
          </a:p>
        </p:txBody>
      </p:sp>
      <p:sp>
        <p:nvSpPr>
          <p:cNvPr id="19" name="TextBox 18">
            <a:extLst>
              <a:ext uri="{FF2B5EF4-FFF2-40B4-BE49-F238E27FC236}">
                <a16:creationId xmlns:a16="http://schemas.microsoft.com/office/drawing/2014/main" id="{09B82619-960A-4F93-9BC0-F79061761C32}"/>
              </a:ext>
            </a:extLst>
          </p:cNvPr>
          <p:cNvSpPr txBox="1"/>
          <p:nvPr/>
        </p:nvSpPr>
        <p:spPr>
          <a:xfrm>
            <a:off x="9450983" y="2968411"/>
            <a:ext cx="1563859" cy="912814"/>
          </a:xfrm>
          <a:prstGeom prst="rect">
            <a:avLst/>
          </a:prstGeom>
          <a:noFill/>
        </p:spPr>
        <p:txBody>
          <a:bodyPr wrap="square" rtlCol="0">
            <a:spAutoFit/>
          </a:bodyPr>
          <a:lstStyle/>
          <a:p>
            <a:r>
              <a:rPr lang="en-US" sz="1333"/>
              <a:t>Sports sharing same letter are not different (p&gt;0.05)</a:t>
            </a:r>
          </a:p>
        </p:txBody>
      </p:sp>
      <p:pic>
        <p:nvPicPr>
          <p:cNvPr id="20" name="Picture 8">
            <a:extLst>
              <a:ext uri="{FF2B5EF4-FFF2-40B4-BE49-F238E27FC236}">
                <a16:creationId xmlns:a16="http://schemas.microsoft.com/office/drawing/2014/main" id="{7E8050D4-95B2-417B-890D-2C0A5ACD678A}"/>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7132115" y="5063913"/>
            <a:ext cx="713615" cy="518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1" name="Group 20">
            <a:extLst>
              <a:ext uri="{FF2B5EF4-FFF2-40B4-BE49-F238E27FC236}">
                <a16:creationId xmlns:a16="http://schemas.microsoft.com/office/drawing/2014/main" id="{821929D9-984E-4A8C-933A-BD5CBDB9D451}"/>
              </a:ext>
            </a:extLst>
          </p:cNvPr>
          <p:cNvGrpSpPr/>
          <p:nvPr/>
        </p:nvGrpSpPr>
        <p:grpSpPr>
          <a:xfrm>
            <a:off x="8394997" y="5057139"/>
            <a:ext cx="498652" cy="518676"/>
            <a:chOff x="5840413" y="1498600"/>
            <a:chExt cx="688975" cy="688975"/>
          </a:xfrm>
          <a:solidFill>
            <a:srgbClr val="335720"/>
          </a:solidFill>
        </p:grpSpPr>
        <p:sp>
          <p:nvSpPr>
            <p:cNvPr id="22" name="Freeform 5">
              <a:extLst>
                <a:ext uri="{FF2B5EF4-FFF2-40B4-BE49-F238E27FC236}">
                  <a16:creationId xmlns:a16="http://schemas.microsoft.com/office/drawing/2014/main" id="{3AC8FCBF-431D-4CBB-9832-2239CC2FD3E3}"/>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sp>
          <p:nvSpPr>
            <p:cNvPr id="23" name="Freeform 6">
              <a:extLst>
                <a:ext uri="{FF2B5EF4-FFF2-40B4-BE49-F238E27FC236}">
                  <a16:creationId xmlns:a16="http://schemas.microsoft.com/office/drawing/2014/main" id="{E3A5B3A7-58EE-44EC-AACE-570D0674C2D6}"/>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sp>
          <p:nvSpPr>
            <p:cNvPr id="24" name="Freeform 7">
              <a:extLst>
                <a:ext uri="{FF2B5EF4-FFF2-40B4-BE49-F238E27FC236}">
                  <a16:creationId xmlns:a16="http://schemas.microsoft.com/office/drawing/2014/main" id="{A7578949-3E5A-48A2-9C0F-3A5DF05D3268}"/>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wrap="square" lIns="121920" tIns="60960" rIns="121920" bIns="60960" numCol="1" anchor="t" anchorCtr="0" compatLnSpc="1">
              <a:prstTxWarp prst="textNoShape">
                <a:avLst/>
              </a:prstTxWarp>
            </a:bodyPr>
            <a:lstStyle/>
            <a:p>
              <a:endParaRPr lang="en-US" sz="2400"/>
            </a:p>
          </p:txBody>
        </p:sp>
      </p:grpSp>
      <p:sp>
        <p:nvSpPr>
          <p:cNvPr id="25" name="TextBox 24">
            <a:extLst>
              <a:ext uri="{FF2B5EF4-FFF2-40B4-BE49-F238E27FC236}">
                <a16:creationId xmlns:a16="http://schemas.microsoft.com/office/drawing/2014/main" id="{5A70EC52-B2D4-427F-A1A1-AC998C9086B9}"/>
              </a:ext>
            </a:extLst>
          </p:cNvPr>
          <p:cNvSpPr txBox="1"/>
          <p:nvPr/>
        </p:nvSpPr>
        <p:spPr>
          <a:xfrm>
            <a:off x="3597808" y="5610319"/>
            <a:ext cx="1219200" cy="338554"/>
          </a:xfrm>
          <a:prstGeom prst="rect">
            <a:avLst/>
          </a:prstGeom>
          <a:noFill/>
        </p:spPr>
        <p:txBody>
          <a:bodyPr wrap="square" rtlCol="0">
            <a:spAutoFit/>
          </a:bodyPr>
          <a:lstStyle/>
          <a:p>
            <a:r>
              <a:rPr lang="en-US" sz="1600"/>
              <a:t>n=161</a:t>
            </a:r>
          </a:p>
        </p:txBody>
      </p:sp>
      <p:sp>
        <p:nvSpPr>
          <p:cNvPr id="27" name="Rectangle 26">
            <a:extLst>
              <a:ext uri="{FF2B5EF4-FFF2-40B4-BE49-F238E27FC236}">
                <a16:creationId xmlns:a16="http://schemas.microsoft.com/office/drawing/2014/main" id="{4B401F8A-2AF9-4B32-BBCF-DC9ED99E0202}"/>
              </a:ext>
            </a:extLst>
          </p:cNvPr>
          <p:cNvSpPr/>
          <p:nvPr/>
        </p:nvSpPr>
        <p:spPr>
          <a:xfrm>
            <a:off x="5424257" y="6596390"/>
            <a:ext cx="6767744" cy="253916"/>
          </a:xfrm>
          <a:prstGeom prst="rect">
            <a:avLst/>
          </a:prstGeom>
        </p:spPr>
        <p:txBody>
          <a:bodyPr wrap="square">
            <a:spAutoFit/>
          </a:bodyPr>
          <a:lstStyle/>
          <a:p>
            <a:pPr algn="r"/>
            <a:r>
              <a:rPr lang="en-US" sz="1050" dirty="0">
                <a:solidFill>
                  <a:schemeClr val="bg1"/>
                </a:solidFill>
              </a:rPr>
              <a:t>Barnes KA, Anderson ML, Stofan JR, et. al. </a:t>
            </a:r>
            <a:r>
              <a:rPr lang="en-US" sz="1050" i="1" dirty="0">
                <a:solidFill>
                  <a:schemeClr val="bg1"/>
                </a:solidFill>
              </a:rPr>
              <a:t>J Sports Sci.</a:t>
            </a:r>
            <a:r>
              <a:rPr lang="en-US" sz="1050" dirty="0">
                <a:solidFill>
                  <a:schemeClr val="bg1"/>
                </a:solidFill>
              </a:rPr>
              <a:t> 2019;37(20):2356-2366</a:t>
            </a:r>
          </a:p>
        </p:txBody>
      </p:sp>
      <p:cxnSp>
        <p:nvCxnSpPr>
          <p:cNvPr id="26" name="Straight Connector 25">
            <a:extLst>
              <a:ext uri="{FF2B5EF4-FFF2-40B4-BE49-F238E27FC236}">
                <a16:creationId xmlns:a16="http://schemas.microsoft.com/office/drawing/2014/main" id="{BDCF41FD-518E-744B-97F6-15B56B31E806}"/>
              </a:ext>
            </a:extLst>
          </p:cNvPr>
          <p:cNvCxnSpPr>
            <a:cxnSpLocks/>
          </p:cNvCxnSpPr>
          <p:nvPr/>
        </p:nvCxnSpPr>
        <p:spPr>
          <a:xfrm>
            <a:off x="861848" y="1124607"/>
            <a:ext cx="10152994"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2501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p:txBody>
          <a:bodyPr/>
          <a:lstStyle/>
          <a:p>
            <a:pPr marL="342900" indent="-342900">
              <a:spcAft>
                <a:spcPts val="0"/>
              </a:spcAft>
              <a:buFont typeface="Wingdings" panose="05000000000000000000" pitchFamily="2" charset="2"/>
              <a:buChar char="ü"/>
            </a:pPr>
            <a:r>
              <a:rPr lang="en-US"/>
              <a:t>Absorbent sweat patch</a:t>
            </a:r>
          </a:p>
          <a:p>
            <a:pPr marL="342900" indent="-342900">
              <a:spcAft>
                <a:spcPts val="0"/>
              </a:spcAft>
              <a:buFont typeface="Wingdings" panose="05000000000000000000" pitchFamily="2" charset="2"/>
              <a:buChar char="ü"/>
            </a:pPr>
            <a:r>
              <a:rPr lang="en-US"/>
              <a:t>Forceps</a:t>
            </a:r>
          </a:p>
          <a:p>
            <a:pPr marL="342900" indent="-342900">
              <a:spcAft>
                <a:spcPts val="0"/>
              </a:spcAft>
              <a:buFont typeface="Wingdings" panose="05000000000000000000" pitchFamily="2" charset="2"/>
              <a:buChar char="ü"/>
            </a:pPr>
            <a:r>
              <a:rPr lang="en-US"/>
              <a:t>Alcohol wipes and/or deionized water</a:t>
            </a:r>
          </a:p>
          <a:p>
            <a:pPr marL="342900" indent="-342900">
              <a:spcAft>
                <a:spcPts val="0"/>
              </a:spcAft>
              <a:buFont typeface="Wingdings" panose="05000000000000000000" pitchFamily="2" charset="2"/>
              <a:buChar char="ü"/>
            </a:pPr>
            <a:r>
              <a:rPr lang="en-US"/>
              <a:t>Gauze or paper towels</a:t>
            </a:r>
          </a:p>
          <a:p>
            <a:pPr marL="342900" indent="-342900">
              <a:spcAft>
                <a:spcPts val="0"/>
              </a:spcAft>
              <a:buFont typeface="Wingdings" panose="05000000000000000000" pitchFamily="2" charset="2"/>
              <a:buChar char="ü"/>
            </a:pPr>
            <a:r>
              <a:rPr lang="en-US"/>
              <a:t>Gloves</a:t>
            </a:r>
          </a:p>
          <a:p>
            <a:pPr marL="342900" indent="-342900">
              <a:spcAft>
                <a:spcPts val="0"/>
              </a:spcAft>
              <a:buFont typeface="Wingdings" panose="05000000000000000000" pitchFamily="2" charset="2"/>
              <a:buChar char="ü"/>
            </a:pPr>
            <a:r>
              <a:rPr lang="en-US"/>
              <a:t>Storage tube</a:t>
            </a:r>
          </a:p>
          <a:p>
            <a:pPr marL="342900" indent="-342900">
              <a:spcAft>
                <a:spcPts val="0"/>
              </a:spcAft>
              <a:buFont typeface="Wingdings" panose="05000000000000000000" pitchFamily="2" charset="2"/>
              <a:buChar char="ü"/>
            </a:pPr>
            <a:r>
              <a:rPr lang="en-US"/>
              <a:t>Analytical device </a:t>
            </a:r>
          </a:p>
        </p:txBody>
      </p:sp>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a:xfrm>
            <a:off x="861847" y="538073"/>
            <a:ext cx="10870607" cy="849858"/>
          </a:xfrm>
        </p:spPr>
        <p:txBody>
          <a:bodyPr/>
          <a:lstStyle/>
          <a:p>
            <a:r>
              <a:rPr lang="en-US"/>
              <a:t>Data Collection – Sweat Sodium Concentration</a:t>
            </a:r>
          </a:p>
        </p:txBody>
      </p:sp>
      <p:sp>
        <p:nvSpPr>
          <p:cNvPr id="4" name="Text Placeholder 3">
            <a:extLst>
              <a:ext uri="{FF2B5EF4-FFF2-40B4-BE49-F238E27FC236}">
                <a16:creationId xmlns:a16="http://schemas.microsoft.com/office/drawing/2014/main" id="{FEAA9CCF-8DD1-4B1D-8EFC-1623A02C5296}"/>
              </a:ext>
            </a:extLst>
          </p:cNvPr>
          <p:cNvSpPr>
            <a:spLocks noGrp="1"/>
          </p:cNvSpPr>
          <p:nvPr>
            <p:ph type="body" sz="quarter" idx="11"/>
          </p:nvPr>
        </p:nvSpPr>
        <p:spPr>
          <a:xfrm>
            <a:off x="5447749" y="2053507"/>
            <a:ext cx="5148740" cy="3968221"/>
          </a:xfrm>
        </p:spPr>
        <p:txBody>
          <a:bodyPr/>
          <a:lstStyle/>
          <a:p>
            <a:pPr>
              <a:spcBef>
                <a:spcPts val="600"/>
              </a:spcBef>
              <a:spcAft>
                <a:spcPts val="0"/>
              </a:spcAft>
            </a:pPr>
            <a:r>
              <a:rPr lang="en-US" sz="1600" u="sng"/>
              <a:t>Before Exercise</a:t>
            </a:r>
          </a:p>
          <a:p>
            <a:pPr marL="342900" indent="-342900">
              <a:spcBef>
                <a:spcPts val="600"/>
              </a:spcBef>
              <a:spcAft>
                <a:spcPts val="0"/>
              </a:spcAft>
              <a:buFont typeface="Wingdings" panose="05000000000000000000" pitchFamily="2" charset="2"/>
              <a:buChar char="ü"/>
            </a:pPr>
            <a:r>
              <a:rPr lang="en-US" sz="1600"/>
              <a:t>Clean the athlete’s forearm with alcohol and/or deionized water, wipe dry</a:t>
            </a:r>
          </a:p>
          <a:p>
            <a:pPr marL="342900" indent="-342900">
              <a:spcBef>
                <a:spcPts val="600"/>
              </a:spcBef>
              <a:spcAft>
                <a:spcPts val="0"/>
              </a:spcAft>
              <a:buFont typeface="Wingdings" panose="05000000000000000000" pitchFamily="2" charset="2"/>
              <a:buChar char="ü"/>
            </a:pPr>
            <a:r>
              <a:rPr lang="en-US" sz="1600"/>
              <a:t>Apply patch to mid-forearm</a:t>
            </a:r>
          </a:p>
          <a:p>
            <a:pPr>
              <a:spcBef>
                <a:spcPts val="600"/>
              </a:spcBef>
              <a:spcAft>
                <a:spcPts val="0"/>
              </a:spcAft>
            </a:pPr>
            <a:r>
              <a:rPr lang="en-US" sz="1600" u="sng"/>
              <a:t>During/After Exercise</a:t>
            </a:r>
          </a:p>
          <a:p>
            <a:pPr marL="285750" indent="-285750">
              <a:spcBef>
                <a:spcPts val="600"/>
              </a:spcBef>
              <a:spcAft>
                <a:spcPts val="0"/>
              </a:spcAft>
              <a:buFont typeface="Wingdings" panose="05000000000000000000" pitchFamily="2" charset="2"/>
              <a:buChar char="ü"/>
            </a:pPr>
            <a:r>
              <a:rPr lang="en-US" sz="1600"/>
              <a:t>Monitor patch via visual inspection</a:t>
            </a:r>
          </a:p>
          <a:p>
            <a:pPr marL="285750" indent="-285750">
              <a:spcBef>
                <a:spcPts val="600"/>
              </a:spcBef>
              <a:spcAft>
                <a:spcPts val="0"/>
              </a:spcAft>
              <a:buFont typeface="Wingdings" panose="05000000000000000000" pitchFamily="2" charset="2"/>
              <a:buChar char="ü"/>
            </a:pPr>
            <a:r>
              <a:rPr lang="en-US" sz="1600"/>
              <a:t>Use gloved hands and clean forceps to remove patch upon moderate saturation</a:t>
            </a:r>
          </a:p>
          <a:p>
            <a:pPr marL="285750" indent="-285750">
              <a:spcBef>
                <a:spcPts val="600"/>
              </a:spcBef>
              <a:spcAft>
                <a:spcPts val="0"/>
              </a:spcAft>
              <a:buFont typeface="Wingdings" panose="05000000000000000000" pitchFamily="2" charset="2"/>
              <a:buChar char="ü"/>
            </a:pPr>
            <a:r>
              <a:rPr lang="en-US" sz="1600"/>
              <a:t>Place absorbent pad into storage tube</a:t>
            </a:r>
          </a:p>
          <a:p>
            <a:pPr>
              <a:spcBef>
                <a:spcPts val="600"/>
              </a:spcBef>
              <a:spcAft>
                <a:spcPts val="0"/>
              </a:spcAft>
            </a:pPr>
            <a:r>
              <a:rPr lang="en-US" sz="1600" u="sng"/>
              <a:t>Storage/</a:t>
            </a:r>
            <a:r>
              <a:rPr lang="en-US" sz="1600" u="sng" err="1"/>
              <a:t>Anlaysis</a:t>
            </a:r>
            <a:endParaRPr lang="en-US" sz="1600" u="sng"/>
          </a:p>
          <a:p>
            <a:pPr marL="342900" indent="-342900">
              <a:spcBef>
                <a:spcPts val="600"/>
              </a:spcBef>
              <a:spcAft>
                <a:spcPts val="0"/>
              </a:spcAft>
              <a:buFont typeface="Wingdings" panose="05000000000000000000" pitchFamily="2" charset="2"/>
              <a:buChar char="ü"/>
            </a:pPr>
            <a:r>
              <a:rPr lang="en-US" sz="1600"/>
              <a:t>If analysis is not done immediately, seal tube and store refrigerated for up to 1 week</a:t>
            </a:r>
          </a:p>
          <a:p>
            <a:pPr marL="342900" indent="-342900">
              <a:spcBef>
                <a:spcPts val="600"/>
              </a:spcBef>
              <a:spcAft>
                <a:spcPts val="0"/>
              </a:spcAft>
              <a:buFont typeface="Wingdings" panose="05000000000000000000" pitchFamily="2" charset="2"/>
              <a:buChar char="ü"/>
            </a:pPr>
            <a:r>
              <a:rPr lang="en-US" sz="1600"/>
              <a:t>Measure sodium concentration using ion chromatography or ion selective electrode </a:t>
            </a:r>
          </a:p>
          <a:p>
            <a:pPr marL="342900" indent="-342900">
              <a:spcBef>
                <a:spcPts val="600"/>
              </a:spcBef>
              <a:spcAft>
                <a:spcPts val="0"/>
              </a:spcAft>
              <a:buFont typeface="Wingdings" panose="05000000000000000000" pitchFamily="2" charset="2"/>
              <a:buChar char="ü"/>
            </a:pPr>
            <a:r>
              <a:rPr lang="en-US" sz="1600"/>
              <a:t>Use published regression equations to predict whole body sweat sodium concentration </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Supplies needed</a:t>
            </a:r>
          </a:p>
        </p:txBody>
      </p:sp>
      <p:sp>
        <p:nvSpPr>
          <p:cNvPr id="6" name="Text Placeholder 5">
            <a:extLst>
              <a:ext uri="{FF2B5EF4-FFF2-40B4-BE49-F238E27FC236}">
                <a16:creationId xmlns:a16="http://schemas.microsoft.com/office/drawing/2014/main" id="{28DD8C42-3C07-4D0B-AE86-DDFB7D075136}"/>
              </a:ext>
            </a:extLst>
          </p:cNvPr>
          <p:cNvSpPr>
            <a:spLocks noGrp="1"/>
          </p:cNvSpPr>
          <p:nvPr>
            <p:ph type="body" sz="quarter" idx="13"/>
          </p:nvPr>
        </p:nvSpPr>
        <p:spPr>
          <a:xfrm>
            <a:off x="5447748" y="1510572"/>
            <a:ext cx="5031931" cy="508219"/>
          </a:xfrm>
        </p:spPr>
        <p:txBody>
          <a:bodyPr/>
          <a:lstStyle/>
          <a:p>
            <a:r>
              <a:rPr lang="en-US"/>
              <a:t>Instructions</a:t>
            </a:r>
          </a:p>
        </p:txBody>
      </p:sp>
      <p:grpSp>
        <p:nvGrpSpPr>
          <p:cNvPr id="11" name="Group 10">
            <a:extLst>
              <a:ext uri="{FF2B5EF4-FFF2-40B4-BE49-F238E27FC236}">
                <a16:creationId xmlns:a16="http://schemas.microsoft.com/office/drawing/2014/main" id="{4EAB2DEB-6F2F-419E-BA52-B7F7DC380E1F}"/>
              </a:ext>
            </a:extLst>
          </p:cNvPr>
          <p:cNvGrpSpPr/>
          <p:nvPr/>
        </p:nvGrpSpPr>
        <p:grpSpPr>
          <a:xfrm>
            <a:off x="1301841" y="5498307"/>
            <a:ext cx="558402" cy="681082"/>
            <a:chOff x="1017735" y="5550358"/>
            <a:chExt cx="469969" cy="568998"/>
          </a:xfrm>
        </p:grpSpPr>
        <p:sp>
          <p:nvSpPr>
            <p:cNvPr id="10" name="Rectangle: Rounded Corners 9">
              <a:extLst>
                <a:ext uri="{FF2B5EF4-FFF2-40B4-BE49-F238E27FC236}">
                  <a16:creationId xmlns:a16="http://schemas.microsoft.com/office/drawing/2014/main" id="{7C79BDF6-0CBC-4A2B-851A-A1C4C5B8AFA3}"/>
                </a:ext>
              </a:extLst>
            </p:cNvPr>
            <p:cNvSpPr/>
            <p:nvPr/>
          </p:nvSpPr>
          <p:spPr>
            <a:xfrm rot="2675171">
              <a:off x="1119369" y="5636869"/>
              <a:ext cx="266700" cy="407648"/>
            </a:xfrm>
            <a:prstGeom prst="roundRect">
              <a:avLst/>
            </a:prstGeom>
            <a:pattFill prst="pct5">
              <a:fgClr>
                <a:schemeClr val="tx1">
                  <a:lumMod val="50000"/>
                  <a:lumOff val="50000"/>
                </a:schemeClr>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14CF536-3610-4A62-8DFA-91813B0D923E}"/>
                </a:ext>
              </a:extLst>
            </p:cNvPr>
            <p:cNvSpPr/>
            <p:nvPr/>
          </p:nvSpPr>
          <p:spPr>
            <a:xfrm rot="2675171">
              <a:off x="1017735" y="5550358"/>
              <a:ext cx="469969" cy="5689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a:extLst>
              <a:ext uri="{FF2B5EF4-FFF2-40B4-BE49-F238E27FC236}">
                <a16:creationId xmlns:a16="http://schemas.microsoft.com/office/drawing/2014/main" id="{5D871C54-CF40-4E3A-B1F1-DF956E0C0DF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879574" y="5310428"/>
            <a:ext cx="959033" cy="1070810"/>
          </a:xfrm>
          <a:prstGeom prst="rect">
            <a:avLst/>
          </a:prstGeom>
        </p:spPr>
      </p:pic>
      <p:pic>
        <p:nvPicPr>
          <p:cNvPr id="16" name="Picture 15">
            <a:extLst>
              <a:ext uri="{FF2B5EF4-FFF2-40B4-BE49-F238E27FC236}">
                <a16:creationId xmlns:a16="http://schemas.microsoft.com/office/drawing/2014/main" id="{9DDDE4D8-F356-4A91-A77B-A4E6EAFDDDA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16594" y="5421735"/>
            <a:ext cx="341872" cy="898192"/>
          </a:xfrm>
          <a:prstGeom prst="rect">
            <a:avLst/>
          </a:prstGeom>
        </p:spPr>
      </p:pic>
      <p:pic>
        <p:nvPicPr>
          <p:cNvPr id="18" name="Picture 17">
            <a:extLst>
              <a:ext uri="{FF2B5EF4-FFF2-40B4-BE49-F238E27FC236}">
                <a16:creationId xmlns:a16="http://schemas.microsoft.com/office/drawing/2014/main" id="{DDAC50D9-75F9-452D-A655-E676FB68652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085661" y="5434908"/>
            <a:ext cx="613611" cy="842466"/>
          </a:xfrm>
          <a:prstGeom prst="rect">
            <a:avLst/>
          </a:prstGeom>
        </p:spPr>
      </p:pic>
      <p:grpSp>
        <p:nvGrpSpPr>
          <p:cNvPr id="15" name="Group 14">
            <a:extLst>
              <a:ext uri="{FF2B5EF4-FFF2-40B4-BE49-F238E27FC236}">
                <a16:creationId xmlns:a16="http://schemas.microsoft.com/office/drawing/2014/main" id="{82C3D93C-48AF-4F42-A9FC-0D285BDED7E5}"/>
              </a:ext>
            </a:extLst>
          </p:cNvPr>
          <p:cNvGrpSpPr/>
          <p:nvPr/>
        </p:nvGrpSpPr>
        <p:grpSpPr>
          <a:xfrm>
            <a:off x="8092775" y="1061850"/>
            <a:ext cx="3492131" cy="1098311"/>
            <a:chOff x="8092775" y="223650"/>
            <a:chExt cx="3492131" cy="1098311"/>
          </a:xfrm>
        </p:grpSpPr>
        <p:sp>
          <p:nvSpPr>
            <p:cNvPr id="17" name="TextBox 16">
              <a:extLst>
                <a:ext uri="{FF2B5EF4-FFF2-40B4-BE49-F238E27FC236}">
                  <a16:creationId xmlns:a16="http://schemas.microsoft.com/office/drawing/2014/main" id="{741687EE-70F1-41DE-B4B8-567E178D22C6}"/>
                </a:ext>
              </a:extLst>
            </p:cNvPr>
            <p:cNvSpPr txBox="1"/>
            <p:nvPr/>
          </p:nvSpPr>
          <p:spPr>
            <a:xfrm>
              <a:off x="8092775" y="546930"/>
              <a:ext cx="1861924" cy="461665"/>
            </a:xfrm>
            <a:prstGeom prst="rect">
              <a:avLst/>
            </a:prstGeom>
            <a:noFill/>
            <a:ln>
              <a:noFill/>
            </a:ln>
          </p:spPr>
          <p:txBody>
            <a:bodyPr wrap="square" rtlCol="0">
              <a:spAutoFit/>
            </a:bodyPr>
            <a:lstStyle/>
            <a:p>
              <a:pPr algn="ctr"/>
              <a:r>
                <a:rPr lang="en-US" sz="2400" b="1"/>
                <a:t>SSE #161</a:t>
              </a:r>
            </a:p>
          </p:txBody>
        </p:sp>
        <p:sp>
          <p:nvSpPr>
            <p:cNvPr id="19" name="Rectangle 18">
              <a:extLst>
                <a:ext uri="{FF2B5EF4-FFF2-40B4-BE49-F238E27FC236}">
                  <a16:creationId xmlns:a16="http://schemas.microsoft.com/office/drawing/2014/main" id="{775FF871-2D2A-4F76-B689-FED553970589}"/>
                </a:ext>
              </a:extLst>
            </p:cNvPr>
            <p:cNvSpPr/>
            <p:nvPr/>
          </p:nvSpPr>
          <p:spPr>
            <a:xfrm>
              <a:off x="8274455" y="429248"/>
              <a:ext cx="1482124" cy="75345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08580D8B-1B6C-43A7-A548-0F0B47E8F67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9671559" y="223650"/>
              <a:ext cx="1913347" cy="1098311"/>
            </a:xfrm>
            <a:prstGeom prst="rect">
              <a:avLst/>
            </a:prstGeom>
          </p:spPr>
        </p:pic>
      </p:grpSp>
    </p:spTree>
    <p:extLst>
      <p:ext uri="{BB962C8B-B14F-4D97-AF65-F5344CB8AC3E}">
        <p14:creationId xmlns:p14="http://schemas.microsoft.com/office/powerpoint/2010/main" val="3757605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49913" y="2086750"/>
            <a:ext cx="4053606" cy="3968221"/>
          </a:xfrm>
        </p:spPr>
        <p:txBody>
          <a:bodyPr/>
          <a:lstStyle/>
          <a:p>
            <a:pPr>
              <a:spcAft>
                <a:spcPts val="1200"/>
              </a:spcAft>
            </a:pPr>
            <a:r>
              <a:rPr lang="en-US"/>
              <a:t>Forearm sweat sodium concentration: 80 mmol/L</a:t>
            </a:r>
          </a:p>
          <a:p>
            <a:pPr>
              <a:spcAft>
                <a:spcPts val="1200"/>
              </a:spcAft>
            </a:pPr>
            <a:r>
              <a:rPr lang="en-US"/>
              <a:t>Practice duration: 2.5 h</a:t>
            </a:r>
          </a:p>
          <a:p>
            <a:pPr>
              <a:spcAft>
                <a:spcPts val="1200"/>
              </a:spcAft>
            </a:pPr>
            <a:r>
              <a:rPr lang="en-US"/>
              <a:t>Sweat loss: 4.90 L</a:t>
            </a:r>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7" name="Picture 6">
            <a:extLst>
              <a:ext uri="{FF2B5EF4-FFF2-40B4-BE49-F238E27FC236}">
                <a16:creationId xmlns:a16="http://schemas.microsoft.com/office/drawing/2014/main" id="{7D4374A5-AAC7-49FF-AA94-043EFE8D2AD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493336" y="0"/>
            <a:ext cx="6698664" cy="6513342"/>
          </a:xfrm>
          <a:prstGeom prst="rect">
            <a:avLst/>
          </a:prstGeom>
          <a:effectLst>
            <a:outerShdw blurRad="63500" dist="38100" dir="2760000" algn="tl" rotWithShape="0">
              <a:prstClr val="black">
                <a:alpha val="16000"/>
              </a:prstClr>
            </a:outerShdw>
          </a:effectLst>
        </p:spPr>
      </p:pic>
      <p:grpSp>
        <p:nvGrpSpPr>
          <p:cNvPr id="10" name="Group 9">
            <a:extLst>
              <a:ext uri="{FF2B5EF4-FFF2-40B4-BE49-F238E27FC236}">
                <a16:creationId xmlns:a16="http://schemas.microsoft.com/office/drawing/2014/main" id="{A7573EFF-FA73-419C-98D3-B48F5A563B20}"/>
              </a:ext>
            </a:extLst>
          </p:cNvPr>
          <p:cNvGrpSpPr/>
          <p:nvPr/>
        </p:nvGrpSpPr>
        <p:grpSpPr>
          <a:xfrm>
            <a:off x="912773" y="2135968"/>
            <a:ext cx="317710" cy="362159"/>
            <a:chOff x="5840413" y="1498600"/>
            <a:chExt cx="688975" cy="688975"/>
          </a:xfrm>
          <a:solidFill>
            <a:schemeClr val="tx1"/>
          </a:solidFill>
        </p:grpSpPr>
        <p:sp>
          <p:nvSpPr>
            <p:cNvPr id="11" name="Freeform 5">
              <a:extLst>
                <a:ext uri="{FF2B5EF4-FFF2-40B4-BE49-F238E27FC236}">
                  <a16:creationId xmlns:a16="http://schemas.microsoft.com/office/drawing/2014/main" id="{E25E725A-66AE-4F51-91DE-8C48B7C19DE5}"/>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2" name="Freeform 6">
              <a:extLst>
                <a:ext uri="{FF2B5EF4-FFF2-40B4-BE49-F238E27FC236}">
                  <a16:creationId xmlns:a16="http://schemas.microsoft.com/office/drawing/2014/main" id="{C07A9567-F722-4E16-A018-50FC5A81F27C}"/>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3" name="Freeform 7">
              <a:extLst>
                <a:ext uri="{FF2B5EF4-FFF2-40B4-BE49-F238E27FC236}">
                  <a16:creationId xmlns:a16="http://schemas.microsoft.com/office/drawing/2014/main" id="{BBA0D3D4-BBDE-4C2C-890E-96CC111601DB}"/>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14" name="Group 13">
            <a:extLst>
              <a:ext uri="{FF2B5EF4-FFF2-40B4-BE49-F238E27FC236}">
                <a16:creationId xmlns:a16="http://schemas.microsoft.com/office/drawing/2014/main" id="{7EFD16B8-DC1F-487A-8509-E86128512A86}"/>
              </a:ext>
            </a:extLst>
          </p:cNvPr>
          <p:cNvGrpSpPr/>
          <p:nvPr/>
        </p:nvGrpSpPr>
        <p:grpSpPr>
          <a:xfrm>
            <a:off x="921876" y="2891375"/>
            <a:ext cx="317710" cy="362159"/>
            <a:chOff x="5840413" y="1498600"/>
            <a:chExt cx="688975" cy="688975"/>
          </a:xfrm>
          <a:solidFill>
            <a:schemeClr val="tx1"/>
          </a:solidFill>
        </p:grpSpPr>
        <p:sp>
          <p:nvSpPr>
            <p:cNvPr id="15" name="Freeform 5">
              <a:extLst>
                <a:ext uri="{FF2B5EF4-FFF2-40B4-BE49-F238E27FC236}">
                  <a16:creationId xmlns:a16="http://schemas.microsoft.com/office/drawing/2014/main" id="{CFC17AA0-DAEF-41A9-8ECA-0EA48B137F5F}"/>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6" name="Freeform 6">
              <a:extLst>
                <a:ext uri="{FF2B5EF4-FFF2-40B4-BE49-F238E27FC236}">
                  <a16:creationId xmlns:a16="http://schemas.microsoft.com/office/drawing/2014/main" id="{12F21F55-A922-4C40-B12E-3E40A8F0F201}"/>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17" name="Freeform 7">
              <a:extLst>
                <a:ext uri="{FF2B5EF4-FFF2-40B4-BE49-F238E27FC236}">
                  <a16:creationId xmlns:a16="http://schemas.microsoft.com/office/drawing/2014/main" id="{38D37A10-7631-4295-9D57-08AFD59B044A}"/>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a:extLst>
              <a:ext uri="{FF2B5EF4-FFF2-40B4-BE49-F238E27FC236}">
                <a16:creationId xmlns:a16="http://schemas.microsoft.com/office/drawing/2014/main" id="{0E3885D3-649E-4B7E-81ED-CFD49397E9C1}"/>
              </a:ext>
            </a:extLst>
          </p:cNvPr>
          <p:cNvGrpSpPr/>
          <p:nvPr/>
        </p:nvGrpSpPr>
        <p:grpSpPr>
          <a:xfrm>
            <a:off x="932222" y="3515393"/>
            <a:ext cx="317710" cy="362159"/>
            <a:chOff x="5840413" y="1498600"/>
            <a:chExt cx="688975" cy="688975"/>
          </a:xfrm>
          <a:solidFill>
            <a:schemeClr val="tx1"/>
          </a:solidFill>
        </p:grpSpPr>
        <p:sp>
          <p:nvSpPr>
            <p:cNvPr id="23" name="Freeform 5">
              <a:extLst>
                <a:ext uri="{FF2B5EF4-FFF2-40B4-BE49-F238E27FC236}">
                  <a16:creationId xmlns:a16="http://schemas.microsoft.com/office/drawing/2014/main" id="{01BC2A25-3B7D-4ADA-B779-794E974A4EDE}"/>
                </a:ext>
              </a:extLst>
            </p:cNvPr>
            <p:cNvSpPr>
              <a:spLocks/>
            </p:cNvSpPr>
            <p:nvPr/>
          </p:nvSpPr>
          <p:spPr bwMode="auto">
            <a:xfrm>
              <a:off x="6143625" y="1801813"/>
              <a:ext cx="255588" cy="257175"/>
            </a:xfrm>
            <a:custGeom>
              <a:avLst/>
              <a:gdLst>
                <a:gd name="T0" fmla="*/ 5 w 161"/>
                <a:gd name="T1" fmla="*/ 140 h 162"/>
                <a:gd name="T2" fmla="*/ 5 w 161"/>
                <a:gd name="T3" fmla="*/ 140 h 162"/>
                <a:gd name="T4" fmla="*/ 1 w 161"/>
                <a:gd name="T5" fmla="*/ 144 h 162"/>
                <a:gd name="T6" fmla="*/ 0 w 161"/>
                <a:gd name="T7" fmla="*/ 147 h 162"/>
                <a:gd name="T8" fmla="*/ 0 w 161"/>
                <a:gd name="T9" fmla="*/ 151 h 162"/>
                <a:gd name="T10" fmla="*/ 1 w 161"/>
                <a:gd name="T11" fmla="*/ 156 h 162"/>
                <a:gd name="T12" fmla="*/ 3 w 161"/>
                <a:gd name="T13" fmla="*/ 159 h 162"/>
                <a:gd name="T14" fmla="*/ 7 w 161"/>
                <a:gd name="T15" fmla="*/ 162 h 162"/>
                <a:gd name="T16" fmla="*/ 11 w 161"/>
                <a:gd name="T17" fmla="*/ 162 h 162"/>
                <a:gd name="T18" fmla="*/ 16 w 161"/>
                <a:gd name="T19" fmla="*/ 161 h 162"/>
                <a:gd name="T20" fmla="*/ 16 w 161"/>
                <a:gd name="T21" fmla="*/ 161 h 162"/>
                <a:gd name="T22" fmla="*/ 38 w 161"/>
                <a:gd name="T23" fmla="*/ 147 h 162"/>
                <a:gd name="T24" fmla="*/ 59 w 161"/>
                <a:gd name="T25" fmla="*/ 133 h 162"/>
                <a:gd name="T26" fmla="*/ 79 w 161"/>
                <a:gd name="T27" fmla="*/ 117 h 162"/>
                <a:gd name="T28" fmla="*/ 98 w 161"/>
                <a:gd name="T29" fmla="*/ 99 h 162"/>
                <a:gd name="T30" fmla="*/ 98 w 161"/>
                <a:gd name="T31" fmla="*/ 99 h 162"/>
                <a:gd name="T32" fmla="*/ 116 w 161"/>
                <a:gd name="T33" fmla="*/ 80 h 162"/>
                <a:gd name="T34" fmla="*/ 132 w 161"/>
                <a:gd name="T35" fmla="*/ 59 h 162"/>
                <a:gd name="T36" fmla="*/ 146 w 161"/>
                <a:gd name="T37" fmla="*/ 39 h 162"/>
                <a:gd name="T38" fmla="*/ 160 w 161"/>
                <a:gd name="T39" fmla="*/ 16 h 162"/>
                <a:gd name="T40" fmla="*/ 160 w 161"/>
                <a:gd name="T41" fmla="*/ 16 h 162"/>
                <a:gd name="T42" fmla="*/ 161 w 161"/>
                <a:gd name="T43" fmla="*/ 12 h 162"/>
                <a:gd name="T44" fmla="*/ 161 w 161"/>
                <a:gd name="T45" fmla="*/ 8 h 162"/>
                <a:gd name="T46" fmla="*/ 159 w 161"/>
                <a:gd name="T47" fmla="*/ 4 h 162"/>
                <a:gd name="T48" fmla="*/ 155 w 161"/>
                <a:gd name="T49" fmla="*/ 2 h 162"/>
                <a:gd name="T50" fmla="*/ 151 w 161"/>
                <a:gd name="T51" fmla="*/ 0 h 162"/>
                <a:gd name="T52" fmla="*/ 147 w 161"/>
                <a:gd name="T53" fmla="*/ 0 h 162"/>
                <a:gd name="T54" fmla="*/ 143 w 161"/>
                <a:gd name="T55" fmla="*/ 2 h 162"/>
                <a:gd name="T56" fmla="*/ 140 w 161"/>
                <a:gd name="T57" fmla="*/ 6 h 162"/>
                <a:gd name="T58" fmla="*/ 140 w 161"/>
                <a:gd name="T59" fmla="*/ 6 h 162"/>
                <a:gd name="T60" fmla="*/ 128 w 161"/>
                <a:gd name="T61" fmla="*/ 26 h 162"/>
                <a:gd name="T62" fmla="*/ 114 w 161"/>
                <a:gd name="T63" fmla="*/ 46 h 162"/>
                <a:gd name="T64" fmla="*/ 99 w 161"/>
                <a:gd name="T65" fmla="*/ 65 h 162"/>
                <a:gd name="T66" fmla="*/ 82 w 161"/>
                <a:gd name="T67" fmla="*/ 83 h 162"/>
                <a:gd name="T68" fmla="*/ 82 w 161"/>
                <a:gd name="T69" fmla="*/ 83 h 162"/>
                <a:gd name="T70" fmla="*/ 64 w 161"/>
                <a:gd name="T71" fmla="*/ 99 h 162"/>
                <a:gd name="T72" fmla="*/ 46 w 161"/>
                <a:gd name="T73" fmla="*/ 115 h 162"/>
                <a:gd name="T74" fmla="*/ 25 w 161"/>
                <a:gd name="T75" fmla="*/ 129 h 162"/>
                <a:gd name="T76" fmla="*/ 5 w 161"/>
                <a:gd name="T77" fmla="*/ 140 h 162"/>
                <a:gd name="T78" fmla="*/ 5 w 161"/>
                <a:gd name="T79" fmla="*/ 14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 h="162">
                  <a:moveTo>
                    <a:pt x="5" y="140"/>
                  </a:moveTo>
                  <a:lnTo>
                    <a:pt x="5" y="140"/>
                  </a:lnTo>
                  <a:lnTo>
                    <a:pt x="1" y="144"/>
                  </a:lnTo>
                  <a:lnTo>
                    <a:pt x="0" y="147"/>
                  </a:lnTo>
                  <a:lnTo>
                    <a:pt x="0" y="151"/>
                  </a:lnTo>
                  <a:lnTo>
                    <a:pt x="1" y="156"/>
                  </a:lnTo>
                  <a:lnTo>
                    <a:pt x="3" y="159"/>
                  </a:lnTo>
                  <a:lnTo>
                    <a:pt x="7" y="162"/>
                  </a:lnTo>
                  <a:lnTo>
                    <a:pt x="11" y="162"/>
                  </a:lnTo>
                  <a:lnTo>
                    <a:pt x="16" y="161"/>
                  </a:lnTo>
                  <a:lnTo>
                    <a:pt x="16" y="161"/>
                  </a:lnTo>
                  <a:lnTo>
                    <a:pt x="38" y="147"/>
                  </a:lnTo>
                  <a:lnTo>
                    <a:pt x="59" y="133"/>
                  </a:lnTo>
                  <a:lnTo>
                    <a:pt x="79" y="117"/>
                  </a:lnTo>
                  <a:lnTo>
                    <a:pt x="98" y="99"/>
                  </a:lnTo>
                  <a:lnTo>
                    <a:pt x="98" y="99"/>
                  </a:lnTo>
                  <a:lnTo>
                    <a:pt x="116" y="80"/>
                  </a:lnTo>
                  <a:lnTo>
                    <a:pt x="132" y="59"/>
                  </a:lnTo>
                  <a:lnTo>
                    <a:pt x="146" y="39"/>
                  </a:lnTo>
                  <a:lnTo>
                    <a:pt x="160" y="16"/>
                  </a:lnTo>
                  <a:lnTo>
                    <a:pt x="160" y="16"/>
                  </a:lnTo>
                  <a:lnTo>
                    <a:pt x="161" y="12"/>
                  </a:lnTo>
                  <a:lnTo>
                    <a:pt x="161" y="8"/>
                  </a:lnTo>
                  <a:lnTo>
                    <a:pt x="159" y="4"/>
                  </a:lnTo>
                  <a:lnTo>
                    <a:pt x="155" y="2"/>
                  </a:lnTo>
                  <a:lnTo>
                    <a:pt x="151" y="0"/>
                  </a:lnTo>
                  <a:lnTo>
                    <a:pt x="147" y="0"/>
                  </a:lnTo>
                  <a:lnTo>
                    <a:pt x="143" y="2"/>
                  </a:lnTo>
                  <a:lnTo>
                    <a:pt x="140" y="6"/>
                  </a:lnTo>
                  <a:lnTo>
                    <a:pt x="140" y="6"/>
                  </a:lnTo>
                  <a:lnTo>
                    <a:pt x="128" y="26"/>
                  </a:lnTo>
                  <a:lnTo>
                    <a:pt x="114" y="46"/>
                  </a:lnTo>
                  <a:lnTo>
                    <a:pt x="99" y="65"/>
                  </a:lnTo>
                  <a:lnTo>
                    <a:pt x="82" y="83"/>
                  </a:lnTo>
                  <a:lnTo>
                    <a:pt x="82" y="83"/>
                  </a:lnTo>
                  <a:lnTo>
                    <a:pt x="64" y="99"/>
                  </a:lnTo>
                  <a:lnTo>
                    <a:pt x="46" y="115"/>
                  </a:lnTo>
                  <a:lnTo>
                    <a:pt x="25" y="129"/>
                  </a:lnTo>
                  <a:lnTo>
                    <a:pt x="5" y="140"/>
                  </a:lnTo>
                  <a:lnTo>
                    <a:pt x="5" y="1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4" name="Freeform 6">
              <a:extLst>
                <a:ext uri="{FF2B5EF4-FFF2-40B4-BE49-F238E27FC236}">
                  <a16:creationId xmlns:a16="http://schemas.microsoft.com/office/drawing/2014/main" id="{30FDEB6F-E8F3-4C0C-93A0-39837A587CBA}"/>
                </a:ext>
              </a:extLst>
            </p:cNvPr>
            <p:cNvSpPr>
              <a:spLocks/>
            </p:cNvSpPr>
            <p:nvPr/>
          </p:nvSpPr>
          <p:spPr bwMode="auto">
            <a:xfrm>
              <a:off x="5959475" y="1617663"/>
              <a:ext cx="319088" cy="320675"/>
            </a:xfrm>
            <a:custGeom>
              <a:avLst/>
              <a:gdLst>
                <a:gd name="T0" fmla="*/ 109 w 201"/>
                <a:gd name="T1" fmla="*/ 125 h 202"/>
                <a:gd name="T2" fmla="*/ 117 w 201"/>
                <a:gd name="T3" fmla="*/ 128 h 202"/>
                <a:gd name="T4" fmla="*/ 124 w 201"/>
                <a:gd name="T5" fmla="*/ 125 h 202"/>
                <a:gd name="T6" fmla="*/ 128 w 201"/>
                <a:gd name="T7" fmla="*/ 118 h 202"/>
                <a:gd name="T8" fmla="*/ 124 w 201"/>
                <a:gd name="T9" fmla="*/ 110 h 202"/>
                <a:gd name="T10" fmla="*/ 113 w 201"/>
                <a:gd name="T11" fmla="*/ 97 h 202"/>
                <a:gd name="T12" fmla="*/ 144 w 201"/>
                <a:gd name="T13" fmla="*/ 91 h 202"/>
                <a:gd name="T14" fmla="*/ 149 w 201"/>
                <a:gd name="T15" fmla="*/ 94 h 202"/>
                <a:gd name="T16" fmla="*/ 157 w 201"/>
                <a:gd name="T17" fmla="*/ 93 h 202"/>
                <a:gd name="T18" fmla="*/ 162 w 201"/>
                <a:gd name="T19" fmla="*/ 88 h 202"/>
                <a:gd name="T20" fmla="*/ 163 w 201"/>
                <a:gd name="T21" fmla="*/ 79 h 202"/>
                <a:gd name="T22" fmla="*/ 149 w 201"/>
                <a:gd name="T23" fmla="*/ 63 h 202"/>
                <a:gd name="T24" fmla="*/ 169 w 201"/>
                <a:gd name="T25" fmla="*/ 46 h 202"/>
                <a:gd name="T26" fmla="*/ 182 w 201"/>
                <a:gd name="T27" fmla="*/ 59 h 202"/>
                <a:gd name="T28" fmla="*/ 191 w 201"/>
                <a:gd name="T29" fmla="*/ 62 h 202"/>
                <a:gd name="T30" fmla="*/ 198 w 201"/>
                <a:gd name="T31" fmla="*/ 59 h 202"/>
                <a:gd name="T32" fmla="*/ 201 w 201"/>
                <a:gd name="T33" fmla="*/ 52 h 202"/>
                <a:gd name="T34" fmla="*/ 198 w 201"/>
                <a:gd name="T35" fmla="*/ 43 h 202"/>
                <a:gd name="T36" fmla="*/ 158 w 201"/>
                <a:gd name="T37" fmla="*/ 4 h 202"/>
                <a:gd name="T38" fmla="*/ 150 w 201"/>
                <a:gd name="T39" fmla="*/ 0 h 202"/>
                <a:gd name="T40" fmla="*/ 142 w 201"/>
                <a:gd name="T41" fmla="*/ 4 h 202"/>
                <a:gd name="T42" fmla="*/ 139 w 201"/>
                <a:gd name="T43" fmla="*/ 11 h 202"/>
                <a:gd name="T44" fmla="*/ 142 w 201"/>
                <a:gd name="T45" fmla="*/ 19 h 202"/>
                <a:gd name="T46" fmla="*/ 154 w 201"/>
                <a:gd name="T47" fmla="*/ 31 h 202"/>
                <a:gd name="T48" fmla="*/ 121 w 201"/>
                <a:gd name="T49" fmla="*/ 36 h 202"/>
                <a:gd name="T50" fmla="*/ 116 w 201"/>
                <a:gd name="T51" fmla="*/ 33 h 202"/>
                <a:gd name="T52" fmla="*/ 108 w 201"/>
                <a:gd name="T53" fmla="*/ 34 h 202"/>
                <a:gd name="T54" fmla="*/ 102 w 201"/>
                <a:gd name="T55" fmla="*/ 39 h 202"/>
                <a:gd name="T56" fmla="*/ 101 w 201"/>
                <a:gd name="T57" fmla="*/ 47 h 202"/>
                <a:gd name="T58" fmla="*/ 116 w 201"/>
                <a:gd name="T59" fmla="*/ 63 h 202"/>
                <a:gd name="T60" fmla="*/ 96 w 201"/>
                <a:gd name="T61" fmla="*/ 82 h 202"/>
                <a:gd name="T62" fmla="*/ 85 w 201"/>
                <a:gd name="T63" fmla="*/ 70 h 202"/>
                <a:gd name="T64" fmla="*/ 76 w 201"/>
                <a:gd name="T65" fmla="*/ 66 h 202"/>
                <a:gd name="T66" fmla="*/ 69 w 201"/>
                <a:gd name="T67" fmla="*/ 70 h 202"/>
                <a:gd name="T68" fmla="*/ 65 w 201"/>
                <a:gd name="T69" fmla="*/ 77 h 202"/>
                <a:gd name="T70" fmla="*/ 69 w 201"/>
                <a:gd name="T71" fmla="*/ 85 h 202"/>
                <a:gd name="T72" fmla="*/ 81 w 201"/>
                <a:gd name="T73" fmla="*/ 97 h 202"/>
                <a:gd name="T74" fmla="*/ 51 w 201"/>
                <a:gd name="T75" fmla="*/ 105 h 202"/>
                <a:gd name="T76" fmla="*/ 47 w 201"/>
                <a:gd name="T77" fmla="*/ 102 h 202"/>
                <a:gd name="T78" fmla="*/ 39 w 201"/>
                <a:gd name="T79" fmla="*/ 103 h 202"/>
                <a:gd name="T80" fmla="*/ 33 w 201"/>
                <a:gd name="T81" fmla="*/ 109 h 202"/>
                <a:gd name="T82" fmla="*/ 32 w 201"/>
                <a:gd name="T83" fmla="*/ 117 h 202"/>
                <a:gd name="T84" fmla="*/ 47 w 201"/>
                <a:gd name="T85" fmla="*/ 133 h 202"/>
                <a:gd name="T86" fmla="*/ 30 w 201"/>
                <a:gd name="T87" fmla="*/ 154 h 202"/>
                <a:gd name="T88" fmla="*/ 18 w 201"/>
                <a:gd name="T89" fmla="*/ 143 h 202"/>
                <a:gd name="T90" fmla="*/ 10 w 201"/>
                <a:gd name="T91" fmla="*/ 139 h 202"/>
                <a:gd name="T92" fmla="*/ 3 w 201"/>
                <a:gd name="T93" fmla="*/ 143 h 202"/>
                <a:gd name="T94" fmla="*/ 0 w 201"/>
                <a:gd name="T95" fmla="*/ 151 h 202"/>
                <a:gd name="T96" fmla="*/ 3 w 201"/>
                <a:gd name="T97" fmla="*/ 159 h 202"/>
                <a:gd name="T98" fmla="*/ 43 w 201"/>
                <a:gd name="T99" fmla="*/ 199 h 202"/>
                <a:gd name="T100" fmla="*/ 51 w 201"/>
                <a:gd name="T101" fmla="*/ 202 h 202"/>
                <a:gd name="T102" fmla="*/ 58 w 201"/>
                <a:gd name="T103" fmla="*/ 199 h 202"/>
                <a:gd name="T104" fmla="*/ 62 w 201"/>
                <a:gd name="T105" fmla="*/ 192 h 202"/>
                <a:gd name="T106" fmla="*/ 58 w 201"/>
                <a:gd name="T107" fmla="*/ 182 h 202"/>
                <a:gd name="T108" fmla="*/ 46 w 201"/>
                <a:gd name="T109" fmla="*/ 170 h 202"/>
                <a:gd name="T110" fmla="*/ 75 w 201"/>
                <a:gd name="T111" fmla="*/ 161 h 202"/>
                <a:gd name="T112" fmla="*/ 79 w 201"/>
                <a:gd name="T113" fmla="*/ 164 h 202"/>
                <a:gd name="T114" fmla="*/ 87 w 201"/>
                <a:gd name="T115" fmla="*/ 163 h 202"/>
                <a:gd name="T116" fmla="*/ 93 w 201"/>
                <a:gd name="T117" fmla="*/ 158 h 202"/>
                <a:gd name="T118" fmla="*/ 93 w 201"/>
                <a:gd name="T119" fmla="*/ 150 h 202"/>
                <a:gd name="T120" fmla="*/ 78 w 201"/>
                <a:gd name="T121" fmla="*/ 133 h 202"/>
                <a:gd name="T122" fmla="*/ 96 w 201"/>
                <a:gd name="T123" fmla="*/ 1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1" h="202">
                  <a:moveTo>
                    <a:pt x="109" y="125"/>
                  </a:moveTo>
                  <a:lnTo>
                    <a:pt x="109" y="125"/>
                  </a:lnTo>
                  <a:lnTo>
                    <a:pt x="113" y="128"/>
                  </a:lnTo>
                  <a:lnTo>
                    <a:pt x="117" y="128"/>
                  </a:lnTo>
                  <a:lnTo>
                    <a:pt x="121" y="127"/>
                  </a:lnTo>
                  <a:lnTo>
                    <a:pt x="124" y="125"/>
                  </a:lnTo>
                  <a:lnTo>
                    <a:pt x="127" y="122"/>
                  </a:lnTo>
                  <a:lnTo>
                    <a:pt x="128" y="118"/>
                  </a:lnTo>
                  <a:lnTo>
                    <a:pt x="127" y="114"/>
                  </a:lnTo>
                  <a:lnTo>
                    <a:pt x="124" y="110"/>
                  </a:lnTo>
                  <a:lnTo>
                    <a:pt x="113" y="97"/>
                  </a:lnTo>
                  <a:lnTo>
                    <a:pt x="113" y="97"/>
                  </a:lnTo>
                  <a:lnTo>
                    <a:pt x="132" y="79"/>
                  </a:lnTo>
                  <a:lnTo>
                    <a:pt x="144" y="91"/>
                  </a:lnTo>
                  <a:lnTo>
                    <a:pt x="144" y="91"/>
                  </a:lnTo>
                  <a:lnTo>
                    <a:pt x="149" y="94"/>
                  </a:lnTo>
                  <a:lnTo>
                    <a:pt x="153" y="94"/>
                  </a:lnTo>
                  <a:lnTo>
                    <a:pt x="157" y="93"/>
                  </a:lnTo>
                  <a:lnTo>
                    <a:pt x="160" y="91"/>
                  </a:lnTo>
                  <a:lnTo>
                    <a:pt x="162" y="88"/>
                  </a:lnTo>
                  <a:lnTo>
                    <a:pt x="164" y="84"/>
                  </a:lnTo>
                  <a:lnTo>
                    <a:pt x="163" y="79"/>
                  </a:lnTo>
                  <a:lnTo>
                    <a:pt x="160" y="75"/>
                  </a:lnTo>
                  <a:lnTo>
                    <a:pt x="149" y="63"/>
                  </a:lnTo>
                  <a:lnTo>
                    <a:pt x="149" y="63"/>
                  </a:lnTo>
                  <a:lnTo>
                    <a:pt x="169" y="46"/>
                  </a:lnTo>
                  <a:lnTo>
                    <a:pt x="182" y="59"/>
                  </a:lnTo>
                  <a:lnTo>
                    <a:pt x="182" y="59"/>
                  </a:lnTo>
                  <a:lnTo>
                    <a:pt x="186" y="62"/>
                  </a:lnTo>
                  <a:lnTo>
                    <a:pt x="191" y="62"/>
                  </a:lnTo>
                  <a:lnTo>
                    <a:pt x="195" y="61"/>
                  </a:lnTo>
                  <a:lnTo>
                    <a:pt x="198" y="59"/>
                  </a:lnTo>
                  <a:lnTo>
                    <a:pt x="200" y="56"/>
                  </a:lnTo>
                  <a:lnTo>
                    <a:pt x="201" y="52"/>
                  </a:lnTo>
                  <a:lnTo>
                    <a:pt x="201" y="47"/>
                  </a:lnTo>
                  <a:lnTo>
                    <a:pt x="198" y="43"/>
                  </a:lnTo>
                  <a:lnTo>
                    <a:pt x="158" y="4"/>
                  </a:lnTo>
                  <a:lnTo>
                    <a:pt x="158" y="4"/>
                  </a:lnTo>
                  <a:lnTo>
                    <a:pt x="154" y="1"/>
                  </a:lnTo>
                  <a:lnTo>
                    <a:pt x="150" y="0"/>
                  </a:lnTo>
                  <a:lnTo>
                    <a:pt x="145" y="1"/>
                  </a:lnTo>
                  <a:lnTo>
                    <a:pt x="142" y="4"/>
                  </a:lnTo>
                  <a:lnTo>
                    <a:pt x="140" y="7"/>
                  </a:lnTo>
                  <a:lnTo>
                    <a:pt x="139" y="11"/>
                  </a:lnTo>
                  <a:lnTo>
                    <a:pt x="139" y="15"/>
                  </a:lnTo>
                  <a:lnTo>
                    <a:pt x="142" y="19"/>
                  </a:lnTo>
                  <a:lnTo>
                    <a:pt x="154" y="31"/>
                  </a:lnTo>
                  <a:lnTo>
                    <a:pt x="154" y="31"/>
                  </a:lnTo>
                  <a:lnTo>
                    <a:pt x="133" y="48"/>
                  </a:lnTo>
                  <a:lnTo>
                    <a:pt x="121" y="36"/>
                  </a:lnTo>
                  <a:lnTo>
                    <a:pt x="121" y="36"/>
                  </a:lnTo>
                  <a:lnTo>
                    <a:pt x="116" y="33"/>
                  </a:lnTo>
                  <a:lnTo>
                    <a:pt x="112" y="32"/>
                  </a:lnTo>
                  <a:lnTo>
                    <a:pt x="108" y="34"/>
                  </a:lnTo>
                  <a:lnTo>
                    <a:pt x="104" y="36"/>
                  </a:lnTo>
                  <a:lnTo>
                    <a:pt x="102" y="39"/>
                  </a:lnTo>
                  <a:lnTo>
                    <a:pt x="101" y="43"/>
                  </a:lnTo>
                  <a:lnTo>
                    <a:pt x="101" y="47"/>
                  </a:lnTo>
                  <a:lnTo>
                    <a:pt x="104" y="51"/>
                  </a:lnTo>
                  <a:lnTo>
                    <a:pt x="116" y="63"/>
                  </a:lnTo>
                  <a:lnTo>
                    <a:pt x="116" y="63"/>
                  </a:lnTo>
                  <a:lnTo>
                    <a:pt x="96" y="82"/>
                  </a:lnTo>
                  <a:lnTo>
                    <a:pt x="85" y="70"/>
                  </a:lnTo>
                  <a:lnTo>
                    <a:pt x="85" y="70"/>
                  </a:lnTo>
                  <a:lnTo>
                    <a:pt x="81" y="66"/>
                  </a:lnTo>
                  <a:lnTo>
                    <a:pt x="76" y="66"/>
                  </a:lnTo>
                  <a:lnTo>
                    <a:pt x="73" y="68"/>
                  </a:lnTo>
                  <a:lnTo>
                    <a:pt x="69" y="70"/>
                  </a:lnTo>
                  <a:lnTo>
                    <a:pt x="67" y="73"/>
                  </a:lnTo>
                  <a:lnTo>
                    <a:pt x="65" y="77"/>
                  </a:lnTo>
                  <a:lnTo>
                    <a:pt x="65" y="81"/>
                  </a:lnTo>
                  <a:lnTo>
                    <a:pt x="69" y="85"/>
                  </a:lnTo>
                  <a:lnTo>
                    <a:pt x="81" y="97"/>
                  </a:lnTo>
                  <a:lnTo>
                    <a:pt x="81" y="97"/>
                  </a:lnTo>
                  <a:lnTo>
                    <a:pt x="62" y="117"/>
                  </a:lnTo>
                  <a:lnTo>
                    <a:pt x="51" y="105"/>
                  </a:lnTo>
                  <a:lnTo>
                    <a:pt x="51" y="105"/>
                  </a:lnTo>
                  <a:lnTo>
                    <a:pt x="47" y="102"/>
                  </a:lnTo>
                  <a:lnTo>
                    <a:pt x="42" y="102"/>
                  </a:lnTo>
                  <a:lnTo>
                    <a:pt x="39" y="103"/>
                  </a:lnTo>
                  <a:lnTo>
                    <a:pt x="35" y="105"/>
                  </a:lnTo>
                  <a:lnTo>
                    <a:pt x="33" y="109"/>
                  </a:lnTo>
                  <a:lnTo>
                    <a:pt x="32" y="113"/>
                  </a:lnTo>
                  <a:lnTo>
                    <a:pt x="32" y="117"/>
                  </a:lnTo>
                  <a:lnTo>
                    <a:pt x="35" y="121"/>
                  </a:lnTo>
                  <a:lnTo>
                    <a:pt x="47" y="133"/>
                  </a:lnTo>
                  <a:lnTo>
                    <a:pt x="47" y="133"/>
                  </a:lnTo>
                  <a:lnTo>
                    <a:pt x="30" y="154"/>
                  </a:lnTo>
                  <a:lnTo>
                    <a:pt x="18" y="143"/>
                  </a:lnTo>
                  <a:lnTo>
                    <a:pt x="18" y="143"/>
                  </a:lnTo>
                  <a:lnTo>
                    <a:pt x="14" y="140"/>
                  </a:lnTo>
                  <a:lnTo>
                    <a:pt x="10" y="139"/>
                  </a:lnTo>
                  <a:lnTo>
                    <a:pt x="6" y="140"/>
                  </a:lnTo>
                  <a:lnTo>
                    <a:pt x="3" y="143"/>
                  </a:lnTo>
                  <a:lnTo>
                    <a:pt x="1" y="146"/>
                  </a:lnTo>
                  <a:lnTo>
                    <a:pt x="0" y="151"/>
                  </a:lnTo>
                  <a:lnTo>
                    <a:pt x="0" y="155"/>
                  </a:lnTo>
                  <a:lnTo>
                    <a:pt x="3" y="159"/>
                  </a:lnTo>
                  <a:lnTo>
                    <a:pt x="43" y="199"/>
                  </a:lnTo>
                  <a:lnTo>
                    <a:pt x="43" y="199"/>
                  </a:lnTo>
                  <a:lnTo>
                    <a:pt x="47" y="202"/>
                  </a:lnTo>
                  <a:lnTo>
                    <a:pt x="51" y="202"/>
                  </a:lnTo>
                  <a:lnTo>
                    <a:pt x="55" y="201"/>
                  </a:lnTo>
                  <a:lnTo>
                    <a:pt x="58" y="199"/>
                  </a:lnTo>
                  <a:lnTo>
                    <a:pt x="60" y="195"/>
                  </a:lnTo>
                  <a:lnTo>
                    <a:pt x="62" y="192"/>
                  </a:lnTo>
                  <a:lnTo>
                    <a:pt x="61" y="186"/>
                  </a:lnTo>
                  <a:lnTo>
                    <a:pt x="58" y="182"/>
                  </a:lnTo>
                  <a:lnTo>
                    <a:pt x="46" y="170"/>
                  </a:lnTo>
                  <a:lnTo>
                    <a:pt x="46" y="170"/>
                  </a:lnTo>
                  <a:lnTo>
                    <a:pt x="63" y="150"/>
                  </a:lnTo>
                  <a:lnTo>
                    <a:pt x="75" y="161"/>
                  </a:lnTo>
                  <a:lnTo>
                    <a:pt x="75" y="161"/>
                  </a:lnTo>
                  <a:lnTo>
                    <a:pt x="79" y="164"/>
                  </a:lnTo>
                  <a:lnTo>
                    <a:pt x="83" y="164"/>
                  </a:lnTo>
                  <a:lnTo>
                    <a:pt x="87" y="163"/>
                  </a:lnTo>
                  <a:lnTo>
                    <a:pt x="90" y="161"/>
                  </a:lnTo>
                  <a:lnTo>
                    <a:pt x="93" y="158"/>
                  </a:lnTo>
                  <a:lnTo>
                    <a:pt x="94" y="154"/>
                  </a:lnTo>
                  <a:lnTo>
                    <a:pt x="93" y="150"/>
                  </a:lnTo>
                  <a:lnTo>
                    <a:pt x="90" y="145"/>
                  </a:lnTo>
                  <a:lnTo>
                    <a:pt x="78" y="133"/>
                  </a:lnTo>
                  <a:lnTo>
                    <a:pt x="78" y="133"/>
                  </a:lnTo>
                  <a:lnTo>
                    <a:pt x="96" y="114"/>
                  </a:lnTo>
                  <a:lnTo>
                    <a:pt x="109" y="1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sp>
          <p:nvSpPr>
            <p:cNvPr id="25" name="Freeform 7">
              <a:extLst>
                <a:ext uri="{FF2B5EF4-FFF2-40B4-BE49-F238E27FC236}">
                  <a16:creationId xmlns:a16="http://schemas.microsoft.com/office/drawing/2014/main" id="{C7BC8344-05A6-46FC-8C53-952F5A254285}"/>
                </a:ext>
              </a:extLst>
            </p:cNvPr>
            <p:cNvSpPr>
              <a:spLocks noEditPoints="1"/>
            </p:cNvSpPr>
            <p:nvPr/>
          </p:nvSpPr>
          <p:spPr bwMode="auto">
            <a:xfrm>
              <a:off x="5840413" y="1498600"/>
              <a:ext cx="688975" cy="688975"/>
            </a:xfrm>
            <a:custGeom>
              <a:avLst/>
              <a:gdLst>
                <a:gd name="T0" fmla="*/ 95 w 434"/>
                <a:gd name="T1" fmla="*/ 434 h 434"/>
                <a:gd name="T2" fmla="*/ 146 w 434"/>
                <a:gd name="T3" fmla="*/ 431 h 434"/>
                <a:gd name="T4" fmla="*/ 196 w 434"/>
                <a:gd name="T5" fmla="*/ 419 h 434"/>
                <a:gd name="T6" fmla="*/ 229 w 434"/>
                <a:gd name="T7" fmla="*/ 406 h 434"/>
                <a:gd name="T8" fmla="*/ 276 w 434"/>
                <a:gd name="T9" fmla="*/ 379 h 434"/>
                <a:gd name="T10" fmla="*/ 319 w 434"/>
                <a:gd name="T11" fmla="*/ 347 h 434"/>
                <a:gd name="T12" fmla="*/ 346 w 434"/>
                <a:gd name="T13" fmla="*/ 320 h 434"/>
                <a:gd name="T14" fmla="*/ 379 w 434"/>
                <a:gd name="T15" fmla="*/ 277 h 434"/>
                <a:gd name="T16" fmla="*/ 405 w 434"/>
                <a:gd name="T17" fmla="*/ 230 h 434"/>
                <a:gd name="T18" fmla="*/ 418 w 434"/>
                <a:gd name="T19" fmla="*/ 197 h 434"/>
                <a:gd name="T20" fmla="*/ 431 w 434"/>
                <a:gd name="T21" fmla="*/ 147 h 434"/>
                <a:gd name="T22" fmla="*/ 434 w 434"/>
                <a:gd name="T23" fmla="*/ 96 h 434"/>
                <a:gd name="T24" fmla="*/ 430 w 434"/>
                <a:gd name="T25" fmla="*/ 63 h 434"/>
                <a:gd name="T26" fmla="*/ 418 w 434"/>
                <a:gd name="T27" fmla="*/ 34 h 434"/>
                <a:gd name="T28" fmla="*/ 405 w 434"/>
                <a:gd name="T29" fmla="*/ 19 h 434"/>
                <a:gd name="T30" fmla="*/ 387 w 434"/>
                <a:gd name="T31" fmla="*/ 9 h 434"/>
                <a:gd name="T32" fmla="*/ 354 w 434"/>
                <a:gd name="T33" fmla="*/ 1 h 434"/>
                <a:gd name="T34" fmla="*/ 303 w 434"/>
                <a:gd name="T35" fmla="*/ 1 h 434"/>
                <a:gd name="T36" fmla="*/ 253 w 434"/>
                <a:gd name="T37" fmla="*/ 10 h 434"/>
                <a:gd name="T38" fmla="*/ 220 w 434"/>
                <a:gd name="T39" fmla="*/ 22 h 434"/>
                <a:gd name="T40" fmla="*/ 172 w 434"/>
                <a:gd name="T41" fmla="*/ 45 h 434"/>
                <a:gd name="T42" fmla="*/ 127 w 434"/>
                <a:gd name="T43" fmla="*/ 76 h 434"/>
                <a:gd name="T44" fmla="*/ 101 w 434"/>
                <a:gd name="T45" fmla="*/ 100 h 434"/>
                <a:gd name="T46" fmla="*/ 65 w 434"/>
                <a:gd name="T47" fmla="*/ 143 h 434"/>
                <a:gd name="T48" fmla="*/ 36 w 434"/>
                <a:gd name="T49" fmla="*/ 189 h 434"/>
                <a:gd name="T50" fmla="*/ 21 w 434"/>
                <a:gd name="T51" fmla="*/ 221 h 434"/>
                <a:gd name="T52" fmla="*/ 5 w 434"/>
                <a:gd name="T53" fmla="*/ 271 h 434"/>
                <a:gd name="T54" fmla="*/ 0 w 434"/>
                <a:gd name="T55" fmla="*/ 321 h 434"/>
                <a:gd name="T56" fmla="*/ 1 w 434"/>
                <a:gd name="T57" fmla="*/ 355 h 434"/>
                <a:gd name="T58" fmla="*/ 11 w 434"/>
                <a:gd name="T59" fmla="*/ 394 h 434"/>
                <a:gd name="T60" fmla="*/ 23 w 434"/>
                <a:gd name="T61" fmla="*/ 410 h 434"/>
                <a:gd name="T62" fmla="*/ 40 w 434"/>
                <a:gd name="T63" fmla="*/ 422 h 434"/>
                <a:gd name="T64" fmla="*/ 79 w 434"/>
                <a:gd name="T65" fmla="*/ 433 h 434"/>
                <a:gd name="T66" fmla="*/ 351 w 434"/>
                <a:gd name="T67" fmla="*/ 31 h 434"/>
                <a:gd name="T68" fmla="*/ 381 w 434"/>
                <a:gd name="T69" fmla="*/ 40 h 434"/>
                <a:gd name="T70" fmla="*/ 398 w 434"/>
                <a:gd name="T71" fmla="*/ 60 h 434"/>
                <a:gd name="T72" fmla="*/ 402 w 434"/>
                <a:gd name="T73" fmla="*/ 83 h 434"/>
                <a:gd name="T74" fmla="*/ 402 w 434"/>
                <a:gd name="T75" fmla="*/ 132 h 434"/>
                <a:gd name="T76" fmla="*/ 285 w 434"/>
                <a:gd name="T77" fmla="*/ 34 h 434"/>
                <a:gd name="T78" fmla="*/ 334 w 434"/>
                <a:gd name="T79" fmla="*/ 30 h 434"/>
                <a:gd name="T80" fmla="*/ 121 w 434"/>
                <a:gd name="T81" fmla="*/ 122 h 434"/>
                <a:gd name="T82" fmla="*/ 150 w 434"/>
                <a:gd name="T83" fmla="*/ 96 h 434"/>
                <a:gd name="T84" fmla="*/ 198 w 434"/>
                <a:gd name="T85" fmla="*/ 65 h 434"/>
                <a:gd name="T86" fmla="*/ 251 w 434"/>
                <a:gd name="T87" fmla="*/ 42 h 434"/>
                <a:gd name="T88" fmla="*/ 384 w 434"/>
                <a:gd name="T89" fmla="*/ 201 h 434"/>
                <a:gd name="T90" fmla="*/ 359 w 434"/>
                <a:gd name="T91" fmla="*/ 252 h 434"/>
                <a:gd name="T92" fmla="*/ 325 w 434"/>
                <a:gd name="T93" fmla="*/ 298 h 434"/>
                <a:gd name="T94" fmla="*/ 297 w 434"/>
                <a:gd name="T95" fmla="*/ 325 h 434"/>
                <a:gd name="T96" fmla="*/ 251 w 434"/>
                <a:gd name="T97" fmla="*/ 360 h 434"/>
                <a:gd name="T98" fmla="*/ 200 w 434"/>
                <a:gd name="T99" fmla="*/ 386 h 434"/>
                <a:gd name="T100" fmla="*/ 42 w 434"/>
                <a:gd name="T101" fmla="*/ 251 h 434"/>
                <a:gd name="T102" fmla="*/ 64 w 434"/>
                <a:gd name="T103" fmla="*/ 199 h 434"/>
                <a:gd name="T104" fmla="*/ 95 w 434"/>
                <a:gd name="T105" fmla="*/ 151 h 434"/>
                <a:gd name="T106" fmla="*/ 121 w 434"/>
                <a:gd name="T107" fmla="*/ 122 h 434"/>
                <a:gd name="T108" fmla="*/ 148 w 434"/>
                <a:gd name="T109" fmla="*/ 401 h 434"/>
                <a:gd name="T110" fmla="*/ 98 w 434"/>
                <a:gd name="T111" fmla="*/ 404 h 434"/>
                <a:gd name="T112" fmla="*/ 70 w 434"/>
                <a:gd name="T113" fmla="*/ 401 h 434"/>
                <a:gd name="T114" fmla="*/ 44 w 434"/>
                <a:gd name="T115" fmla="*/ 390 h 434"/>
                <a:gd name="T116" fmla="*/ 33 w 434"/>
                <a:gd name="T117" fmla="*/ 364 h 434"/>
                <a:gd name="T118" fmla="*/ 30 w 434"/>
                <a:gd name="T119" fmla="*/ 335 h 434"/>
                <a:gd name="T120" fmla="*/ 33 w 434"/>
                <a:gd name="T121" fmla="*/ 285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4" h="434">
                  <a:moveTo>
                    <a:pt x="79" y="433"/>
                  </a:moveTo>
                  <a:lnTo>
                    <a:pt x="79" y="433"/>
                  </a:lnTo>
                  <a:lnTo>
                    <a:pt x="95" y="434"/>
                  </a:lnTo>
                  <a:lnTo>
                    <a:pt x="113" y="434"/>
                  </a:lnTo>
                  <a:lnTo>
                    <a:pt x="129" y="433"/>
                  </a:lnTo>
                  <a:lnTo>
                    <a:pt x="146" y="431"/>
                  </a:lnTo>
                  <a:lnTo>
                    <a:pt x="163" y="428"/>
                  </a:lnTo>
                  <a:lnTo>
                    <a:pt x="179" y="423"/>
                  </a:lnTo>
                  <a:lnTo>
                    <a:pt x="196" y="419"/>
                  </a:lnTo>
                  <a:lnTo>
                    <a:pt x="212" y="413"/>
                  </a:lnTo>
                  <a:lnTo>
                    <a:pt x="212" y="413"/>
                  </a:lnTo>
                  <a:lnTo>
                    <a:pt x="229" y="406"/>
                  </a:lnTo>
                  <a:lnTo>
                    <a:pt x="245" y="398"/>
                  </a:lnTo>
                  <a:lnTo>
                    <a:pt x="260" y="390"/>
                  </a:lnTo>
                  <a:lnTo>
                    <a:pt x="276" y="379"/>
                  </a:lnTo>
                  <a:lnTo>
                    <a:pt x="291" y="369"/>
                  </a:lnTo>
                  <a:lnTo>
                    <a:pt x="306" y="358"/>
                  </a:lnTo>
                  <a:lnTo>
                    <a:pt x="319" y="347"/>
                  </a:lnTo>
                  <a:lnTo>
                    <a:pt x="332" y="333"/>
                  </a:lnTo>
                  <a:lnTo>
                    <a:pt x="332" y="333"/>
                  </a:lnTo>
                  <a:lnTo>
                    <a:pt x="346" y="320"/>
                  </a:lnTo>
                  <a:lnTo>
                    <a:pt x="358" y="307"/>
                  </a:lnTo>
                  <a:lnTo>
                    <a:pt x="369" y="291"/>
                  </a:lnTo>
                  <a:lnTo>
                    <a:pt x="379" y="277"/>
                  </a:lnTo>
                  <a:lnTo>
                    <a:pt x="389" y="261"/>
                  </a:lnTo>
                  <a:lnTo>
                    <a:pt x="398" y="245"/>
                  </a:lnTo>
                  <a:lnTo>
                    <a:pt x="405" y="230"/>
                  </a:lnTo>
                  <a:lnTo>
                    <a:pt x="412" y="213"/>
                  </a:lnTo>
                  <a:lnTo>
                    <a:pt x="412" y="213"/>
                  </a:lnTo>
                  <a:lnTo>
                    <a:pt x="418" y="197"/>
                  </a:lnTo>
                  <a:lnTo>
                    <a:pt x="423" y="180"/>
                  </a:lnTo>
                  <a:lnTo>
                    <a:pt x="428" y="164"/>
                  </a:lnTo>
                  <a:lnTo>
                    <a:pt x="431" y="147"/>
                  </a:lnTo>
                  <a:lnTo>
                    <a:pt x="433" y="130"/>
                  </a:lnTo>
                  <a:lnTo>
                    <a:pt x="434" y="113"/>
                  </a:lnTo>
                  <a:lnTo>
                    <a:pt x="434" y="96"/>
                  </a:lnTo>
                  <a:lnTo>
                    <a:pt x="432" y="80"/>
                  </a:lnTo>
                  <a:lnTo>
                    <a:pt x="432" y="80"/>
                  </a:lnTo>
                  <a:lnTo>
                    <a:pt x="430" y="63"/>
                  </a:lnTo>
                  <a:lnTo>
                    <a:pt x="424" y="47"/>
                  </a:lnTo>
                  <a:lnTo>
                    <a:pt x="421" y="40"/>
                  </a:lnTo>
                  <a:lnTo>
                    <a:pt x="418" y="34"/>
                  </a:lnTo>
                  <a:lnTo>
                    <a:pt x="414" y="29"/>
                  </a:lnTo>
                  <a:lnTo>
                    <a:pt x="410" y="24"/>
                  </a:lnTo>
                  <a:lnTo>
                    <a:pt x="405" y="19"/>
                  </a:lnTo>
                  <a:lnTo>
                    <a:pt x="399" y="15"/>
                  </a:lnTo>
                  <a:lnTo>
                    <a:pt x="393" y="12"/>
                  </a:lnTo>
                  <a:lnTo>
                    <a:pt x="387" y="9"/>
                  </a:lnTo>
                  <a:lnTo>
                    <a:pt x="371" y="4"/>
                  </a:lnTo>
                  <a:lnTo>
                    <a:pt x="354" y="1"/>
                  </a:lnTo>
                  <a:lnTo>
                    <a:pt x="354" y="1"/>
                  </a:lnTo>
                  <a:lnTo>
                    <a:pt x="337" y="0"/>
                  </a:lnTo>
                  <a:lnTo>
                    <a:pt x="320" y="0"/>
                  </a:lnTo>
                  <a:lnTo>
                    <a:pt x="303" y="1"/>
                  </a:lnTo>
                  <a:lnTo>
                    <a:pt x="287" y="3"/>
                  </a:lnTo>
                  <a:lnTo>
                    <a:pt x="270" y="6"/>
                  </a:lnTo>
                  <a:lnTo>
                    <a:pt x="253" y="10"/>
                  </a:lnTo>
                  <a:lnTo>
                    <a:pt x="237" y="15"/>
                  </a:lnTo>
                  <a:lnTo>
                    <a:pt x="220" y="22"/>
                  </a:lnTo>
                  <a:lnTo>
                    <a:pt x="220" y="22"/>
                  </a:lnTo>
                  <a:lnTo>
                    <a:pt x="204" y="29"/>
                  </a:lnTo>
                  <a:lnTo>
                    <a:pt x="189" y="36"/>
                  </a:lnTo>
                  <a:lnTo>
                    <a:pt x="172" y="45"/>
                  </a:lnTo>
                  <a:lnTo>
                    <a:pt x="157" y="54"/>
                  </a:lnTo>
                  <a:lnTo>
                    <a:pt x="142" y="65"/>
                  </a:lnTo>
                  <a:lnTo>
                    <a:pt x="127" y="76"/>
                  </a:lnTo>
                  <a:lnTo>
                    <a:pt x="114" y="88"/>
                  </a:lnTo>
                  <a:lnTo>
                    <a:pt x="101" y="100"/>
                  </a:lnTo>
                  <a:lnTo>
                    <a:pt x="101" y="100"/>
                  </a:lnTo>
                  <a:lnTo>
                    <a:pt x="87" y="114"/>
                  </a:lnTo>
                  <a:lnTo>
                    <a:pt x="76" y="128"/>
                  </a:lnTo>
                  <a:lnTo>
                    <a:pt x="65" y="143"/>
                  </a:lnTo>
                  <a:lnTo>
                    <a:pt x="53" y="158"/>
                  </a:lnTo>
                  <a:lnTo>
                    <a:pt x="44" y="173"/>
                  </a:lnTo>
                  <a:lnTo>
                    <a:pt x="36" y="189"/>
                  </a:lnTo>
                  <a:lnTo>
                    <a:pt x="28" y="205"/>
                  </a:lnTo>
                  <a:lnTo>
                    <a:pt x="21" y="221"/>
                  </a:lnTo>
                  <a:lnTo>
                    <a:pt x="21" y="221"/>
                  </a:lnTo>
                  <a:lnTo>
                    <a:pt x="14" y="238"/>
                  </a:lnTo>
                  <a:lnTo>
                    <a:pt x="9" y="254"/>
                  </a:lnTo>
                  <a:lnTo>
                    <a:pt x="5" y="271"/>
                  </a:lnTo>
                  <a:lnTo>
                    <a:pt x="3" y="287"/>
                  </a:lnTo>
                  <a:lnTo>
                    <a:pt x="1" y="305"/>
                  </a:lnTo>
                  <a:lnTo>
                    <a:pt x="0" y="321"/>
                  </a:lnTo>
                  <a:lnTo>
                    <a:pt x="0" y="337"/>
                  </a:lnTo>
                  <a:lnTo>
                    <a:pt x="1" y="355"/>
                  </a:lnTo>
                  <a:lnTo>
                    <a:pt x="1" y="355"/>
                  </a:lnTo>
                  <a:lnTo>
                    <a:pt x="3" y="372"/>
                  </a:lnTo>
                  <a:lnTo>
                    <a:pt x="8" y="388"/>
                  </a:lnTo>
                  <a:lnTo>
                    <a:pt x="11" y="394"/>
                  </a:lnTo>
                  <a:lnTo>
                    <a:pt x="14" y="400"/>
                  </a:lnTo>
                  <a:lnTo>
                    <a:pt x="19" y="406"/>
                  </a:lnTo>
                  <a:lnTo>
                    <a:pt x="23" y="410"/>
                  </a:lnTo>
                  <a:lnTo>
                    <a:pt x="28" y="415"/>
                  </a:lnTo>
                  <a:lnTo>
                    <a:pt x="34" y="419"/>
                  </a:lnTo>
                  <a:lnTo>
                    <a:pt x="40" y="422"/>
                  </a:lnTo>
                  <a:lnTo>
                    <a:pt x="46" y="425"/>
                  </a:lnTo>
                  <a:lnTo>
                    <a:pt x="62" y="430"/>
                  </a:lnTo>
                  <a:lnTo>
                    <a:pt x="79" y="433"/>
                  </a:lnTo>
                  <a:lnTo>
                    <a:pt x="79" y="433"/>
                  </a:lnTo>
                  <a:close/>
                  <a:moveTo>
                    <a:pt x="351" y="31"/>
                  </a:moveTo>
                  <a:lnTo>
                    <a:pt x="351" y="31"/>
                  </a:lnTo>
                  <a:lnTo>
                    <a:pt x="363" y="33"/>
                  </a:lnTo>
                  <a:lnTo>
                    <a:pt x="373" y="36"/>
                  </a:lnTo>
                  <a:lnTo>
                    <a:pt x="381" y="40"/>
                  </a:lnTo>
                  <a:lnTo>
                    <a:pt x="389" y="45"/>
                  </a:lnTo>
                  <a:lnTo>
                    <a:pt x="394" y="51"/>
                  </a:lnTo>
                  <a:lnTo>
                    <a:pt x="398" y="60"/>
                  </a:lnTo>
                  <a:lnTo>
                    <a:pt x="401" y="71"/>
                  </a:lnTo>
                  <a:lnTo>
                    <a:pt x="402" y="83"/>
                  </a:lnTo>
                  <a:lnTo>
                    <a:pt x="402" y="83"/>
                  </a:lnTo>
                  <a:lnTo>
                    <a:pt x="404" y="99"/>
                  </a:lnTo>
                  <a:lnTo>
                    <a:pt x="403" y="116"/>
                  </a:lnTo>
                  <a:lnTo>
                    <a:pt x="402" y="132"/>
                  </a:lnTo>
                  <a:lnTo>
                    <a:pt x="400" y="149"/>
                  </a:lnTo>
                  <a:lnTo>
                    <a:pt x="285" y="34"/>
                  </a:lnTo>
                  <a:lnTo>
                    <a:pt x="285" y="34"/>
                  </a:lnTo>
                  <a:lnTo>
                    <a:pt x="301" y="32"/>
                  </a:lnTo>
                  <a:lnTo>
                    <a:pt x="318" y="31"/>
                  </a:lnTo>
                  <a:lnTo>
                    <a:pt x="334" y="30"/>
                  </a:lnTo>
                  <a:lnTo>
                    <a:pt x="351" y="31"/>
                  </a:lnTo>
                  <a:lnTo>
                    <a:pt x="351" y="31"/>
                  </a:lnTo>
                  <a:close/>
                  <a:moveTo>
                    <a:pt x="121" y="122"/>
                  </a:moveTo>
                  <a:lnTo>
                    <a:pt x="121" y="122"/>
                  </a:lnTo>
                  <a:lnTo>
                    <a:pt x="135" y="109"/>
                  </a:lnTo>
                  <a:lnTo>
                    <a:pt x="150" y="96"/>
                  </a:lnTo>
                  <a:lnTo>
                    <a:pt x="165" y="85"/>
                  </a:lnTo>
                  <a:lnTo>
                    <a:pt x="182" y="75"/>
                  </a:lnTo>
                  <a:lnTo>
                    <a:pt x="198" y="65"/>
                  </a:lnTo>
                  <a:lnTo>
                    <a:pt x="215" y="56"/>
                  </a:lnTo>
                  <a:lnTo>
                    <a:pt x="233" y="48"/>
                  </a:lnTo>
                  <a:lnTo>
                    <a:pt x="251" y="42"/>
                  </a:lnTo>
                  <a:lnTo>
                    <a:pt x="392" y="183"/>
                  </a:lnTo>
                  <a:lnTo>
                    <a:pt x="392" y="183"/>
                  </a:lnTo>
                  <a:lnTo>
                    <a:pt x="384" y="201"/>
                  </a:lnTo>
                  <a:lnTo>
                    <a:pt x="377" y="218"/>
                  </a:lnTo>
                  <a:lnTo>
                    <a:pt x="369" y="236"/>
                  </a:lnTo>
                  <a:lnTo>
                    <a:pt x="359" y="252"/>
                  </a:lnTo>
                  <a:lnTo>
                    <a:pt x="349" y="269"/>
                  </a:lnTo>
                  <a:lnTo>
                    <a:pt x="337" y="284"/>
                  </a:lnTo>
                  <a:lnTo>
                    <a:pt x="325" y="298"/>
                  </a:lnTo>
                  <a:lnTo>
                    <a:pt x="312" y="313"/>
                  </a:lnTo>
                  <a:lnTo>
                    <a:pt x="312" y="313"/>
                  </a:lnTo>
                  <a:lnTo>
                    <a:pt x="297" y="325"/>
                  </a:lnTo>
                  <a:lnTo>
                    <a:pt x="283" y="337"/>
                  </a:lnTo>
                  <a:lnTo>
                    <a:pt x="268" y="350"/>
                  </a:lnTo>
                  <a:lnTo>
                    <a:pt x="251" y="360"/>
                  </a:lnTo>
                  <a:lnTo>
                    <a:pt x="235" y="369"/>
                  </a:lnTo>
                  <a:lnTo>
                    <a:pt x="217" y="378"/>
                  </a:lnTo>
                  <a:lnTo>
                    <a:pt x="200" y="386"/>
                  </a:lnTo>
                  <a:lnTo>
                    <a:pt x="183" y="392"/>
                  </a:lnTo>
                  <a:lnTo>
                    <a:pt x="42" y="251"/>
                  </a:lnTo>
                  <a:lnTo>
                    <a:pt x="42" y="251"/>
                  </a:lnTo>
                  <a:lnTo>
                    <a:pt x="48" y="234"/>
                  </a:lnTo>
                  <a:lnTo>
                    <a:pt x="55" y="216"/>
                  </a:lnTo>
                  <a:lnTo>
                    <a:pt x="64" y="199"/>
                  </a:lnTo>
                  <a:lnTo>
                    <a:pt x="74" y="183"/>
                  </a:lnTo>
                  <a:lnTo>
                    <a:pt x="84" y="166"/>
                  </a:lnTo>
                  <a:lnTo>
                    <a:pt x="95" y="151"/>
                  </a:lnTo>
                  <a:lnTo>
                    <a:pt x="109" y="136"/>
                  </a:lnTo>
                  <a:lnTo>
                    <a:pt x="121" y="122"/>
                  </a:lnTo>
                  <a:lnTo>
                    <a:pt x="121" y="122"/>
                  </a:lnTo>
                  <a:close/>
                  <a:moveTo>
                    <a:pt x="33" y="285"/>
                  </a:moveTo>
                  <a:lnTo>
                    <a:pt x="148" y="401"/>
                  </a:lnTo>
                  <a:lnTo>
                    <a:pt x="148" y="401"/>
                  </a:lnTo>
                  <a:lnTo>
                    <a:pt x="131" y="403"/>
                  </a:lnTo>
                  <a:lnTo>
                    <a:pt x="115" y="404"/>
                  </a:lnTo>
                  <a:lnTo>
                    <a:pt x="98" y="404"/>
                  </a:lnTo>
                  <a:lnTo>
                    <a:pt x="82" y="403"/>
                  </a:lnTo>
                  <a:lnTo>
                    <a:pt x="82" y="403"/>
                  </a:lnTo>
                  <a:lnTo>
                    <a:pt x="70" y="401"/>
                  </a:lnTo>
                  <a:lnTo>
                    <a:pt x="60" y="399"/>
                  </a:lnTo>
                  <a:lnTo>
                    <a:pt x="51" y="395"/>
                  </a:lnTo>
                  <a:lnTo>
                    <a:pt x="44" y="390"/>
                  </a:lnTo>
                  <a:lnTo>
                    <a:pt x="39" y="382"/>
                  </a:lnTo>
                  <a:lnTo>
                    <a:pt x="35" y="374"/>
                  </a:lnTo>
                  <a:lnTo>
                    <a:pt x="33" y="364"/>
                  </a:lnTo>
                  <a:lnTo>
                    <a:pt x="31" y="352"/>
                  </a:lnTo>
                  <a:lnTo>
                    <a:pt x="31" y="352"/>
                  </a:lnTo>
                  <a:lnTo>
                    <a:pt x="30" y="335"/>
                  </a:lnTo>
                  <a:lnTo>
                    <a:pt x="30" y="319"/>
                  </a:lnTo>
                  <a:lnTo>
                    <a:pt x="31" y="302"/>
                  </a:lnTo>
                  <a:lnTo>
                    <a:pt x="33" y="285"/>
                  </a:lnTo>
                  <a:lnTo>
                    <a:pt x="33"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endParaRPr lang="en-US" sz="2400"/>
            </a:p>
          </p:txBody>
        </p:sp>
      </p:grpSp>
      <p:cxnSp>
        <p:nvCxnSpPr>
          <p:cNvPr id="18" name="Straight Connector 17">
            <a:extLst>
              <a:ext uri="{FF2B5EF4-FFF2-40B4-BE49-F238E27FC236}">
                <a16:creationId xmlns:a16="http://schemas.microsoft.com/office/drawing/2014/main" id="{EE99AD4F-6C26-3745-90CE-CBCD82EBDCA4}"/>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8344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#1</a:t>
            </a:r>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a:xfrm>
            <a:off x="843641" y="2045140"/>
            <a:ext cx="10283903" cy="508219"/>
          </a:xfrm>
        </p:spPr>
        <p:txBody>
          <a:bodyPr>
            <a:noAutofit/>
          </a:bodyPr>
          <a:lstStyle/>
          <a:p>
            <a:r>
              <a:rPr lang="en-US"/>
              <a:t>Calculate the athlete’s total sweat sodium loss</a:t>
            </a:r>
          </a:p>
          <a:p>
            <a:endParaRPr lang="en-US"/>
          </a:p>
        </p:txBody>
      </p:sp>
      <p:sp>
        <p:nvSpPr>
          <p:cNvPr id="6" name="TextBox 5">
            <a:extLst>
              <a:ext uri="{FF2B5EF4-FFF2-40B4-BE49-F238E27FC236}">
                <a16:creationId xmlns:a16="http://schemas.microsoft.com/office/drawing/2014/main" id="{F89CA46B-38CB-493B-A5D1-AC7A49CA2502}"/>
              </a:ext>
            </a:extLst>
          </p:cNvPr>
          <p:cNvSpPr txBox="1"/>
          <p:nvPr/>
        </p:nvSpPr>
        <p:spPr>
          <a:xfrm>
            <a:off x="843642" y="2884626"/>
            <a:ext cx="10491952" cy="2970044"/>
          </a:xfrm>
          <a:prstGeom prst="rect">
            <a:avLst/>
          </a:prstGeom>
          <a:noFill/>
        </p:spPr>
        <p:txBody>
          <a:bodyPr wrap="square" rtlCol="0">
            <a:spAutoFit/>
          </a:bodyPr>
          <a:lstStyle/>
          <a:p>
            <a:pPr>
              <a:lnSpc>
                <a:spcPct val="150000"/>
              </a:lnSpc>
            </a:pPr>
            <a:r>
              <a:rPr lang="en-US" sz="2200" b="1">
                <a:solidFill>
                  <a:prstClr val="black"/>
                </a:solidFill>
              </a:rPr>
              <a:t>Whole Body Sweat [Na</a:t>
            </a:r>
            <a:r>
              <a:rPr lang="en-US" sz="2200" b="1" baseline="30000">
                <a:solidFill>
                  <a:prstClr val="black"/>
                </a:solidFill>
              </a:rPr>
              <a:t>+</a:t>
            </a:r>
            <a:r>
              <a:rPr lang="en-US" sz="2200" b="1">
                <a:solidFill>
                  <a:prstClr val="black"/>
                </a:solidFill>
              </a:rPr>
              <a:t>] </a:t>
            </a:r>
            <a:r>
              <a:rPr lang="en-US" sz="2200">
                <a:solidFill>
                  <a:prstClr val="black"/>
                </a:solidFill>
              </a:rPr>
              <a:t>= 0.57(80 mmol/L) +11.05 = 56.65 mmol/L</a:t>
            </a:r>
          </a:p>
          <a:p>
            <a:pPr>
              <a:lnSpc>
                <a:spcPct val="150000"/>
              </a:lnSpc>
            </a:pPr>
            <a:endParaRPr lang="en-US" sz="2200" b="1">
              <a:solidFill>
                <a:prstClr val="black"/>
              </a:solidFill>
            </a:endParaRPr>
          </a:p>
          <a:p>
            <a:pPr>
              <a:lnSpc>
                <a:spcPct val="150000"/>
              </a:lnSpc>
            </a:pPr>
            <a:r>
              <a:rPr lang="en-US" sz="2200" b="1">
                <a:solidFill>
                  <a:prstClr val="black"/>
                </a:solidFill>
              </a:rPr>
              <a:t>Whole Body Sweat Sodium Loss </a:t>
            </a:r>
            <a:r>
              <a:rPr lang="en-US" sz="2200">
                <a:solidFill>
                  <a:prstClr val="black"/>
                </a:solidFill>
              </a:rPr>
              <a:t>= 56.65 mmol/L * 4.90 L = 277.59 mmol</a:t>
            </a:r>
          </a:p>
          <a:p>
            <a:pPr>
              <a:lnSpc>
                <a:spcPct val="150000"/>
              </a:lnSpc>
            </a:pPr>
            <a:r>
              <a:rPr lang="en-US" sz="2200">
                <a:solidFill>
                  <a:prstClr val="black"/>
                </a:solidFill>
              </a:rPr>
              <a:t>				        = 277.59 mmol * 22.99 mg/mmol</a:t>
            </a:r>
          </a:p>
          <a:p>
            <a:pPr>
              <a:lnSpc>
                <a:spcPct val="150000"/>
              </a:lnSpc>
            </a:pPr>
            <a:r>
              <a:rPr lang="en-US" sz="2200">
                <a:solidFill>
                  <a:prstClr val="black"/>
                </a:solidFill>
              </a:rPr>
              <a:t>				        = </a:t>
            </a:r>
            <a:r>
              <a:rPr lang="en-US" sz="2200" b="1">
                <a:solidFill>
                  <a:prstClr val="black"/>
                </a:solidFill>
              </a:rPr>
              <a:t>6382 mg sodium</a:t>
            </a:r>
            <a:r>
              <a:rPr lang="en-US" sz="2200">
                <a:solidFill>
                  <a:prstClr val="black"/>
                </a:solidFill>
              </a:rPr>
              <a:t>		</a:t>
            </a:r>
          </a:p>
          <a:p>
            <a:r>
              <a:rPr lang="en-US" sz="2200">
                <a:solidFill>
                  <a:prstClr val="black"/>
                </a:solidFill>
              </a:rPr>
              <a:t>		</a:t>
            </a:r>
            <a:endParaRPr lang="en-US" sz="2200" b="1">
              <a:solidFill>
                <a:prstClr val="black"/>
              </a:solidFill>
            </a:endParaRPr>
          </a:p>
        </p:txBody>
      </p:sp>
      <p:pic>
        <p:nvPicPr>
          <p:cNvPr id="7" name="Picture 6">
            <a:extLst>
              <a:ext uri="{FF2B5EF4-FFF2-40B4-BE49-F238E27FC236}">
                <a16:creationId xmlns:a16="http://schemas.microsoft.com/office/drawing/2014/main" id="{F9867F20-ECFD-4476-BC77-AE1743A88A9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214339" y="538073"/>
            <a:ext cx="1913205" cy="1944315"/>
          </a:xfrm>
          <a:prstGeom prst="rect">
            <a:avLst/>
          </a:prstGeom>
          <a:effectLst>
            <a:outerShdw blurRad="63500" dist="38100" dir="2760000" algn="tl" rotWithShape="0">
              <a:prstClr val="black">
                <a:alpha val="16000"/>
              </a:prstClr>
            </a:outerShdw>
          </a:effectLst>
        </p:spPr>
      </p:pic>
      <p:cxnSp>
        <p:nvCxnSpPr>
          <p:cNvPr id="8" name="Straight Connector 7">
            <a:extLst>
              <a:ext uri="{FF2B5EF4-FFF2-40B4-BE49-F238E27FC236}">
                <a16:creationId xmlns:a16="http://schemas.microsoft.com/office/drawing/2014/main" id="{53D7CF94-0927-1F42-B6DB-45000EE29B49}"/>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640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288569" y="2141430"/>
            <a:ext cx="4443626" cy="3968221"/>
          </a:xfrm>
        </p:spPr>
        <p:txBody>
          <a:bodyPr/>
          <a:lstStyle/>
          <a:p>
            <a:r>
              <a:rPr lang="en-US"/>
              <a:t>Forearm sweat sodium concentration: 62 mmol/L</a:t>
            </a:r>
          </a:p>
          <a:p>
            <a:endParaRPr lang="en-US" sz="200"/>
          </a:p>
          <a:p>
            <a:r>
              <a:rPr lang="en-US"/>
              <a:t>Match duration: 1.5 h</a:t>
            </a:r>
          </a:p>
          <a:p>
            <a:endParaRPr lang="en-US" sz="800"/>
          </a:p>
          <a:p>
            <a:r>
              <a:rPr lang="en-US"/>
              <a:t>Sweat loss: 1.75 L</a:t>
            </a:r>
          </a:p>
          <a:p>
            <a:endParaRPr lang="en-US" sz="800"/>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pic>
        <p:nvPicPr>
          <p:cNvPr id="9" name="Picture 8">
            <a:extLst>
              <a:ext uri="{FF2B5EF4-FFF2-40B4-BE49-F238E27FC236}">
                <a16:creationId xmlns:a16="http://schemas.microsoft.com/office/drawing/2014/main" id="{9CBE5498-EAF2-41B5-B922-1C6AA477B163}"/>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5689991" y="0"/>
            <a:ext cx="6502010" cy="6499274"/>
          </a:xfrm>
          <a:prstGeom prst="rect">
            <a:avLst/>
          </a:prstGeom>
        </p:spPr>
      </p:pic>
      <p:pic>
        <p:nvPicPr>
          <p:cNvPr id="8" name="Graphic 7">
            <a:extLst>
              <a:ext uri="{FF2B5EF4-FFF2-40B4-BE49-F238E27FC236}">
                <a16:creationId xmlns:a16="http://schemas.microsoft.com/office/drawing/2014/main" id="{1085B4A2-1AFA-407D-9527-EB06FB1F79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473" y="2166485"/>
            <a:ext cx="389164" cy="403577"/>
          </a:xfrm>
          <a:prstGeom prst="rect">
            <a:avLst/>
          </a:prstGeom>
        </p:spPr>
      </p:pic>
      <p:pic>
        <p:nvPicPr>
          <p:cNvPr id="10" name="Graphic 9">
            <a:extLst>
              <a:ext uri="{FF2B5EF4-FFF2-40B4-BE49-F238E27FC236}">
                <a16:creationId xmlns:a16="http://schemas.microsoft.com/office/drawing/2014/main" id="{1C465E00-E10B-48D6-A9A4-A355A0F6BF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405" y="3118595"/>
            <a:ext cx="389164" cy="403577"/>
          </a:xfrm>
          <a:prstGeom prst="rect">
            <a:avLst/>
          </a:prstGeom>
        </p:spPr>
      </p:pic>
      <p:pic>
        <p:nvPicPr>
          <p:cNvPr id="11" name="Graphic 10">
            <a:extLst>
              <a:ext uri="{FF2B5EF4-FFF2-40B4-BE49-F238E27FC236}">
                <a16:creationId xmlns:a16="http://schemas.microsoft.com/office/drawing/2014/main" id="{7A9B2B62-AB70-47F4-B25C-E42CE9779B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9405" y="3893261"/>
            <a:ext cx="389164" cy="403577"/>
          </a:xfrm>
          <a:prstGeom prst="rect">
            <a:avLst/>
          </a:prstGeom>
        </p:spPr>
      </p:pic>
      <p:cxnSp>
        <p:nvCxnSpPr>
          <p:cNvPr id="12" name="Straight Connector 11">
            <a:extLst>
              <a:ext uri="{FF2B5EF4-FFF2-40B4-BE49-F238E27FC236}">
                <a16:creationId xmlns:a16="http://schemas.microsoft.com/office/drawing/2014/main" id="{AF519B3E-EFA6-DC4A-86FE-CDDCF9471686}"/>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638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#2</a:t>
            </a:r>
          </a:p>
        </p:txBody>
      </p:sp>
      <p:pic>
        <p:nvPicPr>
          <p:cNvPr id="7" name="Picture 6">
            <a:extLst>
              <a:ext uri="{FF2B5EF4-FFF2-40B4-BE49-F238E27FC236}">
                <a16:creationId xmlns:a16="http://schemas.microsoft.com/office/drawing/2014/main" id="{37144F06-8738-4207-B657-C11C33B952AE}"/>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721731" y="538073"/>
            <a:ext cx="2066580" cy="1833331"/>
          </a:xfrm>
          <a:prstGeom prst="rect">
            <a:avLst/>
          </a:prstGeom>
        </p:spPr>
      </p:pic>
      <p:sp>
        <p:nvSpPr>
          <p:cNvPr id="9" name="Text Placeholder 4">
            <a:extLst>
              <a:ext uri="{FF2B5EF4-FFF2-40B4-BE49-F238E27FC236}">
                <a16:creationId xmlns:a16="http://schemas.microsoft.com/office/drawing/2014/main" id="{A9076D50-6788-4282-8293-90EFC0AE5B24}"/>
              </a:ext>
            </a:extLst>
          </p:cNvPr>
          <p:cNvSpPr txBox="1">
            <a:spLocks/>
          </p:cNvSpPr>
          <p:nvPr/>
        </p:nvSpPr>
        <p:spPr>
          <a:xfrm>
            <a:off x="843641" y="2045140"/>
            <a:ext cx="10283903" cy="50821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spcAft>
                <a:spcPts val="500"/>
              </a:spcAft>
              <a:buFont typeface="Arial" panose="020B0604020202020204" pitchFamily="34" charset="0"/>
              <a:buNone/>
              <a:defRPr sz="2400" b="1" kern="1200">
                <a:solidFill>
                  <a:schemeClr val="tx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spcAft>
                <a:spcPts val="500"/>
              </a:spcAft>
              <a:buClr>
                <a:srgbClr val="036E3D"/>
              </a:buClr>
              <a:buFont typeface="Wingdings" pitchFamily="2" charset="2"/>
              <a:buNone/>
              <a:defRPr sz="16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Calculate the athlete’s total sweat sodium loss</a:t>
            </a:r>
          </a:p>
          <a:p>
            <a:endParaRPr lang="en-US"/>
          </a:p>
        </p:txBody>
      </p:sp>
      <p:sp>
        <p:nvSpPr>
          <p:cNvPr id="6" name="TextBox 5">
            <a:extLst>
              <a:ext uri="{FF2B5EF4-FFF2-40B4-BE49-F238E27FC236}">
                <a16:creationId xmlns:a16="http://schemas.microsoft.com/office/drawing/2014/main" id="{AA13C43D-3E65-4BE2-87D9-1B01ADD21628}"/>
              </a:ext>
            </a:extLst>
          </p:cNvPr>
          <p:cNvSpPr txBox="1"/>
          <p:nvPr/>
        </p:nvSpPr>
        <p:spPr>
          <a:xfrm>
            <a:off x="843642" y="2884626"/>
            <a:ext cx="10491952" cy="2970044"/>
          </a:xfrm>
          <a:prstGeom prst="rect">
            <a:avLst/>
          </a:prstGeom>
          <a:noFill/>
        </p:spPr>
        <p:txBody>
          <a:bodyPr wrap="square" rtlCol="0">
            <a:spAutoFit/>
          </a:bodyPr>
          <a:lstStyle/>
          <a:p>
            <a:pPr>
              <a:lnSpc>
                <a:spcPct val="150000"/>
              </a:lnSpc>
            </a:pPr>
            <a:r>
              <a:rPr lang="en-US" sz="2200" b="1">
                <a:solidFill>
                  <a:prstClr val="black"/>
                </a:solidFill>
              </a:rPr>
              <a:t>Whole Body Sweat [Na</a:t>
            </a:r>
            <a:r>
              <a:rPr lang="en-US" sz="2200" b="1" baseline="30000">
                <a:solidFill>
                  <a:prstClr val="black"/>
                </a:solidFill>
              </a:rPr>
              <a:t>+</a:t>
            </a:r>
            <a:r>
              <a:rPr lang="en-US" sz="2200" b="1">
                <a:solidFill>
                  <a:prstClr val="black"/>
                </a:solidFill>
              </a:rPr>
              <a:t>] </a:t>
            </a:r>
            <a:r>
              <a:rPr lang="en-US" sz="2200">
                <a:solidFill>
                  <a:prstClr val="black"/>
                </a:solidFill>
              </a:rPr>
              <a:t>= 0.57(62 mmol/L) +11.05 = 46.39 mmol/L</a:t>
            </a:r>
          </a:p>
          <a:p>
            <a:pPr>
              <a:lnSpc>
                <a:spcPct val="150000"/>
              </a:lnSpc>
            </a:pPr>
            <a:endParaRPr lang="en-US" sz="2200" b="1">
              <a:solidFill>
                <a:prstClr val="black"/>
              </a:solidFill>
            </a:endParaRPr>
          </a:p>
          <a:p>
            <a:pPr>
              <a:lnSpc>
                <a:spcPct val="150000"/>
              </a:lnSpc>
            </a:pPr>
            <a:r>
              <a:rPr lang="en-US" sz="2200" b="1">
                <a:solidFill>
                  <a:prstClr val="black"/>
                </a:solidFill>
              </a:rPr>
              <a:t>Whole Body Sweat Sodium Loss </a:t>
            </a:r>
            <a:r>
              <a:rPr lang="en-US" sz="2200">
                <a:solidFill>
                  <a:prstClr val="black"/>
                </a:solidFill>
              </a:rPr>
              <a:t>= 46.39 mmol/L * 1.75 L = 81.18 mmol</a:t>
            </a:r>
          </a:p>
          <a:p>
            <a:pPr>
              <a:lnSpc>
                <a:spcPct val="150000"/>
              </a:lnSpc>
            </a:pPr>
            <a:r>
              <a:rPr lang="en-US" sz="2200">
                <a:solidFill>
                  <a:prstClr val="black"/>
                </a:solidFill>
              </a:rPr>
              <a:t>				        = 81.18 mmol * 22.99 mg/mmol</a:t>
            </a:r>
          </a:p>
          <a:p>
            <a:pPr>
              <a:lnSpc>
                <a:spcPct val="150000"/>
              </a:lnSpc>
            </a:pPr>
            <a:r>
              <a:rPr lang="en-US" sz="2200">
                <a:solidFill>
                  <a:prstClr val="black"/>
                </a:solidFill>
              </a:rPr>
              <a:t>				        = </a:t>
            </a:r>
            <a:r>
              <a:rPr lang="en-US" sz="2200" b="1">
                <a:solidFill>
                  <a:prstClr val="black"/>
                </a:solidFill>
              </a:rPr>
              <a:t>1866 mg sodium</a:t>
            </a:r>
            <a:r>
              <a:rPr lang="en-US" sz="2200">
                <a:solidFill>
                  <a:prstClr val="black"/>
                </a:solidFill>
              </a:rPr>
              <a:t>		</a:t>
            </a:r>
          </a:p>
          <a:p>
            <a:r>
              <a:rPr lang="en-US" sz="2200">
                <a:solidFill>
                  <a:prstClr val="black"/>
                </a:solidFill>
              </a:rPr>
              <a:t>		</a:t>
            </a:r>
            <a:endParaRPr lang="en-US" sz="2200" b="1">
              <a:solidFill>
                <a:prstClr val="black"/>
              </a:solidFill>
            </a:endParaRPr>
          </a:p>
        </p:txBody>
      </p:sp>
      <p:cxnSp>
        <p:nvCxnSpPr>
          <p:cNvPr id="8" name="Straight Connector 7">
            <a:extLst>
              <a:ext uri="{FF2B5EF4-FFF2-40B4-BE49-F238E27FC236}">
                <a16:creationId xmlns:a16="http://schemas.microsoft.com/office/drawing/2014/main" id="{AD0AE4B9-52DE-EA4D-B0E0-4D900C0B6812}"/>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763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sp>
        <p:nvSpPr>
          <p:cNvPr id="3" name="Text Placeholder 2">
            <a:extLst>
              <a:ext uri="{FF2B5EF4-FFF2-40B4-BE49-F238E27FC236}">
                <a16:creationId xmlns:a16="http://schemas.microsoft.com/office/drawing/2014/main" id="{9042179D-5640-4E57-80EF-D60CDD2296A5}"/>
              </a:ext>
            </a:extLst>
          </p:cNvPr>
          <p:cNvSpPr>
            <a:spLocks noGrp="1"/>
          </p:cNvSpPr>
          <p:nvPr>
            <p:ph type="body" sz="quarter" idx="10"/>
          </p:nvPr>
        </p:nvSpPr>
        <p:spPr>
          <a:xfrm>
            <a:off x="1410489" y="2141430"/>
            <a:ext cx="4478812" cy="3968221"/>
          </a:xfrm>
        </p:spPr>
        <p:txBody>
          <a:bodyPr/>
          <a:lstStyle/>
          <a:p>
            <a:r>
              <a:rPr lang="en-US"/>
              <a:t>Forearm sweat sodium concentration: 38 mmol/L</a:t>
            </a:r>
          </a:p>
          <a:p>
            <a:endParaRPr lang="en-US" sz="200"/>
          </a:p>
          <a:p>
            <a:r>
              <a:rPr lang="en-US"/>
              <a:t>Exercise duration: 2 h 20 min</a:t>
            </a:r>
          </a:p>
          <a:p>
            <a:endParaRPr lang="en-US" sz="200"/>
          </a:p>
          <a:p>
            <a:r>
              <a:rPr lang="en-US"/>
              <a:t>Sweat loss: 1.20 L</a:t>
            </a:r>
          </a:p>
          <a:p>
            <a:endParaRPr lang="en-US" sz="1000"/>
          </a:p>
          <a:p>
            <a:endParaRPr lang="en-US"/>
          </a:p>
        </p:txBody>
      </p:sp>
      <p:sp>
        <p:nvSpPr>
          <p:cNvPr id="5" name="Text Placeholder 4">
            <a:extLst>
              <a:ext uri="{FF2B5EF4-FFF2-40B4-BE49-F238E27FC236}">
                <a16:creationId xmlns:a16="http://schemas.microsoft.com/office/drawing/2014/main" id="{74677356-79ED-47BD-9CAF-1B1C562699E1}"/>
              </a:ext>
            </a:extLst>
          </p:cNvPr>
          <p:cNvSpPr>
            <a:spLocks noGrp="1"/>
          </p:cNvSpPr>
          <p:nvPr>
            <p:ph type="body" sz="quarter" idx="12"/>
          </p:nvPr>
        </p:nvSpPr>
        <p:spPr/>
        <p:txBody>
          <a:bodyPr/>
          <a:lstStyle/>
          <a:p>
            <a:r>
              <a:rPr lang="en-US"/>
              <a:t>Data</a:t>
            </a:r>
          </a:p>
        </p:txBody>
      </p:sp>
      <p:sp>
        <p:nvSpPr>
          <p:cNvPr id="13" name="Freeform 10">
            <a:extLst>
              <a:ext uri="{FF2B5EF4-FFF2-40B4-BE49-F238E27FC236}">
                <a16:creationId xmlns:a16="http://schemas.microsoft.com/office/drawing/2014/main" id="{FCC25E8D-EBFF-49B2-B920-446060E11CEA}"/>
              </a:ext>
            </a:extLst>
          </p:cNvPr>
          <p:cNvSpPr>
            <a:spLocks noEditPoints="1"/>
          </p:cNvSpPr>
          <p:nvPr/>
        </p:nvSpPr>
        <p:spPr bwMode="auto">
          <a:xfrm>
            <a:off x="901165" y="2240997"/>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a:extLst>
              <a:ext uri="{FF2B5EF4-FFF2-40B4-BE49-F238E27FC236}">
                <a16:creationId xmlns:a16="http://schemas.microsoft.com/office/drawing/2014/main" id="{E906F982-7CC5-4435-A663-3C4074139EAE}"/>
              </a:ext>
            </a:extLst>
          </p:cNvPr>
          <p:cNvSpPr>
            <a:spLocks noEditPoints="1"/>
          </p:cNvSpPr>
          <p:nvPr/>
        </p:nvSpPr>
        <p:spPr bwMode="auto">
          <a:xfrm>
            <a:off x="900826" y="3827776"/>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0">
            <a:extLst>
              <a:ext uri="{FF2B5EF4-FFF2-40B4-BE49-F238E27FC236}">
                <a16:creationId xmlns:a16="http://schemas.microsoft.com/office/drawing/2014/main" id="{808F6BF4-3B36-416E-83B6-66E5F6531647}"/>
              </a:ext>
            </a:extLst>
          </p:cNvPr>
          <p:cNvSpPr>
            <a:spLocks noEditPoints="1"/>
          </p:cNvSpPr>
          <p:nvPr/>
        </p:nvSpPr>
        <p:spPr bwMode="auto">
          <a:xfrm>
            <a:off x="914894" y="3059795"/>
            <a:ext cx="490704" cy="387319"/>
          </a:xfrm>
          <a:custGeom>
            <a:avLst/>
            <a:gdLst>
              <a:gd name="T0" fmla="*/ 247 w 475"/>
              <a:gd name="T1" fmla="*/ 354 h 380"/>
              <a:gd name="T2" fmla="*/ 339 w 475"/>
              <a:gd name="T3" fmla="*/ 379 h 380"/>
              <a:gd name="T4" fmla="*/ 433 w 475"/>
              <a:gd name="T5" fmla="*/ 378 h 380"/>
              <a:gd name="T6" fmla="*/ 466 w 475"/>
              <a:gd name="T7" fmla="*/ 361 h 380"/>
              <a:gd name="T8" fmla="*/ 474 w 475"/>
              <a:gd name="T9" fmla="*/ 330 h 380"/>
              <a:gd name="T10" fmla="*/ 474 w 475"/>
              <a:gd name="T11" fmla="*/ 297 h 380"/>
              <a:gd name="T12" fmla="*/ 453 w 475"/>
              <a:gd name="T13" fmla="*/ 261 h 380"/>
              <a:gd name="T14" fmla="*/ 404 w 475"/>
              <a:gd name="T15" fmla="*/ 232 h 380"/>
              <a:gd name="T16" fmla="*/ 381 w 475"/>
              <a:gd name="T17" fmla="*/ 203 h 380"/>
              <a:gd name="T18" fmla="*/ 371 w 475"/>
              <a:gd name="T19" fmla="*/ 186 h 380"/>
              <a:gd name="T20" fmla="*/ 356 w 475"/>
              <a:gd name="T21" fmla="*/ 168 h 380"/>
              <a:gd name="T22" fmla="*/ 353 w 475"/>
              <a:gd name="T23" fmla="*/ 148 h 380"/>
              <a:gd name="T24" fmla="*/ 329 w 475"/>
              <a:gd name="T25" fmla="*/ 132 h 380"/>
              <a:gd name="T26" fmla="*/ 333 w 475"/>
              <a:gd name="T27" fmla="*/ 112 h 380"/>
              <a:gd name="T28" fmla="*/ 306 w 475"/>
              <a:gd name="T29" fmla="*/ 93 h 380"/>
              <a:gd name="T30" fmla="*/ 297 w 475"/>
              <a:gd name="T31" fmla="*/ 20 h 380"/>
              <a:gd name="T32" fmla="*/ 254 w 475"/>
              <a:gd name="T33" fmla="*/ 23 h 380"/>
              <a:gd name="T34" fmla="*/ 224 w 475"/>
              <a:gd name="T35" fmla="*/ 41 h 380"/>
              <a:gd name="T36" fmla="*/ 210 w 475"/>
              <a:gd name="T37" fmla="*/ 77 h 380"/>
              <a:gd name="T38" fmla="*/ 185 w 475"/>
              <a:gd name="T39" fmla="*/ 86 h 380"/>
              <a:gd name="T40" fmla="*/ 175 w 475"/>
              <a:gd name="T41" fmla="*/ 49 h 380"/>
              <a:gd name="T42" fmla="*/ 172 w 475"/>
              <a:gd name="T43" fmla="*/ 16 h 380"/>
              <a:gd name="T44" fmla="*/ 151 w 475"/>
              <a:gd name="T45" fmla="*/ 1 h 380"/>
              <a:gd name="T46" fmla="*/ 126 w 475"/>
              <a:gd name="T47" fmla="*/ 11 h 380"/>
              <a:gd name="T48" fmla="*/ 71 w 475"/>
              <a:gd name="T49" fmla="*/ 66 h 380"/>
              <a:gd name="T50" fmla="*/ 32 w 475"/>
              <a:gd name="T51" fmla="*/ 125 h 380"/>
              <a:gd name="T52" fmla="*/ 4 w 475"/>
              <a:gd name="T53" fmla="*/ 163 h 380"/>
              <a:gd name="T54" fmla="*/ 2 w 475"/>
              <a:gd name="T55" fmla="*/ 191 h 380"/>
              <a:gd name="T56" fmla="*/ 38 w 475"/>
              <a:gd name="T57" fmla="*/ 232 h 380"/>
              <a:gd name="T58" fmla="*/ 277 w 475"/>
              <a:gd name="T59" fmla="*/ 91 h 380"/>
              <a:gd name="T60" fmla="*/ 240 w 475"/>
              <a:gd name="T61" fmla="*/ 86 h 380"/>
              <a:gd name="T62" fmla="*/ 263 w 475"/>
              <a:gd name="T63" fmla="*/ 52 h 380"/>
              <a:gd name="T64" fmla="*/ 105 w 475"/>
              <a:gd name="T65" fmla="*/ 70 h 380"/>
              <a:gd name="T66" fmla="*/ 145 w 475"/>
              <a:gd name="T67" fmla="*/ 33 h 380"/>
              <a:gd name="T68" fmla="*/ 145 w 475"/>
              <a:gd name="T69" fmla="*/ 64 h 380"/>
              <a:gd name="T70" fmla="*/ 169 w 475"/>
              <a:gd name="T71" fmla="*/ 110 h 380"/>
              <a:gd name="T72" fmla="*/ 203 w 475"/>
              <a:gd name="T73" fmla="*/ 127 h 380"/>
              <a:gd name="T74" fmla="*/ 267 w 475"/>
              <a:gd name="T75" fmla="*/ 125 h 380"/>
              <a:gd name="T76" fmla="*/ 363 w 475"/>
              <a:gd name="T77" fmla="*/ 248 h 380"/>
              <a:gd name="T78" fmla="*/ 406 w 475"/>
              <a:gd name="T79" fmla="*/ 266 h 380"/>
              <a:gd name="T80" fmla="*/ 438 w 475"/>
              <a:gd name="T81" fmla="*/ 289 h 380"/>
              <a:gd name="T82" fmla="*/ 376 w 475"/>
              <a:gd name="T83" fmla="*/ 297 h 380"/>
              <a:gd name="T84" fmla="*/ 316 w 475"/>
              <a:gd name="T85" fmla="*/ 280 h 380"/>
              <a:gd name="T86" fmla="*/ 277 w 475"/>
              <a:gd name="T87" fmla="*/ 258 h 380"/>
              <a:gd name="T88" fmla="*/ 234 w 475"/>
              <a:gd name="T89" fmla="*/ 227 h 380"/>
              <a:gd name="T90" fmla="*/ 191 w 475"/>
              <a:gd name="T91" fmla="*/ 197 h 380"/>
              <a:gd name="T92" fmla="*/ 78 w 475"/>
              <a:gd name="T93" fmla="*/ 109 h 380"/>
              <a:gd name="T94" fmla="*/ 51 w 475"/>
              <a:gd name="T95" fmla="*/ 147 h 380"/>
              <a:gd name="T96" fmla="*/ 220 w 475"/>
              <a:gd name="T97" fmla="*/ 254 h 380"/>
              <a:gd name="T98" fmla="*/ 292 w 475"/>
              <a:gd name="T99" fmla="*/ 301 h 380"/>
              <a:gd name="T100" fmla="*/ 353 w 475"/>
              <a:gd name="T101" fmla="*/ 323 h 380"/>
              <a:gd name="T102" fmla="*/ 443 w 475"/>
              <a:gd name="T103" fmla="*/ 342 h 380"/>
              <a:gd name="T104" fmla="*/ 406 w 475"/>
              <a:gd name="T105" fmla="*/ 350 h 380"/>
              <a:gd name="T106" fmla="*/ 306 w 475"/>
              <a:gd name="T107" fmla="*/ 344 h 380"/>
              <a:gd name="T108" fmla="*/ 226 w 475"/>
              <a:gd name="T109" fmla="*/ 309 h 380"/>
              <a:gd name="T110" fmla="*/ 35 w 475"/>
              <a:gd name="T111" fmla="*/ 190 h 380"/>
              <a:gd name="T112" fmla="*/ 32 w 475"/>
              <a:gd name="T113" fmla="*/ 173 h 380"/>
              <a:gd name="T114" fmla="*/ 51 w 475"/>
              <a:gd name="T115" fmla="*/ 14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75" h="380">
                <a:moveTo>
                  <a:pt x="69" y="253"/>
                </a:moveTo>
                <a:lnTo>
                  <a:pt x="212" y="336"/>
                </a:lnTo>
                <a:lnTo>
                  <a:pt x="212" y="336"/>
                </a:lnTo>
                <a:lnTo>
                  <a:pt x="230" y="345"/>
                </a:lnTo>
                <a:lnTo>
                  <a:pt x="247" y="354"/>
                </a:lnTo>
                <a:lnTo>
                  <a:pt x="264" y="362"/>
                </a:lnTo>
                <a:lnTo>
                  <a:pt x="283" y="369"/>
                </a:lnTo>
                <a:lnTo>
                  <a:pt x="300" y="374"/>
                </a:lnTo>
                <a:lnTo>
                  <a:pt x="320" y="377"/>
                </a:lnTo>
                <a:lnTo>
                  <a:pt x="339" y="379"/>
                </a:lnTo>
                <a:lnTo>
                  <a:pt x="360" y="380"/>
                </a:lnTo>
                <a:lnTo>
                  <a:pt x="406" y="380"/>
                </a:lnTo>
                <a:lnTo>
                  <a:pt x="406" y="380"/>
                </a:lnTo>
                <a:lnTo>
                  <a:pt x="419" y="380"/>
                </a:lnTo>
                <a:lnTo>
                  <a:pt x="433" y="378"/>
                </a:lnTo>
                <a:lnTo>
                  <a:pt x="445" y="375"/>
                </a:lnTo>
                <a:lnTo>
                  <a:pt x="455" y="370"/>
                </a:lnTo>
                <a:lnTo>
                  <a:pt x="455" y="370"/>
                </a:lnTo>
                <a:lnTo>
                  <a:pt x="461" y="365"/>
                </a:lnTo>
                <a:lnTo>
                  <a:pt x="466" y="361"/>
                </a:lnTo>
                <a:lnTo>
                  <a:pt x="469" y="354"/>
                </a:lnTo>
                <a:lnTo>
                  <a:pt x="472" y="349"/>
                </a:lnTo>
                <a:lnTo>
                  <a:pt x="474" y="343"/>
                </a:lnTo>
                <a:lnTo>
                  <a:pt x="475" y="336"/>
                </a:lnTo>
                <a:lnTo>
                  <a:pt x="474" y="330"/>
                </a:lnTo>
                <a:lnTo>
                  <a:pt x="471" y="323"/>
                </a:lnTo>
                <a:lnTo>
                  <a:pt x="471" y="323"/>
                </a:lnTo>
                <a:lnTo>
                  <a:pt x="474" y="313"/>
                </a:lnTo>
                <a:lnTo>
                  <a:pt x="475" y="305"/>
                </a:lnTo>
                <a:lnTo>
                  <a:pt x="474" y="297"/>
                </a:lnTo>
                <a:lnTo>
                  <a:pt x="471" y="289"/>
                </a:lnTo>
                <a:lnTo>
                  <a:pt x="468" y="282"/>
                </a:lnTo>
                <a:lnTo>
                  <a:pt x="464" y="274"/>
                </a:lnTo>
                <a:lnTo>
                  <a:pt x="459" y="267"/>
                </a:lnTo>
                <a:lnTo>
                  <a:pt x="453" y="261"/>
                </a:lnTo>
                <a:lnTo>
                  <a:pt x="453" y="261"/>
                </a:lnTo>
                <a:lnTo>
                  <a:pt x="447" y="256"/>
                </a:lnTo>
                <a:lnTo>
                  <a:pt x="440" y="251"/>
                </a:lnTo>
                <a:lnTo>
                  <a:pt x="423" y="241"/>
                </a:lnTo>
                <a:lnTo>
                  <a:pt x="404" y="232"/>
                </a:lnTo>
                <a:lnTo>
                  <a:pt x="382" y="224"/>
                </a:lnTo>
                <a:lnTo>
                  <a:pt x="375" y="212"/>
                </a:lnTo>
                <a:lnTo>
                  <a:pt x="375" y="212"/>
                </a:lnTo>
                <a:lnTo>
                  <a:pt x="379" y="208"/>
                </a:lnTo>
                <a:lnTo>
                  <a:pt x="381" y="203"/>
                </a:lnTo>
                <a:lnTo>
                  <a:pt x="381" y="198"/>
                </a:lnTo>
                <a:lnTo>
                  <a:pt x="379" y="192"/>
                </a:lnTo>
                <a:lnTo>
                  <a:pt x="379" y="192"/>
                </a:lnTo>
                <a:lnTo>
                  <a:pt x="376" y="188"/>
                </a:lnTo>
                <a:lnTo>
                  <a:pt x="371" y="186"/>
                </a:lnTo>
                <a:lnTo>
                  <a:pt x="366" y="185"/>
                </a:lnTo>
                <a:lnTo>
                  <a:pt x="361" y="186"/>
                </a:lnTo>
                <a:lnTo>
                  <a:pt x="353" y="172"/>
                </a:lnTo>
                <a:lnTo>
                  <a:pt x="353" y="172"/>
                </a:lnTo>
                <a:lnTo>
                  <a:pt x="356" y="168"/>
                </a:lnTo>
                <a:lnTo>
                  <a:pt x="358" y="163"/>
                </a:lnTo>
                <a:lnTo>
                  <a:pt x="358" y="158"/>
                </a:lnTo>
                <a:lnTo>
                  <a:pt x="357" y="152"/>
                </a:lnTo>
                <a:lnTo>
                  <a:pt x="357" y="152"/>
                </a:lnTo>
                <a:lnTo>
                  <a:pt x="353" y="148"/>
                </a:lnTo>
                <a:lnTo>
                  <a:pt x="348" y="145"/>
                </a:lnTo>
                <a:lnTo>
                  <a:pt x="342" y="145"/>
                </a:lnTo>
                <a:lnTo>
                  <a:pt x="337" y="146"/>
                </a:lnTo>
                <a:lnTo>
                  <a:pt x="329" y="132"/>
                </a:lnTo>
                <a:lnTo>
                  <a:pt x="329" y="132"/>
                </a:lnTo>
                <a:lnTo>
                  <a:pt x="333" y="128"/>
                </a:lnTo>
                <a:lnTo>
                  <a:pt x="335" y="123"/>
                </a:lnTo>
                <a:lnTo>
                  <a:pt x="335" y="118"/>
                </a:lnTo>
                <a:lnTo>
                  <a:pt x="333" y="112"/>
                </a:lnTo>
                <a:lnTo>
                  <a:pt x="333" y="112"/>
                </a:lnTo>
                <a:lnTo>
                  <a:pt x="330" y="108"/>
                </a:lnTo>
                <a:lnTo>
                  <a:pt x="325" y="105"/>
                </a:lnTo>
                <a:lnTo>
                  <a:pt x="320" y="105"/>
                </a:lnTo>
                <a:lnTo>
                  <a:pt x="315" y="106"/>
                </a:lnTo>
                <a:lnTo>
                  <a:pt x="306" y="93"/>
                </a:lnTo>
                <a:lnTo>
                  <a:pt x="306" y="35"/>
                </a:lnTo>
                <a:lnTo>
                  <a:pt x="306" y="35"/>
                </a:lnTo>
                <a:lnTo>
                  <a:pt x="305" y="28"/>
                </a:lnTo>
                <a:lnTo>
                  <a:pt x="302" y="23"/>
                </a:lnTo>
                <a:lnTo>
                  <a:pt x="297" y="20"/>
                </a:lnTo>
                <a:lnTo>
                  <a:pt x="292" y="19"/>
                </a:lnTo>
                <a:lnTo>
                  <a:pt x="292" y="19"/>
                </a:lnTo>
                <a:lnTo>
                  <a:pt x="272" y="20"/>
                </a:lnTo>
                <a:lnTo>
                  <a:pt x="262" y="21"/>
                </a:lnTo>
                <a:lnTo>
                  <a:pt x="254" y="23"/>
                </a:lnTo>
                <a:lnTo>
                  <a:pt x="247" y="25"/>
                </a:lnTo>
                <a:lnTo>
                  <a:pt x="240" y="28"/>
                </a:lnTo>
                <a:lnTo>
                  <a:pt x="235" y="31"/>
                </a:lnTo>
                <a:lnTo>
                  <a:pt x="229" y="36"/>
                </a:lnTo>
                <a:lnTo>
                  <a:pt x="224" y="41"/>
                </a:lnTo>
                <a:lnTo>
                  <a:pt x="220" y="46"/>
                </a:lnTo>
                <a:lnTo>
                  <a:pt x="217" y="53"/>
                </a:lnTo>
                <a:lnTo>
                  <a:pt x="214" y="60"/>
                </a:lnTo>
                <a:lnTo>
                  <a:pt x="212" y="67"/>
                </a:lnTo>
                <a:lnTo>
                  <a:pt x="210" y="77"/>
                </a:lnTo>
                <a:lnTo>
                  <a:pt x="208" y="97"/>
                </a:lnTo>
                <a:lnTo>
                  <a:pt x="208" y="97"/>
                </a:lnTo>
                <a:lnTo>
                  <a:pt x="199" y="94"/>
                </a:lnTo>
                <a:lnTo>
                  <a:pt x="192" y="90"/>
                </a:lnTo>
                <a:lnTo>
                  <a:pt x="185" y="86"/>
                </a:lnTo>
                <a:lnTo>
                  <a:pt x="181" y="81"/>
                </a:lnTo>
                <a:lnTo>
                  <a:pt x="178" y="73"/>
                </a:lnTo>
                <a:lnTo>
                  <a:pt x="176" y="66"/>
                </a:lnTo>
                <a:lnTo>
                  <a:pt x="175" y="58"/>
                </a:lnTo>
                <a:lnTo>
                  <a:pt x="175" y="49"/>
                </a:lnTo>
                <a:lnTo>
                  <a:pt x="175" y="49"/>
                </a:lnTo>
                <a:lnTo>
                  <a:pt x="176" y="35"/>
                </a:lnTo>
                <a:lnTo>
                  <a:pt x="176" y="28"/>
                </a:lnTo>
                <a:lnTo>
                  <a:pt x="175" y="22"/>
                </a:lnTo>
                <a:lnTo>
                  <a:pt x="172" y="16"/>
                </a:lnTo>
                <a:lnTo>
                  <a:pt x="168" y="11"/>
                </a:lnTo>
                <a:lnTo>
                  <a:pt x="162" y="6"/>
                </a:lnTo>
                <a:lnTo>
                  <a:pt x="154" y="2"/>
                </a:lnTo>
                <a:lnTo>
                  <a:pt x="154" y="2"/>
                </a:lnTo>
                <a:lnTo>
                  <a:pt x="151" y="1"/>
                </a:lnTo>
                <a:lnTo>
                  <a:pt x="146" y="0"/>
                </a:lnTo>
                <a:lnTo>
                  <a:pt x="143" y="1"/>
                </a:lnTo>
                <a:lnTo>
                  <a:pt x="140" y="2"/>
                </a:lnTo>
                <a:lnTo>
                  <a:pt x="140" y="2"/>
                </a:lnTo>
                <a:lnTo>
                  <a:pt x="126" y="11"/>
                </a:lnTo>
                <a:lnTo>
                  <a:pt x="112" y="22"/>
                </a:lnTo>
                <a:lnTo>
                  <a:pt x="96" y="36"/>
                </a:lnTo>
                <a:lnTo>
                  <a:pt x="83" y="51"/>
                </a:lnTo>
                <a:lnTo>
                  <a:pt x="83" y="51"/>
                </a:lnTo>
                <a:lnTo>
                  <a:pt x="71" y="66"/>
                </a:lnTo>
                <a:lnTo>
                  <a:pt x="58" y="84"/>
                </a:lnTo>
                <a:lnTo>
                  <a:pt x="48" y="101"/>
                </a:lnTo>
                <a:lnTo>
                  <a:pt x="39" y="120"/>
                </a:lnTo>
                <a:lnTo>
                  <a:pt x="39" y="120"/>
                </a:lnTo>
                <a:lnTo>
                  <a:pt x="32" y="125"/>
                </a:lnTo>
                <a:lnTo>
                  <a:pt x="24" y="131"/>
                </a:lnTo>
                <a:lnTo>
                  <a:pt x="18" y="138"/>
                </a:lnTo>
                <a:lnTo>
                  <a:pt x="12" y="145"/>
                </a:lnTo>
                <a:lnTo>
                  <a:pt x="8" y="153"/>
                </a:lnTo>
                <a:lnTo>
                  <a:pt x="4" y="163"/>
                </a:lnTo>
                <a:lnTo>
                  <a:pt x="1" y="172"/>
                </a:lnTo>
                <a:lnTo>
                  <a:pt x="0" y="180"/>
                </a:lnTo>
                <a:lnTo>
                  <a:pt x="0" y="180"/>
                </a:lnTo>
                <a:lnTo>
                  <a:pt x="0" y="185"/>
                </a:lnTo>
                <a:lnTo>
                  <a:pt x="2" y="191"/>
                </a:lnTo>
                <a:lnTo>
                  <a:pt x="4" y="197"/>
                </a:lnTo>
                <a:lnTo>
                  <a:pt x="7" y="202"/>
                </a:lnTo>
                <a:lnTo>
                  <a:pt x="15" y="213"/>
                </a:lnTo>
                <a:lnTo>
                  <a:pt x="27" y="223"/>
                </a:lnTo>
                <a:lnTo>
                  <a:pt x="38" y="232"/>
                </a:lnTo>
                <a:lnTo>
                  <a:pt x="49" y="241"/>
                </a:lnTo>
                <a:lnTo>
                  <a:pt x="69" y="253"/>
                </a:lnTo>
                <a:lnTo>
                  <a:pt x="69" y="253"/>
                </a:lnTo>
                <a:close/>
                <a:moveTo>
                  <a:pt x="277" y="49"/>
                </a:moveTo>
                <a:lnTo>
                  <a:pt x="277" y="91"/>
                </a:lnTo>
                <a:lnTo>
                  <a:pt x="277" y="91"/>
                </a:lnTo>
                <a:lnTo>
                  <a:pt x="257" y="96"/>
                </a:lnTo>
                <a:lnTo>
                  <a:pt x="238" y="99"/>
                </a:lnTo>
                <a:lnTo>
                  <a:pt x="238" y="99"/>
                </a:lnTo>
                <a:lnTo>
                  <a:pt x="240" y="86"/>
                </a:lnTo>
                <a:lnTo>
                  <a:pt x="243" y="75"/>
                </a:lnTo>
                <a:lnTo>
                  <a:pt x="247" y="66"/>
                </a:lnTo>
                <a:lnTo>
                  <a:pt x="252" y="59"/>
                </a:lnTo>
                <a:lnTo>
                  <a:pt x="257" y="55"/>
                </a:lnTo>
                <a:lnTo>
                  <a:pt x="263" y="52"/>
                </a:lnTo>
                <a:lnTo>
                  <a:pt x="271" y="50"/>
                </a:lnTo>
                <a:lnTo>
                  <a:pt x="277" y="49"/>
                </a:lnTo>
                <a:lnTo>
                  <a:pt x="277" y="49"/>
                </a:lnTo>
                <a:close/>
                <a:moveTo>
                  <a:pt x="105" y="70"/>
                </a:moveTo>
                <a:lnTo>
                  <a:pt x="105" y="70"/>
                </a:lnTo>
                <a:lnTo>
                  <a:pt x="116" y="59"/>
                </a:lnTo>
                <a:lnTo>
                  <a:pt x="126" y="49"/>
                </a:lnTo>
                <a:lnTo>
                  <a:pt x="135" y="41"/>
                </a:lnTo>
                <a:lnTo>
                  <a:pt x="145" y="33"/>
                </a:lnTo>
                <a:lnTo>
                  <a:pt x="145" y="33"/>
                </a:lnTo>
                <a:lnTo>
                  <a:pt x="146" y="38"/>
                </a:lnTo>
                <a:lnTo>
                  <a:pt x="146" y="43"/>
                </a:lnTo>
                <a:lnTo>
                  <a:pt x="145" y="52"/>
                </a:lnTo>
                <a:lnTo>
                  <a:pt x="145" y="52"/>
                </a:lnTo>
                <a:lnTo>
                  <a:pt x="145" y="64"/>
                </a:lnTo>
                <a:lnTo>
                  <a:pt x="146" y="76"/>
                </a:lnTo>
                <a:lnTo>
                  <a:pt x="150" y="86"/>
                </a:lnTo>
                <a:lnTo>
                  <a:pt x="155" y="95"/>
                </a:lnTo>
                <a:lnTo>
                  <a:pt x="161" y="103"/>
                </a:lnTo>
                <a:lnTo>
                  <a:pt x="169" y="110"/>
                </a:lnTo>
                <a:lnTo>
                  <a:pt x="178" y="117"/>
                </a:lnTo>
                <a:lnTo>
                  <a:pt x="190" y="123"/>
                </a:lnTo>
                <a:lnTo>
                  <a:pt x="190" y="123"/>
                </a:lnTo>
                <a:lnTo>
                  <a:pt x="197" y="125"/>
                </a:lnTo>
                <a:lnTo>
                  <a:pt x="203" y="127"/>
                </a:lnTo>
                <a:lnTo>
                  <a:pt x="217" y="130"/>
                </a:lnTo>
                <a:lnTo>
                  <a:pt x="231" y="130"/>
                </a:lnTo>
                <a:lnTo>
                  <a:pt x="244" y="129"/>
                </a:lnTo>
                <a:lnTo>
                  <a:pt x="256" y="127"/>
                </a:lnTo>
                <a:lnTo>
                  <a:pt x="267" y="125"/>
                </a:lnTo>
                <a:lnTo>
                  <a:pt x="287" y="119"/>
                </a:lnTo>
                <a:lnTo>
                  <a:pt x="359" y="243"/>
                </a:lnTo>
                <a:lnTo>
                  <a:pt x="359" y="243"/>
                </a:lnTo>
                <a:lnTo>
                  <a:pt x="361" y="246"/>
                </a:lnTo>
                <a:lnTo>
                  <a:pt x="363" y="248"/>
                </a:lnTo>
                <a:lnTo>
                  <a:pt x="365" y="250"/>
                </a:lnTo>
                <a:lnTo>
                  <a:pt x="368" y="251"/>
                </a:lnTo>
                <a:lnTo>
                  <a:pt x="368" y="251"/>
                </a:lnTo>
                <a:lnTo>
                  <a:pt x="388" y="258"/>
                </a:lnTo>
                <a:lnTo>
                  <a:pt x="406" y="266"/>
                </a:lnTo>
                <a:lnTo>
                  <a:pt x="421" y="274"/>
                </a:lnTo>
                <a:lnTo>
                  <a:pt x="427" y="279"/>
                </a:lnTo>
                <a:lnTo>
                  <a:pt x="433" y="283"/>
                </a:lnTo>
                <a:lnTo>
                  <a:pt x="433" y="283"/>
                </a:lnTo>
                <a:lnTo>
                  <a:pt x="438" y="289"/>
                </a:lnTo>
                <a:lnTo>
                  <a:pt x="442" y="295"/>
                </a:lnTo>
                <a:lnTo>
                  <a:pt x="444" y="301"/>
                </a:lnTo>
                <a:lnTo>
                  <a:pt x="444" y="308"/>
                </a:lnTo>
                <a:lnTo>
                  <a:pt x="376" y="297"/>
                </a:lnTo>
                <a:lnTo>
                  <a:pt x="376" y="297"/>
                </a:lnTo>
                <a:lnTo>
                  <a:pt x="360" y="294"/>
                </a:lnTo>
                <a:lnTo>
                  <a:pt x="343" y="290"/>
                </a:lnTo>
                <a:lnTo>
                  <a:pt x="329" y="285"/>
                </a:lnTo>
                <a:lnTo>
                  <a:pt x="316" y="280"/>
                </a:lnTo>
                <a:lnTo>
                  <a:pt x="316" y="280"/>
                </a:lnTo>
                <a:lnTo>
                  <a:pt x="299" y="271"/>
                </a:lnTo>
                <a:lnTo>
                  <a:pt x="332" y="252"/>
                </a:lnTo>
                <a:lnTo>
                  <a:pt x="321" y="233"/>
                </a:lnTo>
                <a:lnTo>
                  <a:pt x="277" y="258"/>
                </a:lnTo>
                <a:lnTo>
                  <a:pt x="277" y="258"/>
                </a:lnTo>
                <a:lnTo>
                  <a:pt x="254" y="242"/>
                </a:lnTo>
                <a:lnTo>
                  <a:pt x="308" y="211"/>
                </a:lnTo>
                <a:lnTo>
                  <a:pt x="297" y="191"/>
                </a:lnTo>
                <a:lnTo>
                  <a:pt x="234" y="227"/>
                </a:lnTo>
                <a:lnTo>
                  <a:pt x="234" y="227"/>
                </a:lnTo>
                <a:lnTo>
                  <a:pt x="211" y="211"/>
                </a:lnTo>
                <a:lnTo>
                  <a:pt x="284" y="169"/>
                </a:lnTo>
                <a:lnTo>
                  <a:pt x="273" y="149"/>
                </a:lnTo>
                <a:lnTo>
                  <a:pt x="191" y="197"/>
                </a:lnTo>
                <a:lnTo>
                  <a:pt x="191" y="197"/>
                </a:lnTo>
                <a:lnTo>
                  <a:pt x="164" y="179"/>
                </a:lnTo>
                <a:lnTo>
                  <a:pt x="131" y="160"/>
                </a:lnTo>
                <a:lnTo>
                  <a:pt x="70" y="124"/>
                </a:lnTo>
                <a:lnTo>
                  <a:pt x="70" y="124"/>
                </a:lnTo>
                <a:lnTo>
                  <a:pt x="78" y="109"/>
                </a:lnTo>
                <a:lnTo>
                  <a:pt x="86" y="96"/>
                </a:lnTo>
                <a:lnTo>
                  <a:pt x="95" y="83"/>
                </a:lnTo>
                <a:lnTo>
                  <a:pt x="105" y="70"/>
                </a:lnTo>
                <a:lnTo>
                  <a:pt x="105" y="70"/>
                </a:lnTo>
                <a:close/>
                <a:moveTo>
                  <a:pt x="51" y="147"/>
                </a:moveTo>
                <a:lnTo>
                  <a:pt x="51" y="147"/>
                </a:lnTo>
                <a:lnTo>
                  <a:pt x="96" y="174"/>
                </a:lnTo>
                <a:lnTo>
                  <a:pt x="136" y="198"/>
                </a:lnTo>
                <a:lnTo>
                  <a:pt x="176" y="223"/>
                </a:lnTo>
                <a:lnTo>
                  <a:pt x="220" y="254"/>
                </a:lnTo>
                <a:lnTo>
                  <a:pt x="220" y="254"/>
                </a:lnTo>
                <a:lnTo>
                  <a:pt x="240" y="268"/>
                </a:lnTo>
                <a:lnTo>
                  <a:pt x="260" y="283"/>
                </a:lnTo>
                <a:lnTo>
                  <a:pt x="281" y="296"/>
                </a:lnTo>
                <a:lnTo>
                  <a:pt x="292" y="301"/>
                </a:lnTo>
                <a:lnTo>
                  <a:pt x="303" y="307"/>
                </a:lnTo>
                <a:lnTo>
                  <a:pt x="303" y="307"/>
                </a:lnTo>
                <a:lnTo>
                  <a:pt x="319" y="312"/>
                </a:lnTo>
                <a:lnTo>
                  <a:pt x="335" y="319"/>
                </a:lnTo>
                <a:lnTo>
                  <a:pt x="353" y="323"/>
                </a:lnTo>
                <a:lnTo>
                  <a:pt x="372" y="327"/>
                </a:lnTo>
                <a:lnTo>
                  <a:pt x="445" y="338"/>
                </a:lnTo>
                <a:lnTo>
                  <a:pt x="445" y="338"/>
                </a:lnTo>
                <a:lnTo>
                  <a:pt x="444" y="340"/>
                </a:lnTo>
                <a:lnTo>
                  <a:pt x="443" y="342"/>
                </a:lnTo>
                <a:lnTo>
                  <a:pt x="439" y="344"/>
                </a:lnTo>
                <a:lnTo>
                  <a:pt x="434" y="346"/>
                </a:lnTo>
                <a:lnTo>
                  <a:pt x="427" y="348"/>
                </a:lnTo>
                <a:lnTo>
                  <a:pt x="415" y="350"/>
                </a:lnTo>
                <a:lnTo>
                  <a:pt x="406" y="350"/>
                </a:lnTo>
                <a:lnTo>
                  <a:pt x="360" y="350"/>
                </a:lnTo>
                <a:lnTo>
                  <a:pt x="360" y="350"/>
                </a:lnTo>
                <a:lnTo>
                  <a:pt x="341" y="349"/>
                </a:lnTo>
                <a:lnTo>
                  <a:pt x="324" y="347"/>
                </a:lnTo>
                <a:lnTo>
                  <a:pt x="306" y="344"/>
                </a:lnTo>
                <a:lnTo>
                  <a:pt x="290" y="339"/>
                </a:lnTo>
                <a:lnTo>
                  <a:pt x="275" y="334"/>
                </a:lnTo>
                <a:lnTo>
                  <a:pt x="258" y="327"/>
                </a:lnTo>
                <a:lnTo>
                  <a:pt x="243" y="319"/>
                </a:lnTo>
                <a:lnTo>
                  <a:pt x="226" y="309"/>
                </a:lnTo>
                <a:lnTo>
                  <a:pt x="84" y="227"/>
                </a:lnTo>
                <a:lnTo>
                  <a:pt x="84" y="227"/>
                </a:lnTo>
                <a:lnTo>
                  <a:pt x="66" y="216"/>
                </a:lnTo>
                <a:lnTo>
                  <a:pt x="48" y="203"/>
                </a:lnTo>
                <a:lnTo>
                  <a:pt x="35" y="190"/>
                </a:lnTo>
                <a:lnTo>
                  <a:pt x="31" y="186"/>
                </a:lnTo>
                <a:lnTo>
                  <a:pt x="30" y="182"/>
                </a:lnTo>
                <a:lnTo>
                  <a:pt x="30" y="182"/>
                </a:lnTo>
                <a:lnTo>
                  <a:pt x="31" y="178"/>
                </a:lnTo>
                <a:lnTo>
                  <a:pt x="32" y="173"/>
                </a:lnTo>
                <a:lnTo>
                  <a:pt x="37" y="163"/>
                </a:lnTo>
                <a:lnTo>
                  <a:pt x="43" y="153"/>
                </a:lnTo>
                <a:lnTo>
                  <a:pt x="47" y="150"/>
                </a:lnTo>
                <a:lnTo>
                  <a:pt x="51" y="147"/>
                </a:lnTo>
                <a:lnTo>
                  <a:pt x="51" y="147"/>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7" name="Picture 16">
            <a:extLst>
              <a:ext uri="{FF2B5EF4-FFF2-40B4-BE49-F238E27FC236}">
                <a16:creationId xmlns:a16="http://schemas.microsoft.com/office/drawing/2014/main" id="{91E4DB6B-091B-4B2F-99C4-4750FB70C5D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875572" y="-6170"/>
            <a:ext cx="6316428" cy="6509657"/>
          </a:xfrm>
          <a:prstGeom prst="rect">
            <a:avLst/>
          </a:prstGeom>
        </p:spPr>
      </p:pic>
      <p:cxnSp>
        <p:nvCxnSpPr>
          <p:cNvPr id="9" name="Straight Connector 8">
            <a:extLst>
              <a:ext uri="{FF2B5EF4-FFF2-40B4-BE49-F238E27FC236}">
                <a16:creationId xmlns:a16="http://schemas.microsoft.com/office/drawing/2014/main" id="{11011F29-19B6-6743-B1E3-36BA18BA9493}"/>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269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69CF-9814-4F23-89CE-BF8144F2DF33}"/>
              </a:ext>
            </a:extLst>
          </p:cNvPr>
          <p:cNvSpPr>
            <a:spLocks noGrp="1"/>
          </p:cNvSpPr>
          <p:nvPr>
            <p:ph type="title"/>
          </p:nvPr>
        </p:nvSpPr>
        <p:spPr/>
        <p:txBody>
          <a:bodyPr/>
          <a:lstStyle/>
          <a:p>
            <a:r>
              <a:rPr lang="en-US"/>
              <a:t>Example #3</a:t>
            </a:r>
          </a:p>
        </p:txBody>
      </p:sp>
      <p:pic>
        <p:nvPicPr>
          <p:cNvPr id="7" name="Picture 6">
            <a:extLst>
              <a:ext uri="{FF2B5EF4-FFF2-40B4-BE49-F238E27FC236}">
                <a16:creationId xmlns:a16="http://schemas.microsoft.com/office/drawing/2014/main" id="{95A781BB-AAAD-4777-B18B-12047287DAA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847386" y="538073"/>
            <a:ext cx="2030279" cy="1932753"/>
          </a:xfrm>
          <a:prstGeom prst="rect">
            <a:avLst/>
          </a:prstGeom>
        </p:spPr>
      </p:pic>
      <p:sp>
        <p:nvSpPr>
          <p:cNvPr id="9" name="Text Placeholder 4">
            <a:extLst>
              <a:ext uri="{FF2B5EF4-FFF2-40B4-BE49-F238E27FC236}">
                <a16:creationId xmlns:a16="http://schemas.microsoft.com/office/drawing/2014/main" id="{0BA6F865-0BE2-424B-A29A-BFEAE523E3A1}"/>
              </a:ext>
            </a:extLst>
          </p:cNvPr>
          <p:cNvSpPr txBox="1">
            <a:spLocks/>
          </p:cNvSpPr>
          <p:nvPr/>
        </p:nvSpPr>
        <p:spPr>
          <a:xfrm>
            <a:off x="843641" y="2045140"/>
            <a:ext cx="10283903" cy="508219"/>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spcAft>
                <a:spcPts val="500"/>
              </a:spcAft>
              <a:buFont typeface="Arial" panose="020B0604020202020204" pitchFamily="34" charset="0"/>
              <a:buNone/>
              <a:defRPr sz="2400" b="1" kern="1200">
                <a:solidFill>
                  <a:schemeClr val="tx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spcAft>
                <a:spcPts val="500"/>
              </a:spcAft>
              <a:buClr>
                <a:srgbClr val="036E3D"/>
              </a:buClr>
              <a:buFont typeface="Wingdings" pitchFamily="2" charset="2"/>
              <a:buNone/>
              <a:defRPr sz="16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spcAft>
                <a:spcPts val="500"/>
              </a:spcAft>
              <a:buClr>
                <a:srgbClr val="036E3D"/>
              </a:buClr>
              <a:buFont typeface="Wingdings" pitchFamily="2" charset="2"/>
              <a:buChar char="§"/>
              <a:defRPr sz="14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Calculate the athlete’s total sweat sodium loss</a:t>
            </a:r>
          </a:p>
          <a:p>
            <a:endParaRPr lang="en-US"/>
          </a:p>
        </p:txBody>
      </p:sp>
      <p:sp>
        <p:nvSpPr>
          <p:cNvPr id="6" name="TextBox 5">
            <a:extLst>
              <a:ext uri="{FF2B5EF4-FFF2-40B4-BE49-F238E27FC236}">
                <a16:creationId xmlns:a16="http://schemas.microsoft.com/office/drawing/2014/main" id="{89846A31-DECC-4C36-8EF1-C453789D4585}"/>
              </a:ext>
            </a:extLst>
          </p:cNvPr>
          <p:cNvSpPr txBox="1"/>
          <p:nvPr/>
        </p:nvSpPr>
        <p:spPr>
          <a:xfrm>
            <a:off x="843642" y="2884626"/>
            <a:ext cx="10491952" cy="2970044"/>
          </a:xfrm>
          <a:prstGeom prst="rect">
            <a:avLst/>
          </a:prstGeom>
          <a:noFill/>
        </p:spPr>
        <p:txBody>
          <a:bodyPr wrap="square" rtlCol="0">
            <a:spAutoFit/>
          </a:bodyPr>
          <a:lstStyle/>
          <a:p>
            <a:pPr>
              <a:lnSpc>
                <a:spcPct val="150000"/>
              </a:lnSpc>
            </a:pPr>
            <a:r>
              <a:rPr lang="en-US" sz="2200" b="1">
                <a:solidFill>
                  <a:prstClr val="black"/>
                </a:solidFill>
              </a:rPr>
              <a:t>Whole Body Sweat [Na</a:t>
            </a:r>
            <a:r>
              <a:rPr lang="en-US" sz="2200" b="1" baseline="30000">
                <a:solidFill>
                  <a:prstClr val="black"/>
                </a:solidFill>
              </a:rPr>
              <a:t>+</a:t>
            </a:r>
            <a:r>
              <a:rPr lang="en-US" sz="2200" b="1">
                <a:solidFill>
                  <a:prstClr val="black"/>
                </a:solidFill>
              </a:rPr>
              <a:t>] </a:t>
            </a:r>
            <a:r>
              <a:rPr lang="en-US" sz="2200">
                <a:solidFill>
                  <a:prstClr val="black"/>
                </a:solidFill>
              </a:rPr>
              <a:t>= 0.57(38 mmol/L) +11.05 = 32.71 mmol/L</a:t>
            </a:r>
          </a:p>
          <a:p>
            <a:pPr>
              <a:lnSpc>
                <a:spcPct val="150000"/>
              </a:lnSpc>
            </a:pPr>
            <a:endParaRPr lang="en-US" sz="2200" b="1">
              <a:solidFill>
                <a:prstClr val="black"/>
              </a:solidFill>
            </a:endParaRPr>
          </a:p>
          <a:p>
            <a:pPr>
              <a:lnSpc>
                <a:spcPct val="150000"/>
              </a:lnSpc>
            </a:pPr>
            <a:r>
              <a:rPr lang="en-US" sz="2200" b="1">
                <a:solidFill>
                  <a:prstClr val="black"/>
                </a:solidFill>
              </a:rPr>
              <a:t>Whole Body Sweat Sodium Loss </a:t>
            </a:r>
            <a:r>
              <a:rPr lang="en-US" sz="2200">
                <a:solidFill>
                  <a:prstClr val="black"/>
                </a:solidFill>
              </a:rPr>
              <a:t>= 32.71 mmol/L * 1.20 L = 39.25 mmol</a:t>
            </a:r>
          </a:p>
          <a:p>
            <a:pPr>
              <a:lnSpc>
                <a:spcPct val="150000"/>
              </a:lnSpc>
            </a:pPr>
            <a:r>
              <a:rPr lang="en-US" sz="2200">
                <a:solidFill>
                  <a:prstClr val="black"/>
                </a:solidFill>
              </a:rPr>
              <a:t>				        = 39.25 mmol * 22.99 mg/mmol</a:t>
            </a:r>
          </a:p>
          <a:p>
            <a:pPr>
              <a:lnSpc>
                <a:spcPct val="150000"/>
              </a:lnSpc>
            </a:pPr>
            <a:r>
              <a:rPr lang="en-US" sz="2200">
                <a:solidFill>
                  <a:prstClr val="black"/>
                </a:solidFill>
              </a:rPr>
              <a:t>				        = </a:t>
            </a:r>
            <a:r>
              <a:rPr lang="en-US" sz="2200" b="1">
                <a:solidFill>
                  <a:prstClr val="black"/>
                </a:solidFill>
              </a:rPr>
              <a:t>902 mg sodium</a:t>
            </a:r>
            <a:r>
              <a:rPr lang="en-US" sz="2200">
                <a:solidFill>
                  <a:prstClr val="black"/>
                </a:solidFill>
              </a:rPr>
              <a:t>		</a:t>
            </a:r>
          </a:p>
          <a:p>
            <a:r>
              <a:rPr lang="en-US" sz="2200">
                <a:solidFill>
                  <a:prstClr val="black"/>
                </a:solidFill>
              </a:rPr>
              <a:t>		</a:t>
            </a:r>
            <a:endParaRPr lang="en-US" sz="2200" b="1">
              <a:solidFill>
                <a:prstClr val="black"/>
              </a:solidFill>
            </a:endParaRPr>
          </a:p>
        </p:txBody>
      </p:sp>
      <p:cxnSp>
        <p:nvCxnSpPr>
          <p:cNvPr id="8" name="Straight Connector 7">
            <a:extLst>
              <a:ext uri="{FF2B5EF4-FFF2-40B4-BE49-F238E27FC236}">
                <a16:creationId xmlns:a16="http://schemas.microsoft.com/office/drawing/2014/main" id="{FD8D99D8-6850-7544-9E31-AC274C3B0E23}"/>
              </a:ext>
            </a:extLst>
          </p:cNvPr>
          <p:cNvCxnSpPr>
            <a:cxnSpLocks/>
          </p:cNvCxnSpPr>
          <p:nvPr/>
        </p:nvCxnSpPr>
        <p:spPr>
          <a:xfrm>
            <a:off x="861848" y="1124607"/>
            <a:ext cx="2659118"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4007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holding a racket&#10;&#10;Description automatically generated">
            <a:extLst>
              <a:ext uri="{FF2B5EF4-FFF2-40B4-BE49-F238E27FC236}">
                <a16:creationId xmlns:a16="http://schemas.microsoft.com/office/drawing/2014/main" id="{DCD280D5-C243-A04F-8A12-DCB90E3453C7}"/>
              </a:ext>
            </a:extLst>
          </p:cNvPr>
          <p:cNvPicPr>
            <a:picLocks noGrp="1" noChangeAspect="1"/>
          </p:cNvPicPr>
          <p:nvPr>
            <p:ph type="pic" sz="quarter" idx="12"/>
          </p:nvPr>
        </p:nvPicPr>
        <p:blipFill>
          <a:blip r:embed="rId2" cstate="email">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5308F362-B930-7C45-8FC5-B5DE45FDB724}"/>
              </a:ext>
            </a:extLst>
          </p:cNvPr>
          <p:cNvSpPr>
            <a:spLocks noGrp="1"/>
          </p:cNvSpPr>
          <p:nvPr>
            <p:ph type="title"/>
          </p:nvPr>
        </p:nvSpPr>
        <p:spPr>
          <a:xfrm>
            <a:off x="861848" y="472884"/>
            <a:ext cx="5234153" cy="849858"/>
          </a:xfrm>
        </p:spPr>
        <p:txBody>
          <a:bodyPr/>
          <a:lstStyle/>
          <a:p>
            <a:r>
              <a:rPr lang="en-US"/>
              <a:t>Recommendations</a:t>
            </a:r>
          </a:p>
        </p:txBody>
      </p:sp>
      <p:sp>
        <p:nvSpPr>
          <p:cNvPr id="4" name="Text Placeholder 3">
            <a:extLst>
              <a:ext uri="{FF2B5EF4-FFF2-40B4-BE49-F238E27FC236}">
                <a16:creationId xmlns:a16="http://schemas.microsoft.com/office/drawing/2014/main" id="{B888D719-6980-7D4C-8A8A-FF67C71E4E12}"/>
              </a:ext>
            </a:extLst>
          </p:cNvPr>
          <p:cNvSpPr>
            <a:spLocks noGrp="1"/>
          </p:cNvSpPr>
          <p:nvPr>
            <p:ph type="body" sz="quarter" idx="11"/>
          </p:nvPr>
        </p:nvSpPr>
        <p:spPr>
          <a:xfrm>
            <a:off x="861847" y="1377467"/>
            <a:ext cx="5707766" cy="1772543"/>
          </a:xfrm>
        </p:spPr>
        <p:txBody>
          <a:bodyPr/>
          <a:lstStyle/>
          <a:p>
            <a:pPr marL="342900" indent="-342900">
              <a:buFont typeface="Wingdings" panose="05000000000000000000" pitchFamily="2" charset="2"/>
              <a:buChar char="ü"/>
            </a:pPr>
            <a:r>
              <a:rPr lang="en-US"/>
              <a:t>Begin exercise properly hydrated </a:t>
            </a:r>
          </a:p>
          <a:p>
            <a:pPr marL="342900" indent="-342900">
              <a:buFont typeface="Wingdings" panose="05000000000000000000" pitchFamily="2" charset="2"/>
              <a:buChar char="ü"/>
            </a:pPr>
            <a:r>
              <a:rPr lang="en-US"/>
              <a:t>Use a personalized fluid intake strategy based on sweat test results, exercise duration, and environmental conditions</a:t>
            </a:r>
          </a:p>
          <a:p>
            <a:pPr marL="342900" indent="-342900">
              <a:buFont typeface="Wingdings" panose="05000000000000000000" pitchFamily="2" charset="2"/>
              <a:buChar char="ü"/>
            </a:pPr>
            <a:r>
              <a:rPr lang="en-US"/>
              <a:t>Drink enough fluid to prevent &gt;2% dehydration, especially in warm weather</a:t>
            </a:r>
          </a:p>
          <a:p>
            <a:pPr marL="342900" indent="-342900">
              <a:buFont typeface="Wingdings" panose="05000000000000000000" pitchFamily="2" charset="2"/>
              <a:buChar char="ü"/>
            </a:pPr>
            <a:r>
              <a:rPr lang="en-US"/>
              <a:t>Do not overconsume fluids during exercise</a:t>
            </a:r>
          </a:p>
          <a:p>
            <a:pPr marL="342900" indent="-342900">
              <a:buFont typeface="Wingdings" panose="05000000000000000000" pitchFamily="2" charset="2"/>
              <a:buChar char="ü"/>
            </a:pPr>
            <a:r>
              <a:rPr lang="en-US"/>
              <a:t>Consume sodium with fluids if exercise is &gt;2 h in hot weather and/or if sweat electrolyte losses are very high (&gt; 3 g)</a:t>
            </a:r>
          </a:p>
        </p:txBody>
      </p:sp>
      <p:sp>
        <p:nvSpPr>
          <p:cNvPr id="6" name="TextBox 5">
            <a:extLst>
              <a:ext uri="{FF2B5EF4-FFF2-40B4-BE49-F238E27FC236}">
                <a16:creationId xmlns:a16="http://schemas.microsoft.com/office/drawing/2014/main" id="{7CDD9169-3F09-441A-AD0E-AD9200EAD471}"/>
              </a:ext>
            </a:extLst>
          </p:cNvPr>
          <p:cNvSpPr txBox="1"/>
          <p:nvPr/>
        </p:nvSpPr>
        <p:spPr>
          <a:xfrm>
            <a:off x="6031046" y="6468825"/>
            <a:ext cx="6160954" cy="400110"/>
          </a:xfrm>
          <a:prstGeom prst="rect">
            <a:avLst/>
          </a:prstGeom>
          <a:noFill/>
        </p:spPr>
        <p:txBody>
          <a:bodyPr wrap="square" rtlCol="0">
            <a:spAutoFit/>
          </a:bodyPr>
          <a:lstStyle/>
          <a:p>
            <a:pPr algn="r"/>
            <a:r>
              <a:rPr lang="en-US" sz="500" dirty="0">
                <a:solidFill>
                  <a:schemeClr val="bg1"/>
                </a:solidFill>
              </a:rPr>
              <a:t>McDermott BP, Anderson SA, Armstrong LE, et. al. </a:t>
            </a:r>
            <a:r>
              <a:rPr lang="en-US" sz="500" i="1" dirty="0">
                <a:solidFill>
                  <a:schemeClr val="bg1"/>
                </a:solidFill>
              </a:rPr>
              <a:t>J </a:t>
            </a:r>
            <a:r>
              <a:rPr lang="en-US" sz="500" i="1" dirty="0" err="1">
                <a:solidFill>
                  <a:schemeClr val="bg1"/>
                </a:solidFill>
              </a:rPr>
              <a:t>Athl</a:t>
            </a:r>
            <a:r>
              <a:rPr lang="en-US" sz="500" i="1" dirty="0">
                <a:solidFill>
                  <a:schemeClr val="bg1"/>
                </a:solidFill>
              </a:rPr>
              <a:t> Train. 2</a:t>
            </a:r>
            <a:r>
              <a:rPr lang="en-US" sz="500" dirty="0">
                <a:solidFill>
                  <a:schemeClr val="bg1"/>
                </a:solidFill>
              </a:rPr>
              <a:t>017;52(9):877-895</a:t>
            </a:r>
          </a:p>
          <a:p>
            <a:pPr algn="r"/>
            <a:r>
              <a:rPr lang="en-US" sz="500" dirty="0">
                <a:solidFill>
                  <a:schemeClr val="bg1"/>
                </a:solidFill>
              </a:rPr>
              <a:t>Thomas DT, Erdman KA, Burke LM. </a:t>
            </a:r>
            <a:r>
              <a:rPr lang="en-US" sz="500" i="1" dirty="0">
                <a:solidFill>
                  <a:schemeClr val="bg1"/>
                </a:solidFill>
              </a:rPr>
              <a:t>Med Sci Sports </a:t>
            </a:r>
            <a:r>
              <a:rPr lang="en-US" sz="500" i="1" dirty="0" err="1">
                <a:solidFill>
                  <a:schemeClr val="bg1"/>
                </a:solidFill>
              </a:rPr>
              <a:t>Exerc</a:t>
            </a:r>
            <a:r>
              <a:rPr lang="en-US" sz="500" i="1" dirty="0">
                <a:solidFill>
                  <a:schemeClr val="bg1"/>
                </a:solidFill>
              </a:rPr>
              <a:t>.</a:t>
            </a:r>
            <a:r>
              <a:rPr lang="en-US" sz="500" dirty="0">
                <a:solidFill>
                  <a:schemeClr val="bg1"/>
                </a:solidFill>
              </a:rPr>
              <a:t> 2016;48(3): 543-568</a:t>
            </a:r>
          </a:p>
          <a:p>
            <a:pPr algn="r"/>
            <a:r>
              <a:rPr lang="en-US" sz="500" dirty="0" err="1">
                <a:solidFill>
                  <a:schemeClr val="bg1"/>
                </a:solidFill>
              </a:rPr>
              <a:t>Racinais</a:t>
            </a:r>
            <a:r>
              <a:rPr lang="en-US" sz="500" dirty="0">
                <a:solidFill>
                  <a:schemeClr val="bg1"/>
                </a:solidFill>
              </a:rPr>
              <a:t> S, Alonso JM, Coutts AJ, et. al. </a:t>
            </a:r>
            <a:r>
              <a:rPr lang="en-US" sz="500" i="1" dirty="0" err="1">
                <a:solidFill>
                  <a:schemeClr val="bg1"/>
                </a:solidFill>
              </a:rPr>
              <a:t>Scand</a:t>
            </a:r>
            <a:r>
              <a:rPr lang="en-US" sz="500" i="1" dirty="0">
                <a:solidFill>
                  <a:schemeClr val="bg1"/>
                </a:solidFill>
              </a:rPr>
              <a:t> J Med Sci Sports.</a:t>
            </a:r>
            <a:r>
              <a:rPr lang="en-US" sz="500" dirty="0">
                <a:solidFill>
                  <a:schemeClr val="bg1"/>
                </a:solidFill>
              </a:rPr>
              <a:t> 2015;25(1):6-19</a:t>
            </a:r>
          </a:p>
          <a:p>
            <a:pPr algn="r"/>
            <a:r>
              <a:rPr lang="en-US" sz="500" dirty="0">
                <a:solidFill>
                  <a:schemeClr val="bg1"/>
                </a:solidFill>
              </a:rPr>
              <a:t>Sawka MN, Burke LM, Eichner ER, et. al. </a:t>
            </a:r>
            <a:r>
              <a:rPr lang="en-US" sz="500" i="1" dirty="0">
                <a:solidFill>
                  <a:schemeClr val="bg1"/>
                </a:solidFill>
              </a:rPr>
              <a:t>Med Sci Sports </a:t>
            </a:r>
            <a:r>
              <a:rPr lang="en-US" sz="500" i="1" dirty="0" err="1">
                <a:solidFill>
                  <a:schemeClr val="bg1"/>
                </a:solidFill>
              </a:rPr>
              <a:t>Exerc</a:t>
            </a:r>
            <a:r>
              <a:rPr lang="en-US" sz="500" i="1" dirty="0">
                <a:solidFill>
                  <a:schemeClr val="bg1"/>
                </a:solidFill>
              </a:rPr>
              <a:t>.</a:t>
            </a:r>
            <a:r>
              <a:rPr lang="en-US" sz="500" dirty="0">
                <a:solidFill>
                  <a:schemeClr val="bg1"/>
                </a:solidFill>
              </a:rPr>
              <a:t> 2007;39(2):377-390 </a:t>
            </a:r>
          </a:p>
        </p:txBody>
      </p:sp>
      <p:cxnSp>
        <p:nvCxnSpPr>
          <p:cNvPr id="9" name="Straight Connector 8">
            <a:extLst>
              <a:ext uri="{FF2B5EF4-FFF2-40B4-BE49-F238E27FC236}">
                <a16:creationId xmlns:a16="http://schemas.microsoft.com/office/drawing/2014/main" id="{86287A7D-A9DE-E446-9262-041DE1195C8E}"/>
              </a:ext>
            </a:extLst>
          </p:cNvPr>
          <p:cNvCxnSpPr>
            <a:cxnSpLocks/>
          </p:cNvCxnSpPr>
          <p:nvPr/>
        </p:nvCxnSpPr>
        <p:spPr>
          <a:xfrm>
            <a:off x="861847" y="1008993"/>
            <a:ext cx="4288222"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12650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7B373-812B-E04E-B05B-73E6C9E5E89D}"/>
              </a:ext>
            </a:extLst>
          </p:cNvPr>
          <p:cNvSpPr>
            <a:spLocks noGrp="1"/>
          </p:cNvSpPr>
          <p:nvPr>
            <p:ph type="title"/>
          </p:nvPr>
        </p:nvSpPr>
        <p:spPr>
          <a:xfrm>
            <a:off x="850024" y="2398404"/>
            <a:ext cx="10491952" cy="849858"/>
          </a:xfrm>
        </p:spPr>
        <p:txBody>
          <a:bodyPr/>
          <a:lstStyle/>
          <a:p>
            <a:pPr algn="ctr"/>
            <a:r>
              <a:rPr lang="en-US" dirty="0">
                <a:hlinkClick r:id="rId2">
                  <a:extLst>
                    <a:ext uri="{A12FA001-AC4F-418D-AE19-62706E023703}">
                      <ahyp:hlinkClr xmlns:ahyp="http://schemas.microsoft.com/office/drawing/2018/hyperlinkcolor" val="tx"/>
                    </a:ext>
                  </a:extLst>
                </a:hlinkClick>
              </a:rPr>
              <a:t>Link to Summary Video</a:t>
            </a:r>
            <a:endParaRPr lang="en-US" dirty="0"/>
          </a:p>
        </p:txBody>
      </p:sp>
    </p:spTree>
    <p:extLst>
      <p:ext uri="{BB962C8B-B14F-4D97-AF65-F5344CB8AC3E}">
        <p14:creationId xmlns:p14="http://schemas.microsoft.com/office/powerpoint/2010/main" val="3302843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0625F5395E064F95AAAC5D5C561FD6" ma:contentTypeVersion="12" ma:contentTypeDescription="Create a new document." ma:contentTypeScope="" ma:versionID="ded0b29eff05b416d625c19002f54ad4">
  <xsd:schema xmlns:xsd="http://www.w3.org/2001/XMLSchema" xmlns:xs="http://www.w3.org/2001/XMLSchema" xmlns:p="http://schemas.microsoft.com/office/2006/metadata/properties" xmlns:ns2="362779d7-3833-400e-99fa-cb3bf7a1e029" xmlns:ns3="8b498e9c-4671-4e21-adf0-8930cfdf5bfc" targetNamespace="http://schemas.microsoft.com/office/2006/metadata/properties" ma:root="true" ma:fieldsID="b80ece9eb04813e1f12cb5121a9c435e" ns2:_="" ns3:_="">
    <xsd:import namespace="362779d7-3833-400e-99fa-cb3bf7a1e029"/>
    <xsd:import namespace="8b498e9c-4671-4e21-adf0-8930cfdf5bf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EventHashCode" minOccurs="0"/>
                <xsd:element ref="ns2:MediaServiceGenerationTime" minOccurs="0"/>
                <xsd:element ref="ns3:SharedWithUsers" minOccurs="0"/>
                <xsd:element ref="ns3:SharedWithDetails" minOccurs="0"/>
                <xsd:element ref="ns2:MediaServiceAutoTags" minOccurs="0"/>
                <xsd:element ref="ns2:MediaServiceOCR"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2779d7-3833-400e-99fa-cb3bf7a1e029"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b498e9c-4671-4e21-adf0-8930cfdf5bfc"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D9188E-D832-48CE-8F45-624E6AF1B7DE}">
  <ds:schemaRefs>
    <ds:schemaRef ds:uri="http://purl.org/dc/elements/1.1/"/>
    <ds:schemaRef ds:uri="362779d7-3833-400e-99fa-cb3bf7a1e029"/>
    <ds:schemaRef ds:uri="http://purl.org/dc/terms/"/>
    <ds:schemaRef ds:uri="http://schemas.microsoft.com/office/2006/documentManagement/types"/>
    <ds:schemaRef ds:uri="http://schemas.openxmlformats.org/package/2006/metadata/core-properties"/>
    <ds:schemaRef ds:uri="8b498e9c-4671-4e21-adf0-8930cfdf5bfc"/>
    <ds:schemaRef ds:uri="http://www.w3.org/XML/1998/namespace"/>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8EF775B5-AF94-4650-B0E3-C5D8711B1C94}">
  <ds:schemaRefs>
    <ds:schemaRef ds:uri="http://schemas.microsoft.com/sharepoint/v3/contenttype/forms"/>
  </ds:schemaRefs>
</ds:datastoreItem>
</file>

<file path=customXml/itemProps3.xml><?xml version="1.0" encoding="utf-8"?>
<ds:datastoreItem xmlns:ds="http://schemas.openxmlformats.org/officeDocument/2006/customXml" ds:itemID="{F1E319C4-86D3-4091-BF1E-DB9E7E4EAB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2779d7-3833-400e-99fa-cb3bf7a1e029"/>
    <ds:schemaRef ds:uri="8b498e9c-4671-4e21-adf0-8930cfdf5b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TotalTime>
  <Words>3285</Words>
  <Application>Microsoft Macintosh PowerPoint</Application>
  <PresentationFormat>Widescreen</PresentationFormat>
  <Paragraphs>572</Paragraphs>
  <Slides>52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Century Gothic</vt:lpstr>
      <vt:lpstr>Proxima Nova Extrabld</vt:lpstr>
      <vt:lpstr>Wingdings</vt:lpstr>
      <vt:lpstr>Office Theme</vt:lpstr>
      <vt:lpstr>HYDRATION ASSESSMENT &amp; RECOMMENDATIONS</vt:lpstr>
      <vt:lpstr>Body Water and Electrolyte Basics</vt:lpstr>
      <vt:lpstr>Total Body Water</vt:lpstr>
      <vt:lpstr>Hydration Terminology</vt:lpstr>
      <vt:lpstr>Hydration Terminology</vt:lpstr>
      <vt:lpstr>Fluid Compartments</vt:lpstr>
      <vt:lpstr>Role of Sodium in Fluid Balance</vt:lpstr>
      <vt:lpstr>Role of Sodium in Fluid Balance</vt:lpstr>
      <vt:lpstr>Hydration Physiology - Hypohydration</vt:lpstr>
      <vt:lpstr>Hydration Physiology - Overhydration</vt:lpstr>
      <vt:lpstr>Hydration and Performance</vt:lpstr>
      <vt:lpstr>Fluid Balance </vt:lpstr>
      <vt:lpstr>Can you think of a simple way for an Athletic Trainer or Sports Dietitian to monitor the hydration status of their athletes?</vt:lpstr>
      <vt:lpstr>Monitoring Hydration Status: Urine Color</vt:lpstr>
      <vt:lpstr>Hydration Assessment Before Exercise</vt:lpstr>
      <vt:lpstr>Urine Specific Gravity (USG)</vt:lpstr>
      <vt:lpstr>MONITORING HYDRATION DURING PLAY</vt:lpstr>
      <vt:lpstr>Hydration Status</vt:lpstr>
      <vt:lpstr>Hydration Status</vt:lpstr>
      <vt:lpstr>Hydration Status</vt:lpstr>
      <vt:lpstr>Data Collection - Change in Hydration Status</vt:lpstr>
      <vt:lpstr>Example #1</vt:lpstr>
      <vt:lpstr>Example #1</vt:lpstr>
      <vt:lpstr>Example #2</vt:lpstr>
      <vt:lpstr>Example #2</vt:lpstr>
      <vt:lpstr>Example #3</vt:lpstr>
      <vt:lpstr>Example #3</vt:lpstr>
      <vt:lpstr>Sweating Rate – Normative Data in Athletes</vt:lpstr>
      <vt:lpstr>Sweating Rate – Normative Data by Sport</vt:lpstr>
      <vt:lpstr>Factors impacting the variability in sweating rate</vt:lpstr>
      <vt:lpstr>Sweat Loss Calculations</vt:lpstr>
      <vt:lpstr>Data Collection – Sweat Rate</vt:lpstr>
      <vt:lpstr>Example #1</vt:lpstr>
      <vt:lpstr>Example #1</vt:lpstr>
      <vt:lpstr>Example #2</vt:lpstr>
      <vt:lpstr>Example #2</vt:lpstr>
      <vt:lpstr>Example #3</vt:lpstr>
      <vt:lpstr>Example #3</vt:lpstr>
      <vt:lpstr>Planned Drinking vs Drinking to Thirst</vt:lpstr>
      <vt:lpstr>Electrolyte Balance</vt:lpstr>
      <vt:lpstr>Sweat Composition</vt:lpstr>
      <vt:lpstr>Sweat Sodium Loss – Athlete Normative Data</vt:lpstr>
      <vt:lpstr>Sweat Sodium Loss – Normative Data by Sport</vt:lpstr>
      <vt:lpstr>Data Collection – Sweat Sodium Concentration</vt:lpstr>
      <vt:lpstr>Example #1</vt:lpstr>
      <vt:lpstr>Example #1</vt:lpstr>
      <vt:lpstr>Example #2</vt:lpstr>
      <vt:lpstr>Example #2</vt:lpstr>
      <vt:lpstr>Example #3</vt:lpstr>
      <vt:lpstr>Example #3</vt:lpstr>
      <vt:lpstr>Recommendations</vt:lpstr>
      <vt:lpstr>Link to Summary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Schwertly</dc:creator>
  <cp:lastModifiedBy>Stein, Kimberly {PEP}</cp:lastModifiedBy>
  <cp:revision>48</cp:revision>
  <dcterms:created xsi:type="dcterms:W3CDTF">2020-05-12T18:48:10Z</dcterms:created>
  <dcterms:modified xsi:type="dcterms:W3CDTF">2020-08-04T22:58:44Z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0x010100430625F5395E064F95AAAC5D5C561FD6</vt:lpwstr>
  </property>
</Properties>
</file>