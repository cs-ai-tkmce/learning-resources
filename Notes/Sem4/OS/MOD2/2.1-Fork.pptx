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54" r:id="rId2"/>
  </p:sldMasterIdLst>
  <p:notesMasterIdLst>
    <p:notesMasterId r:id="rId38"/>
  </p:notesMasterIdLst>
  <p:handoutMasterIdLst>
    <p:handoutMasterId r:id="rId39"/>
  </p:handoutMasterIdLst>
  <p:sldIdLst>
    <p:sldId id="314" r:id="rId3"/>
    <p:sldId id="304" r:id="rId4"/>
    <p:sldId id="311" r:id="rId5"/>
    <p:sldId id="276" r:id="rId6"/>
    <p:sldId id="278" r:id="rId7"/>
    <p:sldId id="280" r:id="rId8"/>
    <p:sldId id="315" r:id="rId9"/>
    <p:sldId id="312" r:id="rId10"/>
    <p:sldId id="316" r:id="rId11"/>
    <p:sldId id="317" r:id="rId12"/>
    <p:sldId id="313" r:id="rId13"/>
    <p:sldId id="281" r:id="rId14"/>
    <p:sldId id="282" r:id="rId15"/>
    <p:sldId id="305" r:id="rId16"/>
    <p:sldId id="306" r:id="rId17"/>
    <p:sldId id="307" r:id="rId18"/>
    <p:sldId id="318" r:id="rId19"/>
    <p:sldId id="319" r:id="rId20"/>
    <p:sldId id="320" r:id="rId21"/>
    <p:sldId id="321" r:id="rId22"/>
    <p:sldId id="322" r:id="rId23"/>
    <p:sldId id="323" r:id="rId24"/>
    <p:sldId id="308" r:id="rId25"/>
    <p:sldId id="309" r:id="rId26"/>
    <p:sldId id="310" r:id="rId27"/>
    <p:sldId id="289" r:id="rId28"/>
    <p:sldId id="290" r:id="rId29"/>
    <p:sldId id="292" r:id="rId30"/>
    <p:sldId id="293" r:id="rId31"/>
    <p:sldId id="294" r:id="rId32"/>
    <p:sldId id="296" r:id="rId33"/>
    <p:sldId id="297" r:id="rId34"/>
    <p:sldId id="300" r:id="rId35"/>
    <p:sldId id="301" r:id="rId36"/>
    <p:sldId id="302" r:id="rId37"/>
  </p:sldIdLst>
  <p:sldSz cx="9144000" cy="6858000" type="screen4x3"/>
  <p:notesSz cx="7315200" cy="9601200"/>
  <p:defaultTextStyle>
    <a:defPPr>
      <a:defRPr lang="en-US"/>
    </a:defPPr>
    <a:lvl1pPr algn="ctr" rtl="0" fontAlgn="base">
      <a:spcBef>
        <a:spcPct val="0"/>
      </a:spcBef>
      <a:spcAft>
        <a:spcPct val="0"/>
      </a:spcAft>
      <a:defRPr sz="2000" b="1" kern="1200">
        <a:solidFill>
          <a:schemeClr val="tx1"/>
        </a:solidFill>
        <a:latin typeface="Courier New" charset="0"/>
        <a:ea typeface="ＭＳ Ｐゴシック" charset="0"/>
        <a:cs typeface="+mn-cs"/>
      </a:defRPr>
    </a:lvl1pPr>
    <a:lvl2pPr marL="457200" algn="ctr" rtl="0" fontAlgn="base">
      <a:spcBef>
        <a:spcPct val="0"/>
      </a:spcBef>
      <a:spcAft>
        <a:spcPct val="0"/>
      </a:spcAft>
      <a:defRPr sz="2000" b="1" kern="1200">
        <a:solidFill>
          <a:schemeClr val="tx1"/>
        </a:solidFill>
        <a:latin typeface="Courier New" charset="0"/>
        <a:ea typeface="ＭＳ Ｐゴシック" charset="0"/>
        <a:cs typeface="+mn-cs"/>
      </a:defRPr>
    </a:lvl2pPr>
    <a:lvl3pPr marL="914400" algn="ctr" rtl="0" fontAlgn="base">
      <a:spcBef>
        <a:spcPct val="0"/>
      </a:spcBef>
      <a:spcAft>
        <a:spcPct val="0"/>
      </a:spcAft>
      <a:defRPr sz="2000" b="1" kern="1200">
        <a:solidFill>
          <a:schemeClr val="tx1"/>
        </a:solidFill>
        <a:latin typeface="Courier New" charset="0"/>
        <a:ea typeface="ＭＳ Ｐゴシック" charset="0"/>
        <a:cs typeface="+mn-cs"/>
      </a:defRPr>
    </a:lvl3pPr>
    <a:lvl4pPr marL="1371600" algn="ctr" rtl="0" fontAlgn="base">
      <a:spcBef>
        <a:spcPct val="0"/>
      </a:spcBef>
      <a:spcAft>
        <a:spcPct val="0"/>
      </a:spcAft>
      <a:defRPr sz="2000" b="1" kern="1200">
        <a:solidFill>
          <a:schemeClr val="tx1"/>
        </a:solidFill>
        <a:latin typeface="Courier New" charset="0"/>
        <a:ea typeface="ＭＳ Ｐゴシック" charset="0"/>
        <a:cs typeface="+mn-cs"/>
      </a:defRPr>
    </a:lvl4pPr>
    <a:lvl5pPr marL="1828800" algn="ctr" rtl="0" fontAlgn="base">
      <a:spcBef>
        <a:spcPct val="0"/>
      </a:spcBef>
      <a:spcAft>
        <a:spcPct val="0"/>
      </a:spcAft>
      <a:defRPr sz="2000" b="1" kern="1200">
        <a:solidFill>
          <a:schemeClr val="tx1"/>
        </a:solidFill>
        <a:latin typeface="Courier New" charset="0"/>
        <a:ea typeface="ＭＳ Ｐゴシック" charset="0"/>
        <a:cs typeface="+mn-cs"/>
      </a:defRPr>
    </a:lvl5pPr>
    <a:lvl6pPr marL="2286000" algn="l" defTabSz="457200" rtl="0" eaLnBrk="1" latinLnBrk="0" hangingPunct="1">
      <a:defRPr sz="2000" b="1" kern="1200">
        <a:solidFill>
          <a:schemeClr val="tx1"/>
        </a:solidFill>
        <a:latin typeface="Courier New" charset="0"/>
        <a:ea typeface="ＭＳ Ｐゴシック" charset="0"/>
        <a:cs typeface="+mn-cs"/>
      </a:defRPr>
    </a:lvl6pPr>
    <a:lvl7pPr marL="2743200" algn="l" defTabSz="457200" rtl="0" eaLnBrk="1" latinLnBrk="0" hangingPunct="1">
      <a:defRPr sz="2000" b="1" kern="1200">
        <a:solidFill>
          <a:schemeClr val="tx1"/>
        </a:solidFill>
        <a:latin typeface="Courier New" charset="0"/>
        <a:ea typeface="ＭＳ Ｐゴシック" charset="0"/>
        <a:cs typeface="+mn-cs"/>
      </a:defRPr>
    </a:lvl7pPr>
    <a:lvl8pPr marL="3200400" algn="l" defTabSz="457200" rtl="0" eaLnBrk="1" latinLnBrk="0" hangingPunct="1">
      <a:defRPr sz="2000" b="1" kern="1200">
        <a:solidFill>
          <a:schemeClr val="tx1"/>
        </a:solidFill>
        <a:latin typeface="Courier New" charset="0"/>
        <a:ea typeface="ＭＳ Ｐゴシック" charset="0"/>
        <a:cs typeface="+mn-cs"/>
      </a:defRPr>
    </a:lvl8pPr>
    <a:lvl9pPr marL="3657600" algn="l" defTabSz="457200" rtl="0" eaLnBrk="1" latinLnBrk="0" hangingPunct="1">
      <a:defRPr sz="2000" b="1" kern="1200">
        <a:solidFill>
          <a:schemeClr val="tx1"/>
        </a:solidFill>
        <a:latin typeface="Courier New" charset="0"/>
        <a:ea typeface="ＭＳ Ｐゴシック"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70202"/>
    <a:srgbClr val="76D6FF"/>
    <a:srgbClr val="E60000"/>
    <a:srgbClr val="0070C0"/>
    <a:srgbClr val="FFAB00"/>
    <a:srgbClr val="9D1F00"/>
    <a:srgbClr val="FFFF99"/>
    <a:srgbClr val="FFCC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031" autoAdjust="0"/>
    <p:restoredTop sz="78039" autoAdjust="0"/>
  </p:normalViewPr>
  <p:slideViewPr>
    <p:cSldViewPr>
      <p:cViewPr varScale="1">
        <p:scale>
          <a:sx n="66" d="100"/>
          <a:sy n="66" d="100"/>
        </p:scale>
        <p:origin x="1349" y="58"/>
      </p:cViewPr>
      <p:guideLst>
        <p:guide orient="horz" pos="2160"/>
        <p:guide pos="2880"/>
      </p:guideLst>
    </p:cSldViewPr>
  </p:slideViewPr>
  <p:outlineViewPr>
    <p:cViewPr>
      <p:scale>
        <a:sx n="33" d="100"/>
        <a:sy n="33" d="100"/>
      </p:scale>
      <p:origin x="0" y="0"/>
    </p:cViewPr>
  </p:outlineViewPr>
  <p:notesTextViewPr>
    <p:cViewPr>
      <p:scale>
        <a:sx n="66" d="100"/>
        <a:sy n="66" d="100"/>
      </p:scale>
      <p:origin x="0" y="0"/>
    </p:cViewPr>
  </p:notesTextViewPr>
  <p:sorterViewPr>
    <p:cViewPr>
      <p:scale>
        <a:sx n="100" d="100"/>
        <a:sy n="100" d="100"/>
      </p:scale>
      <p:origin x="0" y="14940"/>
    </p:cViewPr>
  </p:sorterViewPr>
  <p:notesViewPr>
    <p:cSldViewPr>
      <p:cViewPr>
        <p:scale>
          <a:sx n="100" d="100"/>
          <a:sy n="100" d="100"/>
        </p:scale>
        <p:origin x="-3392" y="-72"/>
      </p:cViewPr>
      <p:guideLst>
        <p:guide orient="horz" pos="3024"/>
        <p:guide pos="2304"/>
      </p:guideLst>
    </p:cSldViewPr>
  </p:notesViewPr>
  <p:gridSpacing cx="38405" cy="3840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bwMode="auto">
          <a:xfrm>
            <a:off x="0" y="0"/>
            <a:ext cx="3170238" cy="47942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6645" tIns="48322" rIns="96645" bIns="48322" numCol="1" anchor="t" anchorCtr="0" compatLnSpc="1">
            <a:prstTxWarp prst="textNoShape">
              <a:avLst/>
            </a:prstTxWarp>
          </a:bodyPr>
          <a:lstStyle>
            <a:lvl1pPr algn="l" defTabSz="966788">
              <a:defRPr sz="1300"/>
            </a:lvl1pPr>
          </a:lstStyle>
          <a:p>
            <a:endParaRPr lang="en-US"/>
          </a:p>
        </p:txBody>
      </p:sp>
      <p:sp>
        <p:nvSpPr>
          <p:cNvPr id="106499" name="Rectangle 3"/>
          <p:cNvSpPr>
            <a:spLocks noGrp="1" noChangeArrowheads="1"/>
          </p:cNvSpPr>
          <p:nvPr>
            <p:ph type="dt" sz="quarter" idx="1"/>
          </p:nvPr>
        </p:nvSpPr>
        <p:spPr bwMode="auto">
          <a:xfrm>
            <a:off x="4144963" y="0"/>
            <a:ext cx="3170237" cy="47942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6645" tIns="48322" rIns="96645" bIns="48322" numCol="1" anchor="t" anchorCtr="0" compatLnSpc="1">
            <a:prstTxWarp prst="textNoShape">
              <a:avLst/>
            </a:prstTxWarp>
          </a:bodyPr>
          <a:lstStyle>
            <a:lvl1pPr algn="r" defTabSz="966788">
              <a:defRPr sz="1300"/>
            </a:lvl1pPr>
          </a:lstStyle>
          <a:p>
            <a:endParaRPr lang="en-US"/>
          </a:p>
        </p:txBody>
      </p:sp>
      <p:sp>
        <p:nvSpPr>
          <p:cNvPr id="106500" name="Rectangle 4"/>
          <p:cNvSpPr>
            <a:spLocks noGrp="1" noChangeArrowheads="1"/>
          </p:cNvSpPr>
          <p:nvPr>
            <p:ph type="ftr" sz="quarter" idx="2"/>
          </p:nvPr>
        </p:nvSpPr>
        <p:spPr bwMode="auto">
          <a:xfrm>
            <a:off x="0" y="9121775"/>
            <a:ext cx="3170238" cy="47942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6645" tIns="48322" rIns="96645" bIns="48322" numCol="1" anchor="b" anchorCtr="0" compatLnSpc="1">
            <a:prstTxWarp prst="textNoShape">
              <a:avLst/>
            </a:prstTxWarp>
          </a:bodyPr>
          <a:lstStyle>
            <a:lvl1pPr algn="l" defTabSz="966788">
              <a:defRPr sz="1300"/>
            </a:lvl1pPr>
          </a:lstStyle>
          <a:p>
            <a:endParaRPr lang="en-US"/>
          </a:p>
        </p:txBody>
      </p:sp>
      <p:sp>
        <p:nvSpPr>
          <p:cNvPr id="106501" name="Rectangle 5"/>
          <p:cNvSpPr>
            <a:spLocks noGrp="1" noChangeArrowheads="1"/>
          </p:cNvSpPr>
          <p:nvPr>
            <p:ph type="sldNum" sz="quarter" idx="3"/>
          </p:nvPr>
        </p:nvSpPr>
        <p:spPr bwMode="auto">
          <a:xfrm>
            <a:off x="4144963" y="9121775"/>
            <a:ext cx="3170237" cy="47942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6645" tIns="48322" rIns="96645" bIns="48322" numCol="1" anchor="b" anchorCtr="0" compatLnSpc="1">
            <a:prstTxWarp prst="textNoShape">
              <a:avLst/>
            </a:prstTxWarp>
          </a:bodyPr>
          <a:lstStyle>
            <a:lvl1pPr algn="r" defTabSz="966788">
              <a:defRPr sz="1300"/>
            </a:lvl1pPr>
          </a:lstStyle>
          <a:p>
            <a:fld id="{EC0E75EF-B837-EF4A-BA90-11B460D291A9}" type="slidenum">
              <a:rPr lang="en-US"/>
              <a:pPr/>
              <a:t>‹#›</a:t>
            </a:fld>
            <a:endParaRPr lang="en-US"/>
          </a:p>
        </p:txBody>
      </p:sp>
    </p:spTree>
    <p:extLst>
      <p:ext uri="{BB962C8B-B14F-4D97-AF65-F5344CB8AC3E}">
        <p14:creationId xmlns:p14="http://schemas.microsoft.com/office/powerpoint/2010/main" val="3912319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6130" name="Rectangle 2"/>
          <p:cNvSpPr>
            <a:spLocks noGrp="1" noChangeArrowheads="1"/>
          </p:cNvSpPr>
          <p:nvPr>
            <p:ph type="hdr" sz="quarter"/>
          </p:nvPr>
        </p:nvSpPr>
        <p:spPr bwMode="auto">
          <a:xfrm>
            <a:off x="0" y="0"/>
            <a:ext cx="3170238" cy="47942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5738" tIns="47869" rIns="95738" bIns="47869" numCol="1" anchor="t" anchorCtr="0" compatLnSpc="1">
            <a:prstTxWarp prst="textNoShape">
              <a:avLst/>
            </a:prstTxWarp>
          </a:bodyPr>
          <a:lstStyle>
            <a:lvl1pPr algn="l" defTabSz="957263">
              <a:defRPr sz="1300" b="0">
                <a:latin typeface="Times New Roman" charset="0"/>
              </a:defRPr>
            </a:lvl1pPr>
          </a:lstStyle>
          <a:p>
            <a:endParaRPr lang="en-US"/>
          </a:p>
        </p:txBody>
      </p:sp>
      <p:sp>
        <p:nvSpPr>
          <p:cNvPr id="176131" name="Rectangle 3"/>
          <p:cNvSpPr>
            <a:spLocks noGrp="1" noChangeArrowheads="1"/>
          </p:cNvSpPr>
          <p:nvPr>
            <p:ph type="dt" idx="1"/>
          </p:nvPr>
        </p:nvSpPr>
        <p:spPr bwMode="auto">
          <a:xfrm>
            <a:off x="4143375" y="0"/>
            <a:ext cx="3170238" cy="47942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5738" tIns="47869" rIns="95738" bIns="47869" numCol="1" anchor="t" anchorCtr="0" compatLnSpc="1">
            <a:prstTxWarp prst="textNoShape">
              <a:avLst/>
            </a:prstTxWarp>
          </a:bodyPr>
          <a:lstStyle>
            <a:lvl1pPr algn="r" defTabSz="957263">
              <a:defRPr sz="1300" b="0">
                <a:latin typeface="Times New Roman" charset="0"/>
              </a:defRPr>
            </a:lvl1pPr>
          </a:lstStyle>
          <a:p>
            <a:endParaRPr lang="en-US"/>
          </a:p>
        </p:txBody>
      </p:sp>
      <p:sp>
        <p:nvSpPr>
          <p:cNvPr id="176132"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76133"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5738" tIns="47869" rIns="95738" bIns="4786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6134" name="Rectangle 6"/>
          <p:cNvSpPr>
            <a:spLocks noGrp="1" noChangeArrowheads="1"/>
          </p:cNvSpPr>
          <p:nvPr>
            <p:ph type="ftr" sz="quarter" idx="4"/>
          </p:nvPr>
        </p:nvSpPr>
        <p:spPr bwMode="auto">
          <a:xfrm>
            <a:off x="0" y="9120188"/>
            <a:ext cx="3170238" cy="47942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5738" tIns="47869" rIns="95738" bIns="47869" numCol="1" anchor="b" anchorCtr="0" compatLnSpc="1">
            <a:prstTxWarp prst="textNoShape">
              <a:avLst/>
            </a:prstTxWarp>
          </a:bodyPr>
          <a:lstStyle>
            <a:lvl1pPr algn="l" defTabSz="957263">
              <a:defRPr sz="1300" b="0">
                <a:latin typeface="Times New Roman" charset="0"/>
              </a:defRPr>
            </a:lvl1pPr>
          </a:lstStyle>
          <a:p>
            <a:endParaRPr lang="en-US"/>
          </a:p>
        </p:txBody>
      </p:sp>
      <p:sp>
        <p:nvSpPr>
          <p:cNvPr id="176135"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5738" tIns="47869" rIns="95738" bIns="47869" numCol="1" anchor="b" anchorCtr="0" compatLnSpc="1">
            <a:prstTxWarp prst="textNoShape">
              <a:avLst/>
            </a:prstTxWarp>
          </a:bodyPr>
          <a:lstStyle>
            <a:lvl1pPr algn="r" defTabSz="957263">
              <a:defRPr sz="1300" b="0">
                <a:latin typeface="Times New Roman" charset="0"/>
              </a:defRPr>
            </a:lvl1pPr>
          </a:lstStyle>
          <a:p>
            <a:fld id="{7A14D06E-B192-D64D-8340-49D8CA392608}" type="slidenum">
              <a:rPr lang="en-US"/>
              <a:pPr/>
              <a:t>‹#›</a:t>
            </a:fld>
            <a:endParaRPr lang="en-US"/>
          </a:p>
        </p:txBody>
      </p:sp>
    </p:spTree>
    <p:extLst>
      <p:ext uri="{BB962C8B-B14F-4D97-AF65-F5344CB8AC3E}">
        <p14:creationId xmlns:p14="http://schemas.microsoft.com/office/powerpoint/2010/main" val="17720607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95234" name="Notes Placeholder 2"/>
          <p:cNvSpPr>
            <a:spLocks noGrp="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The Unix OS offers us support for creating new processes by means of a sys call fork.</a:t>
            </a:r>
          </a:p>
          <a:p>
            <a:r>
              <a:rPr lang="en-US" dirty="0"/>
              <a:t>Windows does the same, but the system call is </a:t>
            </a:r>
            <a:r>
              <a:rPr lang="en-US" dirty="0" err="1"/>
              <a:t>CreateProcess</a:t>
            </a:r>
            <a:r>
              <a:rPr lang="en-US" dirty="0"/>
              <a:t> and has a more complex syntax. </a:t>
            </a:r>
          </a:p>
          <a:p>
            <a:r>
              <a:rPr lang="en-US" dirty="0"/>
              <a:t>So we’ll stick to the simpler Unix version. </a:t>
            </a:r>
          </a:p>
          <a:p>
            <a:r>
              <a:rPr lang="en-US" dirty="0"/>
              <a:t>The fork sys call creates a new process in the system. So we start with one process embedding your main program, and after fork we end up with 2 procs in the system,</a:t>
            </a:r>
          </a:p>
          <a:p>
            <a:r>
              <a:rPr lang="en-US" dirty="0"/>
              <a:t>both subject to scheduling. The child process is an identical copy of the parent process, with one exception.</a:t>
            </a:r>
          </a:p>
        </p:txBody>
      </p:sp>
    </p:spTree>
    <p:extLst>
      <p:ext uri="{BB962C8B-B14F-4D97-AF65-F5344CB8AC3E}">
        <p14:creationId xmlns:p14="http://schemas.microsoft.com/office/powerpoint/2010/main" val="1737498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Rot="1" noChangeAspect="1" noChangeArrowheads="1" noTextEdit="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93186" name="Rectangle 3"/>
          <p:cNvSpPr>
            <a:spLocks noGrp="1" noChangeArrowheads="1"/>
          </p:cNvSpPr>
          <p:nvPr>
            <p:ph type="body" idx="1"/>
          </p:nvPr>
        </p:nvSpPr>
        <p:spPr bwMode="auto">
          <a:xfrm>
            <a:off x="731838" y="4560888"/>
            <a:ext cx="5851525" cy="4319587"/>
          </a:xfrm>
          <a:prstGeom prst="rect">
            <a:avLst/>
          </a:prstGeom>
          <a:solidFill>
            <a:srgbClr val="FFFFFF"/>
          </a:solidFill>
          <a:ln>
            <a:solidFill>
              <a:srgbClr val="000000"/>
            </a:solidFill>
            <a:miter lim="800000"/>
            <a:headEnd/>
            <a:tailEnd/>
          </a:ln>
        </p:spPr>
        <p:txBody>
          <a:bodyPr/>
          <a:lstStyle/>
          <a:p>
            <a:pPr eaLnBrk="1" hangingPunct="1"/>
            <a:r>
              <a:rPr lang="en-US" dirty="0"/>
              <a:t>Indeed in </a:t>
            </a:r>
            <a:r>
              <a:rPr lang="en-US" dirty="0" err="1"/>
              <a:t>unix</a:t>
            </a:r>
            <a:r>
              <a:rPr lang="en-US" dirty="0"/>
              <a:t> only one process is created at system initialization (the process is called </a:t>
            </a:r>
            <a:r>
              <a:rPr lang="en-US" i="1" dirty="0" err="1"/>
              <a:t>init</a:t>
            </a:r>
            <a:r>
              <a:rPr lang="en-US" dirty="0"/>
              <a:t>); all the others are children of this first process. </a:t>
            </a:r>
          </a:p>
          <a:p>
            <a:pPr eaLnBrk="1" hangingPunct="1"/>
            <a:endParaRPr lang="en-US" dirty="0"/>
          </a:p>
          <a:p>
            <a:pPr eaLnBrk="1" hangingPunct="1"/>
            <a:r>
              <a:rPr lang="en-US" dirty="0"/>
              <a:t>The process of bringing up the operating system is called booting (originally this was bootstrapping and alluded to the process of pulling yourself up "by your bootstraps"). Your computer knows how to boot because instructions for booting are built into one of its chips, the BIOS (or Basic Input/Output System) chip. The BIOS chip tells it to look in a fixed place, usually on the lowest-numbered hard disk (the boot disk) for a special program called a </a:t>
            </a:r>
            <a:r>
              <a:rPr lang="en-US" i="1" dirty="0">
                <a:solidFill>
                  <a:srgbClr val="FF0000"/>
                </a:solidFill>
              </a:rPr>
              <a:t>boot loader </a:t>
            </a:r>
            <a:r>
              <a:rPr lang="en-US" dirty="0"/>
              <a:t>(under Linux the boot loader is called Grub or LILO). </a:t>
            </a:r>
          </a:p>
          <a:p>
            <a:pPr eaLnBrk="1" hangingPunct="1"/>
            <a:endParaRPr lang="en-US" dirty="0"/>
          </a:p>
          <a:p>
            <a:pPr eaLnBrk="1" hangingPunct="1"/>
            <a:r>
              <a:rPr lang="en-US" dirty="0"/>
              <a:t>The boot loader is pulled into memory and started. The boot loader's job is to start the real operating system.  The loader does this by looking for a kernel, loading it into memory, and starting it. If you Linux and see "LILO" on the screen followed by a bunch of dots, it is loading the kernel. (Each dot means it has loaded another disk block of kernel code.)</a:t>
            </a:r>
          </a:p>
          <a:p>
            <a:pPr eaLnBrk="1" hangingPunct="1"/>
            <a:endParaRPr lang="en-US" dirty="0"/>
          </a:p>
          <a:p>
            <a:pPr eaLnBrk="1" hangingPunct="1"/>
            <a:r>
              <a:rPr lang="en-US" dirty="0"/>
              <a:t>Once the kernel starts, it has to look around, find the rest of the hardware, and get ready to run programs. It does this by poking not at ordinary memory locations but rather at I/O ports — special bus addresses that are likely to have device controller cards listening at them for commands. The kernel doesn't poke at random; it has a lot of built-in knowledge about what it's likely to find where, and how controllers will respond if they're present. This process is called </a:t>
            </a:r>
            <a:r>
              <a:rPr lang="en-US" dirty="0" err="1"/>
              <a:t>autoprobing</a:t>
            </a:r>
            <a:r>
              <a:rPr lang="en-US" dirty="0"/>
              <a:t>.</a:t>
            </a:r>
          </a:p>
          <a:p>
            <a:pPr eaLnBrk="1" hangingPunct="1"/>
            <a:endParaRPr lang="en-US" dirty="0"/>
          </a:p>
          <a:p>
            <a:pPr eaLnBrk="1" hangingPunct="1"/>
            <a:r>
              <a:rPr lang="en-US" dirty="0"/>
              <a:t>But getting the kernel fully loaded and running isn't the end of the boot process; it's just the first stage (sometimes called run level 1). After this first stage, the kernel hands control to a special process called ‘</a:t>
            </a:r>
            <a:r>
              <a:rPr lang="en-US" altLang="ja-JP" dirty="0" err="1">
                <a:solidFill>
                  <a:srgbClr val="FF0000"/>
                </a:solidFill>
              </a:rPr>
              <a:t>init</a:t>
            </a:r>
            <a:r>
              <a:rPr lang="en-US" dirty="0"/>
              <a:t>’</a:t>
            </a:r>
            <a:r>
              <a:rPr lang="en-US" altLang="ja-JP" dirty="0"/>
              <a:t> which spawns several housekeeping processes. (Some recent </a:t>
            </a:r>
            <a:r>
              <a:rPr lang="en-US" altLang="ja-JP" dirty="0" err="1"/>
              <a:t>Linuxes</a:t>
            </a:r>
            <a:r>
              <a:rPr lang="en-US" altLang="ja-JP" dirty="0"/>
              <a:t> use a different program called </a:t>
            </a:r>
            <a:r>
              <a:rPr lang="en-US" dirty="0"/>
              <a:t>‘</a:t>
            </a:r>
            <a:r>
              <a:rPr lang="en-US" altLang="ja-JP" dirty="0"/>
              <a:t>upstart</a:t>
            </a:r>
            <a:r>
              <a:rPr lang="en-US" dirty="0"/>
              <a:t>’</a:t>
            </a:r>
            <a:r>
              <a:rPr lang="en-US" altLang="ja-JP" dirty="0"/>
              <a:t> that does similar things).  The </a:t>
            </a:r>
            <a:r>
              <a:rPr lang="en-US" altLang="ja-JP" dirty="0" err="1"/>
              <a:t>init</a:t>
            </a:r>
            <a:r>
              <a:rPr lang="en-US" altLang="ja-JP" dirty="0"/>
              <a:t> process's first job is usually to check to make sure your disks are OK. Disk file systems are fragile things; if they've been damaged by a hardware failure or a sudden power outage, there are good reasons to take recovery steps before your Unix is all the way up.</a:t>
            </a:r>
          </a:p>
          <a:p>
            <a:pPr eaLnBrk="1" hangingPunct="1"/>
            <a:endParaRPr lang="en-US" dirty="0"/>
          </a:p>
          <a:p>
            <a:pPr eaLnBrk="1" hangingPunct="1"/>
            <a:r>
              <a:rPr lang="en-US" dirty="0"/>
              <a:t>Init's next step is to start several daemons. A daemon is a program like a print spooler, a mail listener or a WWW server that lurks in the background, waiting for things to do. These special programs often have to coordinate several requests that could conflict. The next step is to prepare for users. Init starts a copy of a program called </a:t>
            </a:r>
            <a:r>
              <a:rPr lang="en-US" dirty="0" err="1">
                <a:solidFill>
                  <a:srgbClr val="FF0000"/>
                </a:solidFill>
              </a:rPr>
              <a:t>getty</a:t>
            </a:r>
            <a:r>
              <a:rPr lang="en-US" dirty="0">
                <a:solidFill>
                  <a:srgbClr val="FF0000"/>
                </a:solidFill>
              </a:rPr>
              <a:t> </a:t>
            </a:r>
            <a:r>
              <a:rPr lang="en-US" dirty="0"/>
              <a:t>to watch your screen and keyboard (and maybe more copies to watch dial-in serial ports).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97282" name="Notes Placeholder 2"/>
          <p:cNvSpPr>
            <a:spLocks noGrp="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t>The exception is the value returned by fork. It is 0 in the child, and non-zero in the parent. </a:t>
            </a:r>
          </a:p>
          <a:p>
            <a:r>
              <a:rPr lang="en-US"/>
              <a:t>In the parent, the value returned by fork is the process identifier of the child.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97282" name="Notes Placeholder 2"/>
          <p:cNvSpPr>
            <a:spLocks noGrp="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The exception is the value returned by fork. It is 0 in the child, and non-zero in the parent. </a:t>
            </a:r>
          </a:p>
          <a:p>
            <a:r>
              <a:rPr lang="en-US" dirty="0"/>
              <a:t>In the parent, the value returned by fork is the process identifier of the child. </a:t>
            </a:r>
          </a:p>
        </p:txBody>
      </p:sp>
    </p:spTree>
    <p:extLst>
      <p:ext uri="{BB962C8B-B14F-4D97-AF65-F5344CB8AC3E}">
        <p14:creationId xmlns:p14="http://schemas.microsoft.com/office/powerpoint/2010/main" val="19744223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Rot="1" noChangeAspect="1" noChangeArrowheads="1" noTextEdit="1"/>
          </p:cNvSpPr>
          <p:nvPr>
            <p:ph type="sldImg"/>
          </p:nvPr>
        </p:nvSpPr>
        <p:spPr bwMode="auto">
          <a:xfrm>
            <a:off x="1257300" y="720725"/>
            <a:ext cx="4800600" cy="3600450"/>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sp>
      <p:sp>
        <p:nvSpPr>
          <p:cNvPr id="99330" name="Rectangle 3"/>
          <p:cNvSpPr>
            <a:spLocks noGrp="1" noChangeArrowheads="1"/>
          </p:cNvSpPr>
          <p:nvPr>
            <p:ph type="body" idx="1"/>
          </p:nvPr>
        </p:nvSpPr>
        <p:spPr bwMode="auto">
          <a:xfrm>
            <a:off x="731838" y="4560888"/>
            <a:ext cx="5851525" cy="4319587"/>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p>
            <a:endParaRPr lang="en-US"/>
          </a:p>
        </p:txBody>
      </p:sp>
    </p:spTree>
    <p:extLst>
      <p:ext uri="{BB962C8B-B14F-4D97-AF65-F5344CB8AC3E}">
        <p14:creationId xmlns:p14="http://schemas.microsoft.com/office/powerpoint/2010/main" val="23237998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Rot="1" noChangeAspect="1" noChangeArrowheads="1" noTextEdit="1"/>
          </p:cNvSpPr>
          <p:nvPr>
            <p:ph type="sldImg"/>
          </p:nvPr>
        </p:nvSpPr>
        <p:spPr bwMode="auto">
          <a:xfrm>
            <a:off x="1257300" y="720725"/>
            <a:ext cx="4800600" cy="3600450"/>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sp>
      <p:sp>
        <p:nvSpPr>
          <p:cNvPr id="99330" name="Rectangle 3"/>
          <p:cNvSpPr>
            <a:spLocks noGrp="1" noChangeArrowheads="1"/>
          </p:cNvSpPr>
          <p:nvPr>
            <p:ph type="body" idx="1"/>
          </p:nvPr>
        </p:nvSpPr>
        <p:spPr bwMode="auto">
          <a:xfrm>
            <a:off x="731838" y="4560888"/>
            <a:ext cx="5851525" cy="4319587"/>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Rot="1" noChangeAspect="1" noChangeArrowheads="1" noTextEdit="1"/>
          </p:cNvSpPr>
          <p:nvPr>
            <p:ph type="sldImg"/>
          </p:nvPr>
        </p:nvSpPr>
        <p:spPr bwMode="auto">
          <a:xfrm>
            <a:off x="1257300" y="720725"/>
            <a:ext cx="4802188" cy="3600450"/>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sp>
      <p:sp>
        <p:nvSpPr>
          <p:cNvPr id="898051" name="Rectangle 3"/>
          <p:cNvSpPr>
            <a:spLocks noGrp="1" noChangeArrowheads="1"/>
          </p:cNvSpPr>
          <p:nvPr>
            <p:ph type="body" idx="1"/>
          </p:nvPr>
        </p:nvSpPr>
        <p:spPr>
          <a:xfrm>
            <a:off x="731838" y="4560888"/>
            <a:ext cx="5851525" cy="4319587"/>
          </a:xfrm>
          <a:prstGeom prst="rect">
            <a:avLst/>
          </a:prstGeom>
          <a:ln/>
        </p:spPr>
        <p:txBody>
          <a:bodyPr lIns="95053" tIns="47527" rIns="95053" bIns="47527"/>
          <a:lstStyle/>
          <a:p>
            <a:pPr eaLnBrk="1" hangingPunct="1">
              <a:defRPr/>
            </a:pPr>
            <a:r>
              <a:rPr lang="en-US" dirty="0">
                <a:cs typeface="+mn-cs"/>
              </a:rPr>
              <a:t>Illustration of how fork works. </a:t>
            </a:r>
          </a:p>
          <a:p>
            <a:pPr eaLnBrk="1" hangingPunct="1">
              <a:defRPr/>
            </a:pPr>
            <a:r>
              <a:rPr lang="en-US" dirty="0">
                <a:cs typeface="+mn-cs"/>
              </a:rPr>
              <a:t>Before the fork system call, our main process has its own memory space that includes the 3 major segments – text, data and stack.</a:t>
            </a:r>
          </a:p>
          <a:p>
            <a:pPr eaLnBrk="1" hangingPunct="1">
              <a:defRPr/>
            </a:pPr>
            <a:r>
              <a:rPr lang="en-US" dirty="0">
                <a:cs typeface="+mn-cs"/>
              </a:rPr>
              <a:t>Fork is a system call, so transfer is given to OS to execute the call. </a:t>
            </a:r>
          </a:p>
        </p:txBody>
      </p:sp>
    </p:spTree>
    <p:extLst>
      <p:ext uri="{BB962C8B-B14F-4D97-AF65-F5344CB8AC3E}">
        <p14:creationId xmlns:p14="http://schemas.microsoft.com/office/powerpoint/2010/main" val="2130102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Rot="1" noChangeAspect="1" noChangeArrowheads="1" noTextEdit="1"/>
          </p:cNvSpPr>
          <p:nvPr>
            <p:ph type="sldImg"/>
          </p:nvPr>
        </p:nvSpPr>
        <p:spPr bwMode="auto">
          <a:xfrm>
            <a:off x="1257300" y="720725"/>
            <a:ext cx="4802188" cy="3600450"/>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sp>
      <p:sp>
        <p:nvSpPr>
          <p:cNvPr id="900099" name="Rectangle 3"/>
          <p:cNvSpPr>
            <a:spLocks noGrp="1" noChangeArrowheads="1"/>
          </p:cNvSpPr>
          <p:nvPr>
            <p:ph type="body" idx="1"/>
          </p:nvPr>
        </p:nvSpPr>
        <p:spPr>
          <a:xfrm>
            <a:off x="731838" y="4560888"/>
            <a:ext cx="5851525" cy="4319587"/>
          </a:xfrm>
          <a:prstGeom prst="rect">
            <a:avLst/>
          </a:prstGeom>
          <a:ln/>
        </p:spPr>
        <p:txBody>
          <a:bodyPr lIns="95053" tIns="47527" rIns="95053" bIns="47527"/>
          <a:lstStyle/>
          <a:p>
            <a:pPr eaLnBrk="1" hangingPunct="1">
              <a:defRPr/>
            </a:pPr>
            <a:r>
              <a:rPr lang="en-US" dirty="0">
                <a:cs typeface="+mn-cs"/>
              </a:rPr>
              <a:t>The OS creates a child process that is an identical copy of the parent, with the exception of the value returned by the call itself. </a:t>
            </a:r>
          </a:p>
          <a:p>
            <a:pPr eaLnBrk="1" hangingPunct="1">
              <a:defRPr/>
            </a:pPr>
            <a:r>
              <a:rPr lang="en-US" dirty="0">
                <a:cs typeface="+mn-cs"/>
              </a:rPr>
              <a:t>Both child and parent continue executing from the same point in the program, which is the instruction following the fork call.</a:t>
            </a:r>
          </a:p>
          <a:p>
            <a:pPr eaLnBrk="1" hangingPunct="1">
              <a:defRPr/>
            </a:pPr>
            <a:r>
              <a:rPr lang="en-US" dirty="0">
                <a:cs typeface="+mn-cs"/>
              </a:rPr>
              <a:t>This is because the child inherits the context of the parent saved in the PCB, which contains all CPU registers, including PC pointing to the instruction to execute next.</a:t>
            </a:r>
          </a:p>
        </p:txBody>
      </p:sp>
    </p:spTree>
    <p:extLst>
      <p:ext uri="{BB962C8B-B14F-4D97-AF65-F5344CB8AC3E}">
        <p14:creationId xmlns:p14="http://schemas.microsoft.com/office/powerpoint/2010/main" val="865397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Rot="1" noChangeAspect="1" noChangeArrowheads="1" noTextEdit="1"/>
          </p:cNvSpPr>
          <p:nvPr>
            <p:ph type="sldImg"/>
          </p:nvPr>
        </p:nvSpPr>
        <p:spPr bwMode="auto">
          <a:xfrm>
            <a:off x="1257300" y="720725"/>
            <a:ext cx="4802188" cy="3600450"/>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sp>
      <p:sp>
        <p:nvSpPr>
          <p:cNvPr id="902147" name="Rectangle 3"/>
          <p:cNvSpPr>
            <a:spLocks noGrp="1" noChangeArrowheads="1"/>
          </p:cNvSpPr>
          <p:nvPr>
            <p:ph type="body" idx="1"/>
          </p:nvPr>
        </p:nvSpPr>
        <p:spPr>
          <a:xfrm>
            <a:off x="731838" y="4560888"/>
            <a:ext cx="5851525" cy="4319587"/>
          </a:xfrm>
          <a:prstGeom prst="rect">
            <a:avLst/>
          </a:prstGeom>
          <a:ln/>
        </p:spPr>
        <p:txBody>
          <a:bodyPr lIns="95053" tIns="47527" rIns="95053" bIns="47527"/>
          <a:lstStyle/>
          <a:p>
            <a:pPr eaLnBrk="1" hangingPunct="1">
              <a:defRPr/>
            </a:pPr>
            <a:r>
              <a:rPr lang="en-US" dirty="0">
                <a:cs typeface="+mn-cs"/>
              </a:rPr>
              <a:t>The code here is typical to using fork in a program. The parent and child branch out after the fork system call by testing the value of the return variable. They don</a:t>
            </a:r>
            <a:r>
              <a:rPr lang="fr-FR" dirty="0">
                <a:cs typeface="+mn-cs"/>
              </a:rPr>
              <a:t>’</a:t>
            </a:r>
            <a:r>
              <a:rPr lang="en-US" dirty="0">
                <a:cs typeface="+mn-cs"/>
              </a:rPr>
              <a:t>t have to branch out, but they usually do – otherwise they duplicate each other’s code. </a:t>
            </a:r>
          </a:p>
        </p:txBody>
      </p:sp>
    </p:spTree>
    <p:extLst>
      <p:ext uri="{BB962C8B-B14F-4D97-AF65-F5344CB8AC3E}">
        <p14:creationId xmlns:p14="http://schemas.microsoft.com/office/powerpoint/2010/main" val="1314672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Rot="1" noChangeAspect="1" noChangeArrowheads="1" noTextEdit="1"/>
          </p:cNvSpPr>
          <p:nvPr>
            <p:ph type="sldImg"/>
          </p:nvPr>
        </p:nvSpPr>
        <p:spPr bwMode="auto">
          <a:xfrm>
            <a:off x="1257300" y="720725"/>
            <a:ext cx="4802188" cy="3600450"/>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sp>
      <p:sp>
        <p:nvSpPr>
          <p:cNvPr id="904195" name="Rectangle 3"/>
          <p:cNvSpPr>
            <a:spLocks noGrp="1" noChangeArrowheads="1"/>
          </p:cNvSpPr>
          <p:nvPr>
            <p:ph type="body" idx="1"/>
          </p:nvPr>
        </p:nvSpPr>
        <p:spPr>
          <a:xfrm>
            <a:off x="731838" y="4560888"/>
            <a:ext cx="5851525" cy="4319587"/>
          </a:xfrm>
          <a:prstGeom prst="rect">
            <a:avLst/>
          </a:prstGeom>
          <a:ln/>
        </p:spPr>
        <p:txBody>
          <a:bodyPr lIns="95053" tIns="47527" rIns="95053" bIns="47527"/>
          <a:lstStyle/>
          <a:p>
            <a:pPr eaLnBrk="1" hangingPunct="1">
              <a:defRPr/>
            </a:pPr>
            <a:r>
              <a:rPr lang="en-US" dirty="0"/>
              <a:t>Once its work is complete, a parent has the option to exit immediately or wait for its children to finish.  One example where the parent would need to wait for its child a shell. For each user command, the shell spawns a child to execute the command – if a foreground command, the shell must wait for the child to finish executing before displaying the prompt; otherwise, it displays the prompt immediately. </a:t>
            </a:r>
          </a:p>
          <a:p>
            <a:pPr eaLnBrk="1" hangingPunct="1">
              <a:defRPr/>
            </a:pPr>
            <a:endParaRPr lang="en-US" dirty="0"/>
          </a:p>
          <a:p>
            <a:pPr eaLnBrk="1" hangingPunct="1">
              <a:defRPr/>
            </a:pPr>
            <a:r>
              <a:rPr lang="en-US" dirty="0"/>
              <a:t>The wait system call blocks the parent until some child terminates. Note that if a parent has multiple children, one wait call causes a parent to wait for only one arbitrary child. If the parent must wait for all children, it needs to invoke multiple wait calls – one per child. If no children exist, the wait call returns immediately without blocking the parent. Otherwise, it places the parent into a blocked state (out of the Ready state), so that it cannot be scheduled for execution. </a:t>
            </a:r>
          </a:p>
          <a:p>
            <a:pPr eaLnBrk="1" hangingPunct="1">
              <a:defRPr/>
            </a:pPr>
            <a:r>
              <a:rPr lang="en-US" dirty="0"/>
              <a:t>ANIM</a:t>
            </a:r>
          </a:p>
          <a:p>
            <a:pPr eaLnBrk="1" hangingPunct="1">
              <a:defRPr/>
            </a:pPr>
            <a:r>
              <a:rPr lang="en-US" dirty="0"/>
              <a:t>Waiting for a specific child to terminate: </a:t>
            </a:r>
            <a:r>
              <a:rPr lang="en-US" dirty="0" err="1"/>
              <a:t>waitpid</a:t>
            </a:r>
            <a:r>
              <a:rPr lang="en-US" dirty="0"/>
              <a:t>()</a:t>
            </a:r>
          </a:p>
          <a:p>
            <a:pPr lvl="1" eaLnBrk="1" hangingPunct="1">
              <a:defRPr/>
            </a:pPr>
            <a:r>
              <a:rPr lang="en-US" dirty="0"/>
              <a:t>Blocks till a child with particular process ID terminates</a:t>
            </a:r>
          </a:p>
          <a:p>
            <a:pPr eaLnBrk="1" hangingPunct="1">
              <a:defRPr/>
            </a:pPr>
            <a:r>
              <a:rPr lang="en-US" dirty="0"/>
              <a:t>So how long is the process in this blocked state?</a:t>
            </a:r>
          </a:p>
          <a:p>
            <a:pPr eaLnBrk="1" hangingPunct="1">
              <a:defRPr/>
            </a:pPr>
            <a:r>
              <a:rPr lang="en-US" dirty="0"/>
              <a:t>Until one child terminates. </a:t>
            </a:r>
          </a:p>
          <a:p>
            <a:pPr eaLnBrk="1" hangingPunct="1">
              <a:defRPr/>
            </a:pPr>
            <a:endParaRPr lang="en-US" dirty="0">
              <a:cs typeface="+mn-cs"/>
            </a:endParaRPr>
          </a:p>
        </p:txBody>
      </p:sp>
    </p:spTree>
    <p:extLst>
      <p:ext uri="{BB962C8B-B14F-4D97-AF65-F5344CB8AC3E}">
        <p14:creationId xmlns:p14="http://schemas.microsoft.com/office/powerpoint/2010/main" val="663138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noRot="1" noChangeAspect="1" noChangeArrowheads="1" noTextEdit="1"/>
          </p:cNvSpPr>
          <p:nvPr>
            <p:ph type="sldImg"/>
          </p:nvPr>
        </p:nvSpPr>
        <p:spPr bwMode="auto">
          <a:xfrm>
            <a:off x="1257300" y="720725"/>
            <a:ext cx="4802188" cy="3600450"/>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sp>
      <p:sp>
        <p:nvSpPr>
          <p:cNvPr id="906243" name="Rectangle 3"/>
          <p:cNvSpPr>
            <a:spLocks noGrp="1" noChangeArrowheads="1"/>
          </p:cNvSpPr>
          <p:nvPr>
            <p:ph type="body" idx="1"/>
          </p:nvPr>
        </p:nvSpPr>
        <p:spPr>
          <a:xfrm>
            <a:off x="731838" y="4560888"/>
            <a:ext cx="5851525" cy="4319587"/>
          </a:xfrm>
          <a:prstGeom prst="rect">
            <a:avLst/>
          </a:prstGeom>
          <a:ln/>
        </p:spPr>
        <p:txBody>
          <a:bodyPr lIns="95053" tIns="47527" rIns="95053" bIns="47527"/>
          <a:lstStyle/>
          <a:p>
            <a:pPr eaLnBrk="1" hangingPunct="1">
              <a:defRPr/>
            </a:pPr>
            <a:r>
              <a:rPr lang="en-US" dirty="0">
                <a:cs typeface="+mn-cs"/>
              </a:rPr>
              <a:t>When the child finishes – say, by calling exit, the control is passed back to the OS, which sends a signal to the parent to wake it up. The parent unblocks and joins the Ready queue, so it can be scheduled to complete its execution. The value returned by the child (with the statement return 0 or exit 0) is passed to the parent. </a:t>
            </a:r>
          </a:p>
          <a:p>
            <a:pPr eaLnBrk="1" hangingPunct="1">
              <a:defRPr/>
            </a:pPr>
            <a:endParaRPr lang="en-US" dirty="0">
              <a:cs typeface="+mn-cs"/>
            </a:endParaRPr>
          </a:p>
          <a:p>
            <a:pPr eaLnBrk="1" hangingPunct="1">
              <a:defRPr/>
            </a:pPr>
            <a:r>
              <a:rPr lang="en-US" dirty="0">
                <a:cs typeface="+mn-cs"/>
              </a:rPr>
              <a:t>What if the child calls exit before the parent calls wait? The child enters a zombie state, which basically means  that it’s half alive, maintaining the exit value for the parent until the parent requests it by means of the wait system call. </a:t>
            </a:r>
          </a:p>
          <a:p>
            <a:pPr eaLnBrk="1" hangingPunct="1">
              <a:defRPr/>
            </a:pPr>
            <a:endParaRPr lang="en-US" dirty="0">
              <a:cs typeface="+mn-cs"/>
            </a:endParaRPr>
          </a:p>
          <a:p>
            <a:pPr eaLnBrk="1" hangingPunct="1">
              <a:defRPr/>
            </a:pPr>
            <a:r>
              <a:rPr lang="en-US" dirty="0">
                <a:cs typeface="+mn-cs"/>
              </a:rPr>
              <a:t>If the parent is not alive at the time the child finishes execution, the child simply terminates. </a:t>
            </a:r>
          </a:p>
        </p:txBody>
      </p:sp>
    </p:spTree>
    <p:extLst>
      <p:ext uri="{BB962C8B-B14F-4D97-AF65-F5344CB8AC3E}">
        <p14:creationId xmlns:p14="http://schemas.microsoft.com/office/powerpoint/2010/main" val="849826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Rot="1" noChangeAspect="1" noChangeArrowheads="1" noTextEdit="1"/>
          </p:cNvSpPr>
          <p:nvPr>
            <p:ph type="sldImg"/>
          </p:nvPr>
        </p:nvSpPr>
        <p:spPr bwMode="auto">
          <a:xfrm>
            <a:off x="1257300" y="720725"/>
            <a:ext cx="4802188" cy="3600450"/>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sp>
      <p:sp>
        <p:nvSpPr>
          <p:cNvPr id="910339" name="Rectangle 3"/>
          <p:cNvSpPr>
            <a:spLocks noGrp="1" noChangeArrowheads="1"/>
          </p:cNvSpPr>
          <p:nvPr>
            <p:ph type="body" idx="1"/>
          </p:nvPr>
        </p:nvSpPr>
        <p:spPr>
          <a:xfrm>
            <a:off x="731838" y="4560888"/>
            <a:ext cx="5851525" cy="4319587"/>
          </a:xfrm>
          <a:prstGeom prst="rect">
            <a:avLst/>
          </a:prstGeom>
          <a:ln/>
        </p:spPr>
        <p:txBody>
          <a:bodyPr lIns="95053" tIns="47527" rIns="95053" bIns="47527"/>
          <a:lstStyle/>
          <a:p>
            <a:pPr eaLnBrk="1" hangingPunct="1">
              <a:defRPr/>
            </a:pPr>
            <a:endParaRPr lang="en-US">
              <a:cs typeface="+mn-cs"/>
            </a:endParaRPr>
          </a:p>
        </p:txBody>
      </p:sp>
    </p:spTree>
    <p:extLst>
      <p:ext uri="{BB962C8B-B14F-4D97-AF65-F5344CB8AC3E}">
        <p14:creationId xmlns:p14="http://schemas.microsoft.com/office/powerpoint/2010/main" val="1640147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14690" name="Notes Placeholder 2"/>
          <p:cNvSpPr>
            <a:spLocks noGrp="1"/>
          </p:cNvSpPr>
          <p:nvPr>
            <p:ph type="body" idx="1"/>
          </p:nvPr>
        </p:nvSpPr>
        <p:spPr bwMode="auto">
          <a:xfrm>
            <a:off x="731838" y="4560888"/>
            <a:ext cx="5851525" cy="4319587"/>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16738" name="Notes Placeholder 2"/>
          <p:cNvSpPr>
            <a:spLocks noGrp="1"/>
          </p:cNvSpPr>
          <p:nvPr>
            <p:ph type="body" idx="1"/>
          </p:nvPr>
        </p:nvSpPr>
        <p:spPr bwMode="auto">
          <a:xfrm>
            <a:off x="731838" y="4560888"/>
            <a:ext cx="5851525" cy="4319587"/>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19810" name="Notes Placeholder 2"/>
          <p:cNvSpPr>
            <a:spLocks noGrp="1"/>
          </p:cNvSpPr>
          <p:nvPr>
            <p:ph type="body" idx="1"/>
          </p:nvPr>
        </p:nvSpPr>
        <p:spPr bwMode="auto">
          <a:xfrm>
            <a:off x="731838" y="4560888"/>
            <a:ext cx="5851525" cy="4319587"/>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21858" name="Notes Placeholder 2"/>
          <p:cNvSpPr>
            <a:spLocks noGrp="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t>What would happen if we added another fork to this piece of code?</a:t>
            </a:r>
          </a:p>
          <a:p>
            <a:r>
              <a:rPr lang="en-US"/>
              <a:t>Each of the leaf children would invoke it, so we go one level down in this binary tree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23906" name="Notes Placeholder 2"/>
          <p:cNvSpPr>
            <a:spLocks noGrp="1"/>
          </p:cNvSpPr>
          <p:nvPr>
            <p:ph type="body" idx="1"/>
          </p:nvPr>
        </p:nvSpPr>
        <p:spPr bwMode="auto">
          <a:xfrm>
            <a:off x="731838" y="4560888"/>
            <a:ext cx="5851525" cy="4319587"/>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28002" name="Notes Placeholder 2"/>
          <p:cNvSpPr>
            <a:spLocks noGrp="1"/>
          </p:cNvSpPr>
          <p:nvPr>
            <p:ph type="body" idx="1"/>
          </p:nvPr>
        </p:nvSpPr>
        <p:spPr bwMode="auto">
          <a:xfrm>
            <a:off x="731838" y="4560888"/>
            <a:ext cx="5851525" cy="4319587"/>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30050" name="Notes Placeholder 2"/>
          <p:cNvSpPr>
            <a:spLocks noGrp="1"/>
          </p:cNvSpPr>
          <p:nvPr>
            <p:ph type="body" idx="1"/>
          </p:nvPr>
        </p:nvSpPr>
        <p:spPr bwMode="auto">
          <a:xfrm>
            <a:off x="731838" y="4560888"/>
            <a:ext cx="5851525" cy="4319587"/>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34146" name="Notes Placeholder 2"/>
          <p:cNvSpPr>
            <a:spLocks noGrp="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t>If the name of the executable is a.out, this is how we would invoke it. So our program takes 3 files from the command line: the readme is the file you wrote for your assignment, code.cpp is the code for your assignment, and game.input contains configuration parameters for a game that you shouldn’t be playing during class time. Just kidding. Your C program should behave as follows. For each file in the input list – the main program, which becomes a parent should print the name of the file, then fork a child to process that file. To make it interesting, let’s say that the main program has other things to do while the child finishes executing – we just don</a:t>
            </a:r>
            <a:r>
              <a:rPr lang="fr-FR"/>
              <a:t>’</a:t>
            </a:r>
            <a:r>
              <a:rPr lang="en-US" altLang="ja-JP"/>
              <a:t>t make it do anything while the child completes its work. The child simply displays the contents of the file – we can accomplish this using the handy system command. Once the child is finished, the parent is sent a signal informing it that the child is done. So the parent can proceed to the next file, print out its name, and pass it to a new child for processing. </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Slide Image Placeholder 1"/>
          <p:cNvSpPr>
            <a:spLocks noGrp="1" noRot="1" noChangeAspect="1"/>
          </p:cNvSpPr>
          <p:nvPr>
            <p:ph type="sldImg"/>
          </p:nvPr>
        </p:nvSpPr>
        <p:spPr bwMode="auto">
          <a:xfrm>
            <a:off x="1257300" y="720725"/>
            <a:ext cx="4800600" cy="3600450"/>
          </a:xfrm>
          <a:prstGeom prst="rect">
            <a:avLst/>
          </a:prstGeom>
          <a:noFill/>
          <a:ln w="12700">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36194" name="Notes Placeholder 2"/>
          <p:cNvSpPr>
            <a:spLocks noGrp="1"/>
          </p:cNvSpPr>
          <p:nvPr>
            <p:ph type="body" idx="1"/>
          </p:nvPr>
        </p:nvSpPr>
        <p:spPr bwMode="auto">
          <a:xfrm>
            <a:off x="731838" y="4560888"/>
            <a:ext cx="5851525" cy="4319587"/>
          </a:xfrm>
          <a:prstGeom prst="rect">
            <a:avLst/>
          </a:prstGeo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57410" name="Rectangle 2"/>
          <p:cNvSpPr>
            <a:spLocks noGrp="1" noChangeArrowheads="1"/>
          </p:cNvSpPr>
          <p:nvPr>
            <p:ph type="ctrTitle"/>
          </p:nvPr>
        </p:nvSpPr>
        <p:spPr>
          <a:xfrm>
            <a:off x="685800" y="2130425"/>
            <a:ext cx="7772400" cy="1470025"/>
          </a:xfrm>
        </p:spPr>
        <p:txBody>
          <a:bodyPr/>
          <a:lstStyle>
            <a:lvl1pPr algn="ctr">
              <a:defRPr>
                <a:solidFill>
                  <a:srgbClr val="00004D"/>
                </a:solidFill>
                <a:latin typeface="Calibri" charset="0"/>
                <a:ea typeface="Calibri" charset="0"/>
                <a:cs typeface="Calibri" charset="0"/>
              </a:defRPr>
            </a:lvl1pPr>
          </a:lstStyle>
          <a:p>
            <a:pPr lvl="0"/>
            <a:r>
              <a:rPr lang="en-US" noProof="0" dirty="0"/>
              <a:t>Click to edit Master title style</a:t>
            </a:r>
          </a:p>
        </p:txBody>
      </p:sp>
      <p:sp>
        <p:nvSpPr>
          <p:cNvPr id="657411"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tx1"/>
                </a:solidFill>
                <a:latin typeface="Calibri" charset="0"/>
                <a:ea typeface="Calibri" charset="0"/>
                <a:cs typeface="Calibri" charset="0"/>
              </a:defRPr>
            </a:lvl1pPr>
          </a:lstStyle>
          <a:p>
            <a:pPr lvl="0"/>
            <a:r>
              <a:rPr lang="en-US" noProof="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193830" y="202980"/>
            <a:ext cx="8794745" cy="6858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5" name="Rectangle 3"/>
          <p:cNvSpPr>
            <a:spLocks noGrp="1" noChangeArrowheads="1"/>
          </p:cNvSpPr>
          <p:nvPr>
            <p:ph idx="1"/>
          </p:nvPr>
        </p:nvSpPr>
        <p:spPr bwMode="auto">
          <a:xfrm>
            <a:off x="198075" y="1041180"/>
            <a:ext cx="8828905" cy="5486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59442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5" name="Rectangle 3"/>
          <p:cNvSpPr>
            <a:spLocks noGrp="1" noChangeArrowheads="1"/>
          </p:cNvSpPr>
          <p:nvPr>
            <p:ph type="ctrTitle" sz="quarter"/>
          </p:nvPr>
        </p:nvSpPr>
        <p:spPr>
          <a:xfrm>
            <a:off x="381000" y="2286000"/>
            <a:ext cx="7772400" cy="1143000"/>
          </a:xfrm>
        </p:spPr>
        <p:txBody>
          <a:bodyPr/>
          <a:lstStyle>
            <a:lvl1pPr>
              <a:defRPr/>
            </a:lvl1pPr>
          </a:lstStyle>
          <a:p>
            <a:pPr lvl="0"/>
            <a:r>
              <a:rPr lang="en-US" noProof="0"/>
              <a:t>Click to edit Master title style</a:t>
            </a:r>
          </a:p>
        </p:txBody>
      </p:sp>
      <p:sp>
        <p:nvSpPr>
          <p:cNvPr id="3076" name="Rectangle 4"/>
          <p:cNvSpPr>
            <a:spLocks noGrp="1" noChangeArrowheads="1"/>
          </p:cNvSpPr>
          <p:nvPr>
            <p:ph type="subTitle" sz="quarter" idx="1"/>
          </p:nvPr>
        </p:nvSpPr>
        <p:spPr>
          <a:xfrm>
            <a:off x="1371600" y="3886200"/>
            <a:ext cx="6400800" cy="1752600"/>
          </a:xfrm>
        </p:spPr>
        <p:txBody>
          <a:bodyPr/>
          <a:lstStyle>
            <a:lvl1pPr marL="0" indent="0" algn="ctr">
              <a:buFont typeface="Monotype Sorts" charset="0"/>
              <a:buNone/>
              <a:defRPr/>
            </a:lvl1pPr>
          </a:lstStyle>
          <a:p>
            <a:pPr lvl="0"/>
            <a:r>
              <a:rPr lang="en-US" noProof="0"/>
              <a:t>Click to edit Master subtitle style</a:t>
            </a:r>
          </a:p>
        </p:txBody>
      </p:sp>
      <p:sp>
        <p:nvSpPr>
          <p:cNvPr id="4" name="Rectangle 7"/>
          <p:cNvSpPr>
            <a:spLocks noGrp="1" noChangeArrowheads="1"/>
          </p:cNvSpPr>
          <p:nvPr>
            <p:ph type="sldNum" sz="quarter" idx="10"/>
          </p:nvPr>
        </p:nvSpPr>
        <p:spPr>
          <a:xfrm>
            <a:off x="6858000" y="6248400"/>
            <a:ext cx="1905000" cy="457200"/>
          </a:xfrm>
          <a:extLst>
            <a:ext uri="{909E8E84-426E-40dd-AFC4-6F175D3DCCD1}">
              <a14:hiddenFill xmlns:a14="http://schemas.microsoft.com/office/drawing/2010/main" xmlns="">
                <a:solidFill>
                  <a:schemeClr val="accent1"/>
                </a:solidFill>
              </a14:hiddenFill>
            </a:ext>
          </a:extLst>
        </p:spPr>
        <p:txBody>
          <a:bodyPr/>
          <a:lstStyle>
            <a:lvl1pPr>
              <a:defRPr>
                <a:solidFill>
                  <a:srgbClr val="FFFFFF"/>
                </a:solidFill>
              </a:defRPr>
            </a:lvl1pPr>
          </a:lstStyle>
          <a:p>
            <a:pPr>
              <a:defRPr/>
            </a:pPr>
            <a:fld id="{B712FDA3-86ED-F74D-B0F2-D2B944DA3A7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DFC895FC-3311-3447-AC0F-6BB3B51992D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bwMode="auto">
          <a:xfrm>
            <a:off x="193830" y="202980"/>
            <a:ext cx="8794745" cy="6858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63491" name="Rectangle 3"/>
          <p:cNvSpPr>
            <a:spLocks noGrp="1" noChangeArrowheads="1"/>
          </p:cNvSpPr>
          <p:nvPr>
            <p:ph type="body" idx="1"/>
          </p:nvPr>
        </p:nvSpPr>
        <p:spPr bwMode="auto">
          <a:xfrm>
            <a:off x="198075" y="1041180"/>
            <a:ext cx="8828905" cy="5486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lt1" tx1="dk1" bg2="lt2" tx2="dk2" accent1="accent1" accent2="accent2" accent3="accent3" accent4="accent4" accent5="accent5" accent6="accent6" hlink="hlink" folHlink="folHlink"/>
  <p:sldLayoutIdLst>
    <p:sldLayoutId id="2147483650" r:id="rId1"/>
    <p:sldLayoutId id="2147483653" r:id="rId2"/>
  </p:sldLayoutIdLst>
  <p:hf hdr="0" ftr="0" dt="0"/>
  <p:txStyles>
    <p:titleStyle>
      <a:lvl1pPr algn="ctr" rtl="0" eaLnBrk="0" fontAlgn="base" hangingPunct="0">
        <a:spcBef>
          <a:spcPct val="0"/>
        </a:spcBef>
        <a:spcAft>
          <a:spcPct val="0"/>
        </a:spcAft>
        <a:defRPr sz="3600" b="1">
          <a:solidFill>
            <a:schemeClr val="accent2">
              <a:lumMod val="75000"/>
            </a:schemeClr>
          </a:solidFill>
          <a:latin typeface="+mn-lt"/>
          <a:ea typeface="+mj-ea"/>
          <a:cs typeface="+mj-cs"/>
        </a:defRPr>
      </a:lvl1pPr>
      <a:lvl2pPr algn="l" rtl="0" eaLnBrk="0" fontAlgn="base" hangingPunct="0">
        <a:spcBef>
          <a:spcPct val="0"/>
        </a:spcBef>
        <a:spcAft>
          <a:spcPct val="0"/>
        </a:spcAft>
        <a:defRPr sz="3600" b="1">
          <a:solidFill>
            <a:schemeClr val="tx1"/>
          </a:solidFill>
          <a:latin typeface="Helvetica" charset="0"/>
          <a:ea typeface="ＭＳ Ｐゴシック" charset="0"/>
        </a:defRPr>
      </a:lvl2pPr>
      <a:lvl3pPr algn="l" rtl="0" eaLnBrk="0" fontAlgn="base" hangingPunct="0">
        <a:spcBef>
          <a:spcPct val="0"/>
        </a:spcBef>
        <a:spcAft>
          <a:spcPct val="0"/>
        </a:spcAft>
        <a:defRPr sz="3600" b="1">
          <a:solidFill>
            <a:schemeClr val="tx1"/>
          </a:solidFill>
          <a:latin typeface="Helvetica" charset="0"/>
          <a:ea typeface="ＭＳ Ｐゴシック" charset="0"/>
        </a:defRPr>
      </a:lvl3pPr>
      <a:lvl4pPr algn="l" rtl="0" eaLnBrk="0" fontAlgn="base" hangingPunct="0">
        <a:spcBef>
          <a:spcPct val="0"/>
        </a:spcBef>
        <a:spcAft>
          <a:spcPct val="0"/>
        </a:spcAft>
        <a:defRPr sz="3600" b="1">
          <a:solidFill>
            <a:schemeClr val="tx1"/>
          </a:solidFill>
          <a:latin typeface="Helvetica" charset="0"/>
          <a:ea typeface="ＭＳ Ｐゴシック" charset="0"/>
        </a:defRPr>
      </a:lvl4pPr>
      <a:lvl5pPr algn="l" rtl="0" eaLnBrk="0" fontAlgn="base" hangingPunct="0">
        <a:spcBef>
          <a:spcPct val="0"/>
        </a:spcBef>
        <a:spcAft>
          <a:spcPct val="0"/>
        </a:spcAft>
        <a:defRPr sz="3600" b="1">
          <a:solidFill>
            <a:schemeClr val="tx1"/>
          </a:solidFill>
          <a:latin typeface="Helvetica" charset="0"/>
          <a:ea typeface="ＭＳ Ｐゴシック" charset="0"/>
        </a:defRPr>
      </a:lvl5pPr>
      <a:lvl6pPr marL="457200" algn="l" rtl="0" eaLnBrk="0" fontAlgn="base" hangingPunct="0">
        <a:spcBef>
          <a:spcPct val="0"/>
        </a:spcBef>
        <a:spcAft>
          <a:spcPct val="0"/>
        </a:spcAft>
        <a:defRPr sz="3600" b="1">
          <a:solidFill>
            <a:schemeClr val="tx1"/>
          </a:solidFill>
          <a:latin typeface="Helvetica" charset="0"/>
          <a:ea typeface="ＭＳ Ｐゴシック" charset="0"/>
        </a:defRPr>
      </a:lvl6pPr>
      <a:lvl7pPr marL="914400" algn="l" rtl="0" eaLnBrk="0" fontAlgn="base" hangingPunct="0">
        <a:spcBef>
          <a:spcPct val="0"/>
        </a:spcBef>
        <a:spcAft>
          <a:spcPct val="0"/>
        </a:spcAft>
        <a:defRPr sz="3600" b="1">
          <a:solidFill>
            <a:schemeClr val="tx1"/>
          </a:solidFill>
          <a:latin typeface="Helvetica" charset="0"/>
          <a:ea typeface="ＭＳ Ｐゴシック" charset="0"/>
        </a:defRPr>
      </a:lvl7pPr>
      <a:lvl8pPr marL="1371600" algn="l" rtl="0" eaLnBrk="0" fontAlgn="base" hangingPunct="0">
        <a:spcBef>
          <a:spcPct val="0"/>
        </a:spcBef>
        <a:spcAft>
          <a:spcPct val="0"/>
        </a:spcAft>
        <a:defRPr sz="3600" b="1">
          <a:solidFill>
            <a:schemeClr val="tx1"/>
          </a:solidFill>
          <a:latin typeface="Helvetica" charset="0"/>
          <a:ea typeface="ＭＳ Ｐゴシック" charset="0"/>
        </a:defRPr>
      </a:lvl8pPr>
      <a:lvl9pPr marL="1828800" algn="l" rtl="0" eaLnBrk="0" fontAlgn="base" hangingPunct="0">
        <a:spcBef>
          <a:spcPct val="0"/>
        </a:spcBef>
        <a:spcAft>
          <a:spcPct val="0"/>
        </a:spcAft>
        <a:defRPr sz="3600" b="1">
          <a:solidFill>
            <a:schemeClr val="tx1"/>
          </a:solidFill>
          <a:latin typeface="Helvetica" charset="0"/>
          <a:ea typeface="ＭＳ Ｐゴシック" charset="0"/>
        </a:defRPr>
      </a:lvl9pPr>
    </p:titleStyle>
    <p:bodyStyle>
      <a:lvl1pPr marL="315278" indent="-315278" algn="l" rtl="0" eaLnBrk="0" fontAlgn="base" hangingPunct="0">
        <a:spcBef>
          <a:spcPct val="50000"/>
        </a:spcBef>
        <a:spcAft>
          <a:spcPct val="0"/>
        </a:spcAft>
        <a:buSzPct val="60000"/>
        <a:buFont typeface="Wingdings" charset="2"/>
        <a:buChar char="q"/>
        <a:defRPr sz="2800">
          <a:solidFill>
            <a:schemeClr val="accent6">
              <a:lumMod val="90000"/>
              <a:lumOff val="10000"/>
            </a:schemeClr>
          </a:solidFill>
          <a:latin typeface="Calibri" charset="0"/>
          <a:ea typeface="Calibri" charset="0"/>
          <a:cs typeface="Calibri" charset="0"/>
        </a:defRPr>
      </a:lvl1pPr>
      <a:lvl2pPr marL="655003" indent="-315278" algn="l" rtl="0" eaLnBrk="0" fontAlgn="base" hangingPunct="0">
        <a:spcBef>
          <a:spcPct val="10000"/>
        </a:spcBef>
        <a:spcAft>
          <a:spcPct val="0"/>
        </a:spcAft>
        <a:buFont typeface="Helvetica" charset="0"/>
        <a:buChar char="–"/>
        <a:defRPr sz="2400">
          <a:solidFill>
            <a:schemeClr val="tx1"/>
          </a:solidFill>
          <a:latin typeface="+mn-lt"/>
          <a:ea typeface="Arial" charset="0"/>
          <a:cs typeface="+mn-cs"/>
        </a:defRPr>
      </a:lvl2pPr>
      <a:lvl3pPr marL="911225" indent="-233363" algn="l" rtl="0" eaLnBrk="0" fontAlgn="base" hangingPunct="0">
        <a:spcBef>
          <a:spcPct val="10000"/>
        </a:spcBef>
        <a:spcAft>
          <a:spcPct val="0"/>
        </a:spcAft>
        <a:buFont typeface="Wingdings" charset="0"/>
        <a:buChar char=""/>
        <a:defRPr sz="2000">
          <a:solidFill>
            <a:schemeClr val="tx1"/>
          </a:solidFill>
          <a:latin typeface="+mn-lt"/>
          <a:ea typeface="Arial" charset="0"/>
          <a:cs typeface="+mn-cs"/>
        </a:defRPr>
      </a:lvl3pPr>
      <a:lvl4pPr marL="1258888" indent="-233363" algn="l" rtl="0" eaLnBrk="0" fontAlgn="base" hangingPunct="0">
        <a:spcBef>
          <a:spcPct val="10000"/>
        </a:spcBef>
        <a:spcAft>
          <a:spcPct val="0"/>
        </a:spcAft>
        <a:buChar char="•"/>
        <a:defRPr sz="2000">
          <a:solidFill>
            <a:schemeClr val="accent2"/>
          </a:solidFill>
          <a:latin typeface="+mj-lt"/>
          <a:ea typeface="Arial" charset="0"/>
          <a:cs typeface="+mn-cs"/>
        </a:defRPr>
      </a:lvl4pPr>
      <a:lvl5pPr marL="1597025" indent="-223838" algn="l" rtl="0" eaLnBrk="0" fontAlgn="base" hangingPunct="0">
        <a:spcBef>
          <a:spcPct val="10000"/>
        </a:spcBef>
        <a:spcAft>
          <a:spcPct val="0"/>
        </a:spcAft>
        <a:buChar char="•"/>
        <a:defRPr sz="2000">
          <a:solidFill>
            <a:schemeClr val="tx1"/>
          </a:solidFill>
          <a:latin typeface="+mj-lt"/>
          <a:ea typeface="Arial" charset="0"/>
          <a:cs typeface="+mn-cs"/>
        </a:defRPr>
      </a:lvl5pPr>
      <a:lvl6pPr marL="2054225" indent="-223838" algn="l" rtl="0" eaLnBrk="0" fontAlgn="base" hangingPunct="0">
        <a:spcBef>
          <a:spcPct val="10000"/>
        </a:spcBef>
        <a:spcAft>
          <a:spcPct val="0"/>
        </a:spcAft>
        <a:buChar char="•"/>
        <a:defRPr sz="2000">
          <a:solidFill>
            <a:schemeClr val="tx1"/>
          </a:solidFill>
          <a:latin typeface="+mj-lt"/>
          <a:ea typeface="Arial" charset="0"/>
          <a:cs typeface="+mn-cs"/>
        </a:defRPr>
      </a:lvl6pPr>
      <a:lvl7pPr marL="2511425" indent="-223838" algn="l" rtl="0" eaLnBrk="0" fontAlgn="base" hangingPunct="0">
        <a:spcBef>
          <a:spcPct val="10000"/>
        </a:spcBef>
        <a:spcAft>
          <a:spcPct val="0"/>
        </a:spcAft>
        <a:buChar char="•"/>
        <a:defRPr sz="2000">
          <a:solidFill>
            <a:schemeClr val="tx1"/>
          </a:solidFill>
          <a:latin typeface="+mj-lt"/>
          <a:ea typeface="Arial" charset="0"/>
          <a:cs typeface="+mn-cs"/>
        </a:defRPr>
      </a:lvl7pPr>
      <a:lvl8pPr marL="2968625" indent="-223838" algn="l" rtl="0" eaLnBrk="0" fontAlgn="base" hangingPunct="0">
        <a:spcBef>
          <a:spcPct val="10000"/>
        </a:spcBef>
        <a:spcAft>
          <a:spcPct val="0"/>
        </a:spcAft>
        <a:buChar char="•"/>
        <a:defRPr sz="2000">
          <a:solidFill>
            <a:schemeClr val="tx1"/>
          </a:solidFill>
          <a:latin typeface="+mj-lt"/>
          <a:ea typeface="Arial" charset="0"/>
          <a:cs typeface="+mn-cs"/>
        </a:defRPr>
      </a:lvl8pPr>
      <a:lvl9pPr marL="3425825" indent="-223838" algn="l" rtl="0" eaLnBrk="0" fontAlgn="base" hangingPunct="0">
        <a:spcBef>
          <a:spcPct val="10000"/>
        </a:spcBef>
        <a:spcAft>
          <a:spcPct val="0"/>
        </a:spcAft>
        <a:buChar char="•"/>
        <a:defRPr sz="2000">
          <a:solidFill>
            <a:schemeClr val="tx1"/>
          </a:solidFill>
          <a:latin typeface="+mj-lt"/>
          <a:ea typeface="Arial" charset="0"/>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bwMode="auto">
          <a:xfrm>
            <a:off x="76200" y="177800"/>
            <a:ext cx="8839200" cy="5969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body" idx="1"/>
          </p:nvPr>
        </p:nvSpPr>
        <p:spPr bwMode="auto">
          <a:xfrm>
            <a:off x="76200" y="990600"/>
            <a:ext cx="8915400" cy="56388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1" name="Rectangle 7"/>
          <p:cNvSpPr>
            <a:spLocks noGrp="1" noChangeArrowheads="1"/>
          </p:cNvSpPr>
          <p:nvPr>
            <p:ph type="sldNum" sz="quarter" idx="4"/>
          </p:nvPr>
        </p:nvSpPr>
        <p:spPr bwMode="auto">
          <a:xfrm>
            <a:off x="8839200" y="6553200"/>
            <a:ext cx="304800" cy="3048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E0CFCA"/>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none" lIns="92075" tIns="46038" rIns="92075" bIns="46038" numCol="1" anchor="ctr" anchorCtr="0" compatLnSpc="1">
            <a:prstTxWarp prst="textNoShape">
              <a:avLst/>
            </a:prstTxWarp>
          </a:bodyPr>
          <a:lstStyle>
            <a:lvl1pPr algn="r" eaLnBrk="0" hangingPunct="0">
              <a:defRPr sz="1400">
                <a:solidFill>
                  <a:srgbClr val="000000"/>
                </a:solidFill>
                <a:latin typeface="Calibri"/>
                <a:cs typeface="Calibri"/>
              </a:defRPr>
            </a:lvl1pPr>
          </a:lstStyle>
          <a:p>
            <a:pPr>
              <a:defRPr/>
            </a:pPr>
            <a:fld id="{F258C322-B795-1C48-939C-2FEF7BCC5051}" type="slidenum">
              <a:rPr lang="en-US" b="0"/>
              <a:pPr>
                <a:defRPr/>
              </a:pPr>
              <a:t>‹#›</a:t>
            </a:fld>
            <a:endParaRPr lang="en-US" b="0"/>
          </a:p>
        </p:txBody>
      </p:sp>
    </p:spTree>
    <p:extLst>
      <p:ext uri="{BB962C8B-B14F-4D97-AF65-F5344CB8AC3E}">
        <p14:creationId xmlns:p14="http://schemas.microsoft.com/office/powerpoint/2010/main" val="1943030095"/>
      </p:ext>
    </p:extLst>
  </p:cSld>
  <p:clrMap bg1="dk2" tx1="lt1" bg2="dk1" tx2="lt2" accent1="accent1" accent2="accent2" accent3="accent3" accent4="accent4" accent5="accent5" accent6="accent6" hlink="hlink" folHlink="folHlink"/>
  <p:sldLayoutIdLst>
    <p:sldLayoutId id="2147483655" r:id="rId1"/>
    <p:sldLayoutId id="2147483656" r:id="rId2"/>
  </p:sldLayoutIdLst>
  <p:hf hdr="0" ftr="0" dt="0"/>
  <p:txStyles>
    <p:titleStyle>
      <a:lvl1pPr algn="l" rtl="0" eaLnBrk="0" fontAlgn="base" hangingPunct="0">
        <a:spcBef>
          <a:spcPct val="0"/>
        </a:spcBef>
        <a:spcAft>
          <a:spcPct val="0"/>
        </a:spcAft>
        <a:defRPr sz="3700">
          <a:solidFill>
            <a:srgbClr val="000000"/>
          </a:solidFill>
          <a:latin typeface="Calibri"/>
          <a:ea typeface="+mj-ea"/>
          <a:cs typeface="Calibri"/>
        </a:defRPr>
      </a:lvl1pPr>
      <a:lvl2pPr algn="l" rtl="0" eaLnBrk="0" fontAlgn="base" hangingPunct="0">
        <a:spcBef>
          <a:spcPct val="0"/>
        </a:spcBef>
        <a:spcAft>
          <a:spcPct val="0"/>
        </a:spcAft>
        <a:defRPr sz="3700">
          <a:solidFill>
            <a:srgbClr val="000000"/>
          </a:solidFill>
          <a:latin typeface="Calibri" charset="0"/>
          <a:ea typeface="ＭＳ Ｐゴシック" charset="0"/>
        </a:defRPr>
      </a:lvl2pPr>
      <a:lvl3pPr algn="l" rtl="0" eaLnBrk="0" fontAlgn="base" hangingPunct="0">
        <a:spcBef>
          <a:spcPct val="0"/>
        </a:spcBef>
        <a:spcAft>
          <a:spcPct val="0"/>
        </a:spcAft>
        <a:defRPr sz="3700">
          <a:solidFill>
            <a:srgbClr val="000000"/>
          </a:solidFill>
          <a:latin typeface="Calibri" charset="0"/>
          <a:ea typeface="ＭＳ Ｐゴシック" charset="0"/>
        </a:defRPr>
      </a:lvl3pPr>
      <a:lvl4pPr algn="l" rtl="0" eaLnBrk="0" fontAlgn="base" hangingPunct="0">
        <a:spcBef>
          <a:spcPct val="0"/>
        </a:spcBef>
        <a:spcAft>
          <a:spcPct val="0"/>
        </a:spcAft>
        <a:defRPr sz="3700">
          <a:solidFill>
            <a:srgbClr val="000000"/>
          </a:solidFill>
          <a:latin typeface="Calibri" charset="0"/>
          <a:ea typeface="ＭＳ Ｐゴシック" charset="0"/>
        </a:defRPr>
      </a:lvl4pPr>
      <a:lvl5pPr algn="l" rtl="0" eaLnBrk="0" fontAlgn="base" hangingPunct="0">
        <a:spcBef>
          <a:spcPct val="0"/>
        </a:spcBef>
        <a:spcAft>
          <a:spcPct val="0"/>
        </a:spcAft>
        <a:defRPr sz="3700">
          <a:solidFill>
            <a:srgbClr val="000000"/>
          </a:solidFill>
          <a:latin typeface="Calibri" charset="0"/>
          <a:ea typeface="ＭＳ Ｐゴシック" charset="0"/>
        </a:defRPr>
      </a:lvl5pPr>
      <a:lvl6pPr marL="457200" algn="l" rtl="0" fontAlgn="base">
        <a:spcBef>
          <a:spcPct val="0"/>
        </a:spcBef>
        <a:spcAft>
          <a:spcPct val="0"/>
        </a:spcAft>
        <a:defRPr sz="3700">
          <a:solidFill>
            <a:srgbClr val="000000"/>
          </a:solidFill>
          <a:latin typeface="Times New Roman" charset="0"/>
          <a:ea typeface="ＭＳ Ｐゴシック" charset="0"/>
        </a:defRPr>
      </a:lvl6pPr>
      <a:lvl7pPr marL="914400" algn="l" rtl="0" fontAlgn="base">
        <a:spcBef>
          <a:spcPct val="0"/>
        </a:spcBef>
        <a:spcAft>
          <a:spcPct val="0"/>
        </a:spcAft>
        <a:defRPr sz="3700">
          <a:solidFill>
            <a:srgbClr val="000000"/>
          </a:solidFill>
          <a:latin typeface="Times New Roman" charset="0"/>
          <a:ea typeface="ＭＳ Ｐゴシック" charset="0"/>
        </a:defRPr>
      </a:lvl7pPr>
      <a:lvl8pPr marL="1371600" algn="l" rtl="0" fontAlgn="base">
        <a:spcBef>
          <a:spcPct val="0"/>
        </a:spcBef>
        <a:spcAft>
          <a:spcPct val="0"/>
        </a:spcAft>
        <a:defRPr sz="3700">
          <a:solidFill>
            <a:srgbClr val="000000"/>
          </a:solidFill>
          <a:latin typeface="Times New Roman" charset="0"/>
          <a:ea typeface="ＭＳ Ｐゴシック" charset="0"/>
        </a:defRPr>
      </a:lvl8pPr>
      <a:lvl9pPr marL="1828800" algn="l" rtl="0" fontAlgn="base">
        <a:spcBef>
          <a:spcPct val="0"/>
        </a:spcBef>
        <a:spcAft>
          <a:spcPct val="0"/>
        </a:spcAft>
        <a:defRPr sz="3700">
          <a:solidFill>
            <a:srgbClr val="000000"/>
          </a:solidFill>
          <a:latin typeface="Times New Roman" charset="0"/>
          <a:ea typeface="ＭＳ Ｐゴシック" charset="0"/>
        </a:defRPr>
      </a:lvl9pPr>
    </p:titleStyle>
    <p:bodyStyle>
      <a:lvl1pPr marL="342900" indent="-342900" algn="l" rtl="0" eaLnBrk="0" fontAlgn="base" hangingPunct="0">
        <a:spcBef>
          <a:spcPct val="20000"/>
        </a:spcBef>
        <a:spcAft>
          <a:spcPct val="0"/>
        </a:spcAft>
        <a:buClr>
          <a:schemeClr val="accent2"/>
        </a:buClr>
        <a:buSzPct val="50000"/>
        <a:buFont typeface="Monotype Sorts" charset="0"/>
        <a:buChar char="n"/>
        <a:defRPr sz="2600">
          <a:solidFill>
            <a:schemeClr val="bg1"/>
          </a:solidFill>
          <a:latin typeface="Calibri"/>
          <a:ea typeface="+mn-ea"/>
          <a:cs typeface="Calibri"/>
        </a:defRPr>
      </a:lvl1pPr>
      <a:lvl2pPr marL="742950" indent="-285750" algn="l" rtl="0" eaLnBrk="0" fontAlgn="base" hangingPunct="0">
        <a:spcBef>
          <a:spcPct val="20000"/>
        </a:spcBef>
        <a:spcAft>
          <a:spcPct val="0"/>
        </a:spcAft>
        <a:buClr>
          <a:schemeClr val="accent2"/>
        </a:buClr>
        <a:buChar char="-"/>
        <a:defRPr sz="2400">
          <a:solidFill>
            <a:srgbClr val="0F0C19"/>
          </a:solidFill>
          <a:latin typeface="Calibri"/>
          <a:ea typeface="+mn-ea"/>
          <a:cs typeface="Calibri"/>
        </a:defRPr>
      </a:lvl2pPr>
      <a:lvl3pPr marL="1143000" indent="-228600" algn="l" rtl="0" eaLnBrk="0" fontAlgn="base" hangingPunct="0">
        <a:spcBef>
          <a:spcPct val="20000"/>
        </a:spcBef>
        <a:spcAft>
          <a:spcPct val="0"/>
        </a:spcAft>
        <a:buClr>
          <a:schemeClr val="accent2"/>
        </a:buClr>
        <a:buSzPct val="50000"/>
        <a:buFont typeface="Monotype Sorts" charset="0"/>
        <a:buChar char="l"/>
        <a:defRPr sz="2000">
          <a:solidFill>
            <a:srgbClr val="0F0C19"/>
          </a:solidFill>
          <a:latin typeface="Calibri"/>
          <a:ea typeface="+mn-ea"/>
          <a:cs typeface="Calibri"/>
        </a:defRPr>
      </a:lvl3pPr>
      <a:lvl4pPr marL="1600200" indent="-228600" algn="l" rtl="0" eaLnBrk="0" fontAlgn="base" hangingPunct="0">
        <a:spcBef>
          <a:spcPct val="20000"/>
        </a:spcBef>
        <a:spcAft>
          <a:spcPct val="0"/>
        </a:spcAft>
        <a:buClr>
          <a:schemeClr val="accent2"/>
        </a:buClr>
        <a:buSzPct val="50000"/>
        <a:buFont typeface="Monotype Sorts" charset="0"/>
        <a:buChar char="n"/>
        <a:defRPr sz="2000">
          <a:solidFill>
            <a:srgbClr val="0F0C19"/>
          </a:solidFill>
          <a:latin typeface="Calibri"/>
          <a:ea typeface="+mn-ea"/>
          <a:cs typeface="Calibri"/>
        </a:defRPr>
      </a:lvl4pPr>
      <a:lvl5pPr marL="2057400" indent="-228600" algn="l" rtl="0" eaLnBrk="0" fontAlgn="base" hangingPunct="0">
        <a:spcBef>
          <a:spcPct val="20000"/>
        </a:spcBef>
        <a:spcAft>
          <a:spcPct val="0"/>
        </a:spcAft>
        <a:buClr>
          <a:schemeClr val="accent2"/>
        </a:buClr>
        <a:buChar char="–"/>
        <a:defRPr sz="2000">
          <a:solidFill>
            <a:srgbClr val="0F0C19"/>
          </a:solidFill>
          <a:latin typeface="Calibri"/>
          <a:ea typeface="+mn-ea"/>
          <a:cs typeface="Calibri"/>
        </a:defRPr>
      </a:lvl5pPr>
      <a:lvl6pPr marL="2514600" indent="-228600" algn="l" rtl="0" fontAlgn="base">
        <a:spcBef>
          <a:spcPct val="20000"/>
        </a:spcBef>
        <a:spcAft>
          <a:spcPct val="0"/>
        </a:spcAft>
        <a:buClr>
          <a:schemeClr val="accent2"/>
        </a:buClr>
        <a:buChar char="–"/>
        <a:defRPr sz="2000">
          <a:solidFill>
            <a:srgbClr val="0F0C19"/>
          </a:solidFill>
          <a:latin typeface="+mn-lt"/>
          <a:ea typeface="+mn-ea"/>
        </a:defRPr>
      </a:lvl6pPr>
      <a:lvl7pPr marL="2971800" indent="-228600" algn="l" rtl="0" fontAlgn="base">
        <a:spcBef>
          <a:spcPct val="20000"/>
        </a:spcBef>
        <a:spcAft>
          <a:spcPct val="0"/>
        </a:spcAft>
        <a:buClr>
          <a:schemeClr val="accent2"/>
        </a:buClr>
        <a:buChar char="–"/>
        <a:defRPr sz="2000">
          <a:solidFill>
            <a:srgbClr val="0F0C19"/>
          </a:solidFill>
          <a:latin typeface="+mn-lt"/>
          <a:ea typeface="+mn-ea"/>
        </a:defRPr>
      </a:lvl7pPr>
      <a:lvl8pPr marL="3429000" indent="-228600" algn="l" rtl="0" fontAlgn="base">
        <a:spcBef>
          <a:spcPct val="20000"/>
        </a:spcBef>
        <a:spcAft>
          <a:spcPct val="0"/>
        </a:spcAft>
        <a:buClr>
          <a:schemeClr val="accent2"/>
        </a:buClr>
        <a:buChar char="–"/>
        <a:defRPr sz="2000">
          <a:solidFill>
            <a:srgbClr val="0F0C19"/>
          </a:solidFill>
          <a:latin typeface="+mn-lt"/>
          <a:ea typeface="+mn-ea"/>
        </a:defRPr>
      </a:lvl8pPr>
      <a:lvl9pPr marL="3886200" indent="-228600" algn="l" rtl="0" fontAlgn="base">
        <a:spcBef>
          <a:spcPct val="20000"/>
        </a:spcBef>
        <a:spcAft>
          <a:spcPct val="0"/>
        </a:spcAft>
        <a:buClr>
          <a:schemeClr val="accent2"/>
        </a:buClr>
        <a:buChar char="–"/>
        <a:defRPr sz="2000">
          <a:solidFill>
            <a:srgbClr val="0F0C19"/>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notesSlide" Target="../notesSlides/notesSlide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slideLayout" Target="../slideLayouts/slideLayout2.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FC50E-37B7-18FC-A1B9-60796D48279D}"/>
              </a:ext>
            </a:extLst>
          </p:cNvPr>
          <p:cNvSpPr>
            <a:spLocks noGrp="1"/>
          </p:cNvSpPr>
          <p:nvPr>
            <p:ph type="title"/>
          </p:nvPr>
        </p:nvSpPr>
        <p:spPr>
          <a:xfrm>
            <a:off x="174627" y="2743200"/>
            <a:ext cx="8794745" cy="685800"/>
          </a:xfrm>
        </p:spPr>
        <p:txBody>
          <a:bodyPr/>
          <a:lstStyle/>
          <a:p>
            <a:r>
              <a:rPr lang="en-IN" dirty="0"/>
              <a:t>Process Creation</a:t>
            </a:r>
          </a:p>
        </p:txBody>
      </p:sp>
    </p:spTree>
    <p:extLst>
      <p:ext uri="{BB962C8B-B14F-4D97-AF65-F5344CB8AC3E}">
        <p14:creationId xmlns:p14="http://schemas.microsoft.com/office/powerpoint/2010/main" val="1612565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p:cNvSpPr>
            <a:spLocks noGrp="1" noChangeArrowheads="1"/>
          </p:cNvSpPr>
          <p:nvPr>
            <p:ph type="title"/>
          </p:nvPr>
        </p:nvSpPr>
        <p:spPr/>
        <p:txBody>
          <a:bodyPr/>
          <a:lstStyle/>
          <a:p>
            <a:pPr algn="ctr" eaLnBrk="1" hangingPunct="1">
              <a:defRPr/>
            </a:pPr>
            <a:r>
              <a:rPr lang="en-US" dirty="0"/>
              <a:t>Recap: Process Identifiers</a:t>
            </a:r>
            <a:endParaRPr lang="en-US" dirty="0">
              <a:solidFill>
                <a:srgbClr val="CC3300"/>
              </a:solidFill>
            </a:endParaRPr>
          </a:p>
        </p:txBody>
      </p:sp>
      <p:sp>
        <p:nvSpPr>
          <p:cNvPr id="854019" name="Rectangle 3"/>
          <p:cNvSpPr>
            <a:spLocks noGrp="1" noChangeArrowheads="1"/>
          </p:cNvSpPr>
          <p:nvPr>
            <p:ph type="body" idx="1"/>
          </p:nvPr>
        </p:nvSpPr>
        <p:spPr>
          <a:xfrm>
            <a:off x="76200" y="1000125"/>
            <a:ext cx="8797160" cy="1199915"/>
          </a:xfrm>
        </p:spPr>
        <p:txBody>
          <a:bodyPr/>
          <a:lstStyle/>
          <a:p>
            <a:pPr eaLnBrk="1" hangingPunct="1">
              <a:buFont typeface="Wingdings" charset="2"/>
              <a:buChar char="q"/>
              <a:defRPr/>
            </a:pPr>
            <a:r>
              <a:rPr lang="en-US" sz="2400" dirty="0">
                <a:solidFill>
                  <a:srgbClr val="000000"/>
                </a:solidFill>
              </a:rPr>
              <a:t>Each process in the system has a unique identifier</a:t>
            </a:r>
          </a:p>
          <a:p>
            <a:pPr eaLnBrk="1" hangingPunct="1">
              <a:spcBef>
                <a:spcPts val="600"/>
              </a:spcBef>
              <a:buFont typeface="Wingdings" charset="2"/>
              <a:buChar char="q"/>
              <a:defRPr/>
            </a:pPr>
            <a:r>
              <a:rPr lang="en-US" sz="2400" dirty="0">
                <a:solidFill>
                  <a:srgbClr val="000000"/>
                </a:solidFill>
              </a:rPr>
              <a:t>What does this code print out?</a:t>
            </a:r>
          </a:p>
          <a:p>
            <a:pPr eaLnBrk="1" hangingPunct="1">
              <a:spcBef>
                <a:spcPts val="600"/>
              </a:spcBef>
              <a:buFont typeface="Wingdings" charset="2"/>
              <a:buChar char="q"/>
              <a:defRPr/>
            </a:pPr>
            <a:endParaRPr lang="en-US" sz="2400" dirty="0">
              <a:solidFill>
                <a:srgbClr val="000000"/>
              </a:solidFill>
            </a:endParaRPr>
          </a:p>
          <a:p>
            <a:pPr eaLnBrk="1" hangingPunct="1">
              <a:spcBef>
                <a:spcPts val="600"/>
              </a:spcBef>
              <a:buFont typeface="Wingdings" charset="2"/>
              <a:buChar char="q"/>
              <a:defRPr/>
            </a:pPr>
            <a:endParaRPr lang="en-US" sz="2400" dirty="0">
              <a:solidFill>
                <a:srgbClr val="000000"/>
              </a:solidFill>
            </a:endParaRPr>
          </a:p>
          <a:p>
            <a:pPr eaLnBrk="1" hangingPunct="1">
              <a:spcBef>
                <a:spcPts val="600"/>
              </a:spcBef>
              <a:buFont typeface="Wingdings" charset="2"/>
              <a:buChar char="q"/>
              <a:defRPr/>
            </a:pPr>
            <a:endParaRPr lang="en-US" sz="2400" dirty="0">
              <a:solidFill>
                <a:srgbClr val="000000"/>
              </a:solidFill>
            </a:endParaRPr>
          </a:p>
          <a:p>
            <a:pPr eaLnBrk="1" hangingPunct="1">
              <a:spcBef>
                <a:spcPts val="600"/>
              </a:spcBef>
              <a:buFont typeface="Wingdings" charset="2"/>
              <a:buChar char="q"/>
              <a:defRPr/>
            </a:pPr>
            <a:endParaRPr lang="en-US" sz="2400" dirty="0">
              <a:solidFill>
                <a:srgbClr val="000000"/>
              </a:solidFill>
            </a:endParaRPr>
          </a:p>
          <a:p>
            <a:pPr eaLnBrk="1" hangingPunct="1">
              <a:spcBef>
                <a:spcPts val="600"/>
              </a:spcBef>
              <a:buFont typeface="Wingdings" charset="2"/>
              <a:buChar char="q"/>
              <a:defRPr/>
            </a:pPr>
            <a:endParaRPr lang="en-US" sz="2400" dirty="0">
              <a:solidFill>
                <a:srgbClr val="000000"/>
              </a:solidFill>
            </a:endParaRPr>
          </a:p>
          <a:p>
            <a:pPr eaLnBrk="1" hangingPunct="1">
              <a:spcBef>
                <a:spcPts val="600"/>
              </a:spcBef>
              <a:buFont typeface="Wingdings" charset="2"/>
              <a:buChar char="q"/>
              <a:defRPr/>
            </a:pPr>
            <a:endParaRPr lang="en-US" sz="2400" dirty="0">
              <a:solidFill>
                <a:srgbClr val="000000"/>
              </a:solidFill>
            </a:endParaRPr>
          </a:p>
          <a:p>
            <a:pPr eaLnBrk="1" hangingPunct="1">
              <a:spcBef>
                <a:spcPts val="600"/>
              </a:spcBef>
              <a:buFont typeface="Wingdings" charset="2"/>
              <a:buChar char="q"/>
              <a:defRPr/>
            </a:pPr>
            <a:endParaRPr lang="en-US" sz="2400" dirty="0">
              <a:solidFill>
                <a:srgbClr val="000000"/>
              </a:solidFill>
            </a:endParaRPr>
          </a:p>
          <a:p>
            <a:pPr eaLnBrk="1" hangingPunct="1">
              <a:spcBef>
                <a:spcPts val="600"/>
              </a:spcBef>
              <a:buFont typeface="Wingdings" charset="2"/>
              <a:buChar char="q"/>
              <a:defRPr/>
            </a:pPr>
            <a:endParaRPr lang="en-US" sz="2400" dirty="0">
              <a:solidFill>
                <a:srgbClr val="000000"/>
              </a:solidFill>
            </a:endParaRPr>
          </a:p>
          <a:p>
            <a:pPr eaLnBrk="1" hangingPunct="1">
              <a:spcBef>
                <a:spcPts val="600"/>
              </a:spcBef>
              <a:buFont typeface="Wingdings" charset="2"/>
              <a:buChar char="q"/>
              <a:defRPr/>
            </a:pPr>
            <a:endParaRPr lang="en-US" sz="2400" dirty="0">
              <a:solidFill>
                <a:srgbClr val="000000"/>
              </a:solidFill>
            </a:endParaRPr>
          </a:p>
          <a:p>
            <a:pPr eaLnBrk="1" hangingPunct="1">
              <a:spcBef>
                <a:spcPts val="600"/>
              </a:spcBef>
              <a:buFont typeface="Wingdings" charset="2"/>
              <a:buChar char="q"/>
              <a:defRPr/>
            </a:pPr>
            <a:endParaRPr lang="en-US" sz="1200" dirty="0">
              <a:solidFill>
                <a:srgbClr val="000000"/>
              </a:solidFill>
            </a:endParaRPr>
          </a:p>
          <a:p>
            <a:pPr eaLnBrk="1" hangingPunct="1">
              <a:spcBef>
                <a:spcPts val="600"/>
              </a:spcBef>
              <a:buFont typeface="Wingdings" charset="2"/>
              <a:buChar char="q"/>
              <a:defRPr/>
            </a:pPr>
            <a:r>
              <a:rPr lang="en-US" sz="2400" dirty="0" err="1">
                <a:solidFill>
                  <a:srgbClr val="E60000"/>
                </a:solidFill>
                <a:latin typeface="Courier" pitchFamily="2" charset="0"/>
              </a:rPr>
              <a:t>getpid</a:t>
            </a:r>
            <a:r>
              <a:rPr lang="en-US" sz="2400" dirty="0">
                <a:solidFill>
                  <a:srgbClr val="E60000"/>
                </a:solidFill>
              </a:rPr>
              <a:t> </a:t>
            </a:r>
            <a:r>
              <a:rPr lang="en-US" sz="2400" dirty="0">
                <a:solidFill>
                  <a:srgbClr val="000000"/>
                </a:solidFill>
              </a:rPr>
              <a:t>returns the identifier of the calling process</a:t>
            </a:r>
          </a:p>
        </p:txBody>
      </p:sp>
      <p:sp>
        <p:nvSpPr>
          <p:cNvPr id="5" name="Rectangle 3"/>
          <p:cNvSpPr txBox="1">
            <a:spLocks noChangeArrowheads="1"/>
          </p:cNvSpPr>
          <p:nvPr/>
        </p:nvSpPr>
        <p:spPr bwMode="auto">
          <a:xfrm>
            <a:off x="1845245" y="2008015"/>
            <a:ext cx="4685410" cy="3840500"/>
          </a:xfrm>
          <a:prstGeom prst="rect">
            <a:avLst/>
          </a:prstGeom>
          <a:noFill/>
          <a:ln>
            <a:solidFill>
              <a:schemeClr val="bg2"/>
            </a:solid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marL="315278" indent="-315278" algn="l" rtl="0" eaLnBrk="0" fontAlgn="base" hangingPunct="0">
              <a:spcBef>
                <a:spcPct val="50000"/>
              </a:spcBef>
              <a:spcAft>
                <a:spcPct val="0"/>
              </a:spcAft>
              <a:buSzPct val="60000"/>
              <a:buFont typeface="Wingdings" charset="2"/>
              <a:buChar char="q"/>
              <a:defRPr sz="2800">
                <a:solidFill>
                  <a:schemeClr val="accent6">
                    <a:lumMod val="90000"/>
                    <a:lumOff val="10000"/>
                  </a:schemeClr>
                </a:solidFill>
                <a:latin typeface="Calibri" charset="0"/>
                <a:ea typeface="Calibri" charset="0"/>
                <a:cs typeface="Calibri" charset="0"/>
              </a:defRPr>
            </a:lvl1pPr>
            <a:lvl2pPr marL="655003" indent="-315278" algn="l" rtl="0" eaLnBrk="0" fontAlgn="base" hangingPunct="0">
              <a:spcBef>
                <a:spcPct val="10000"/>
              </a:spcBef>
              <a:spcAft>
                <a:spcPct val="0"/>
              </a:spcAft>
              <a:buFont typeface="Helvetica" charset="0"/>
              <a:buChar char="–"/>
              <a:defRPr sz="2400">
                <a:solidFill>
                  <a:schemeClr val="tx1"/>
                </a:solidFill>
                <a:latin typeface="+mn-lt"/>
                <a:ea typeface="Arial" charset="0"/>
                <a:cs typeface="+mn-cs"/>
              </a:defRPr>
            </a:lvl2pPr>
            <a:lvl3pPr marL="911225" indent="-233363" algn="l" rtl="0" eaLnBrk="0" fontAlgn="base" hangingPunct="0">
              <a:spcBef>
                <a:spcPct val="10000"/>
              </a:spcBef>
              <a:spcAft>
                <a:spcPct val="0"/>
              </a:spcAft>
              <a:buFont typeface="Wingdings" charset="0"/>
              <a:buChar char=""/>
              <a:defRPr sz="2000">
                <a:solidFill>
                  <a:schemeClr val="tx1"/>
                </a:solidFill>
                <a:latin typeface="+mn-lt"/>
                <a:ea typeface="Arial" charset="0"/>
                <a:cs typeface="+mn-cs"/>
              </a:defRPr>
            </a:lvl3pPr>
            <a:lvl4pPr marL="1258888" indent="-233363" algn="l" rtl="0" eaLnBrk="0" fontAlgn="base" hangingPunct="0">
              <a:spcBef>
                <a:spcPct val="10000"/>
              </a:spcBef>
              <a:spcAft>
                <a:spcPct val="0"/>
              </a:spcAft>
              <a:buChar char="•"/>
              <a:defRPr sz="2000">
                <a:solidFill>
                  <a:schemeClr val="accent2"/>
                </a:solidFill>
                <a:latin typeface="+mj-lt"/>
                <a:ea typeface="Arial" charset="0"/>
                <a:cs typeface="+mn-cs"/>
              </a:defRPr>
            </a:lvl4pPr>
            <a:lvl5pPr marL="1597025" indent="-223838" algn="l" rtl="0" eaLnBrk="0" fontAlgn="base" hangingPunct="0">
              <a:spcBef>
                <a:spcPct val="10000"/>
              </a:spcBef>
              <a:spcAft>
                <a:spcPct val="0"/>
              </a:spcAft>
              <a:buChar char="•"/>
              <a:defRPr sz="2000">
                <a:solidFill>
                  <a:schemeClr val="tx1"/>
                </a:solidFill>
                <a:latin typeface="+mj-lt"/>
                <a:ea typeface="Arial" charset="0"/>
                <a:cs typeface="+mn-cs"/>
              </a:defRPr>
            </a:lvl5pPr>
            <a:lvl6pPr marL="2054225" indent="-223838" algn="l" rtl="0" eaLnBrk="0" fontAlgn="base" hangingPunct="0">
              <a:spcBef>
                <a:spcPct val="10000"/>
              </a:spcBef>
              <a:spcAft>
                <a:spcPct val="0"/>
              </a:spcAft>
              <a:buChar char="•"/>
              <a:defRPr sz="2000">
                <a:solidFill>
                  <a:schemeClr val="tx1"/>
                </a:solidFill>
                <a:latin typeface="+mj-lt"/>
                <a:ea typeface="Arial" charset="0"/>
                <a:cs typeface="+mn-cs"/>
              </a:defRPr>
            </a:lvl6pPr>
            <a:lvl7pPr marL="2511425" indent="-223838" algn="l" rtl="0" eaLnBrk="0" fontAlgn="base" hangingPunct="0">
              <a:spcBef>
                <a:spcPct val="10000"/>
              </a:spcBef>
              <a:spcAft>
                <a:spcPct val="0"/>
              </a:spcAft>
              <a:buChar char="•"/>
              <a:defRPr sz="2000">
                <a:solidFill>
                  <a:schemeClr val="tx1"/>
                </a:solidFill>
                <a:latin typeface="+mj-lt"/>
                <a:ea typeface="Arial" charset="0"/>
                <a:cs typeface="+mn-cs"/>
              </a:defRPr>
            </a:lvl7pPr>
            <a:lvl8pPr marL="2968625" indent="-223838" algn="l" rtl="0" eaLnBrk="0" fontAlgn="base" hangingPunct="0">
              <a:spcBef>
                <a:spcPct val="10000"/>
              </a:spcBef>
              <a:spcAft>
                <a:spcPct val="0"/>
              </a:spcAft>
              <a:buChar char="•"/>
              <a:defRPr sz="2000">
                <a:solidFill>
                  <a:schemeClr val="tx1"/>
                </a:solidFill>
                <a:latin typeface="+mj-lt"/>
                <a:ea typeface="Arial" charset="0"/>
                <a:cs typeface="+mn-cs"/>
              </a:defRPr>
            </a:lvl8pPr>
            <a:lvl9pPr marL="3425825" indent="-223838" algn="l" rtl="0" eaLnBrk="0" fontAlgn="base" hangingPunct="0">
              <a:spcBef>
                <a:spcPct val="10000"/>
              </a:spcBef>
              <a:spcAft>
                <a:spcPct val="0"/>
              </a:spcAft>
              <a:buChar char="•"/>
              <a:defRPr sz="2000">
                <a:solidFill>
                  <a:schemeClr val="tx1"/>
                </a:solidFill>
                <a:latin typeface="+mj-lt"/>
                <a:ea typeface="Arial" charset="0"/>
                <a:cs typeface="+mn-cs"/>
              </a:defRPr>
            </a:lvl9pPr>
          </a:lstStyle>
          <a:p>
            <a:pPr>
              <a:lnSpc>
                <a:spcPct val="80000"/>
              </a:lnSpc>
              <a:buFont typeface="Monotype Sorts" charset="2"/>
              <a:buNone/>
              <a:defRPr/>
            </a:pPr>
            <a:r>
              <a:rPr lang="en-US" sz="1800" b="0" kern="0" dirty="0">
                <a:solidFill>
                  <a:srgbClr val="CC3300"/>
                </a:solidFill>
                <a:latin typeface="Courier" charset="0"/>
                <a:ea typeface="Courier" charset="0"/>
                <a:cs typeface="Courier" charset="0"/>
              </a:rPr>
              <a:t>#include &lt;sys/</a:t>
            </a:r>
            <a:r>
              <a:rPr lang="en-US" sz="1800" b="0" kern="0" dirty="0" err="1">
                <a:solidFill>
                  <a:srgbClr val="CC3300"/>
                </a:solidFill>
                <a:latin typeface="Courier" charset="0"/>
                <a:ea typeface="Courier" charset="0"/>
                <a:cs typeface="Courier" charset="0"/>
              </a:rPr>
              <a:t>types.h</a:t>
            </a:r>
            <a:r>
              <a:rPr lang="en-US" sz="1800" b="0" kern="0" dirty="0">
                <a:solidFill>
                  <a:srgbClr val="CC3300"/>
                </a:solidFill>
                <a:latin typeface="Courier" charset="0"/>
                <a:ea typeface="Courier" charset="0"/>
                <a:cs typeface="Courier" charset="0"/>
              </a:rPr>
              <a:t>&gt;</a:t>
            </a:r>
          </a:p>
          <a:p>
            <a:pPr>
              <a:lnSpc>
                <a:spcPct val="80000"/>
              </a:lnSpc>
              <a:buFont typeface="Monotype Sorts" charset="2"/>
              <a:buNone/>
              <a:defRPr/>
            </a:pPr>
            <a:r>
              <a:rPr lang="en-US" sz="1800" b="0" kern="0" dirty="0">
                <a:solidFill>
                  <a:srgbClr val="CC3300"/>
                </a:solidFill>
                <a:latin typeface="Courier" charset="0"/>
                <a:ea typeface="Courier" charset="0"/>
                <a:cs typeface="Courier" charset="0"/>
              </a:rPr>
              <a:t>#include &lt;</a:t>
            </a:r>
            <a:r>
              <a:rPr lang="en-US" sz="1800" b="0" kern="0" dirty="0" err="1">
                <a:solidFill>
                  <a:srgbClr val="CC3300"/>
                </a:solidFill>
                <a:latin typeface="Courier" charset="0"/>
                <a:ea typeface="Courier" charset="0"/>
                <a:cs typeface="Courier" charset="0"/>
              </a:rPr>
              <a:t>unistd.h</a:t>
            </a:r>
            <a:r>
              <a:rPr lang="en-US" sz="1800" b="0" kern="0" dirty="0">
                <a:solidFill>
                  <a:srgbClr val="CC3300"/>
                </a:solidFill>
                <a:latin typeface="Courier" charset="0"/>
                <a:ea typeface="Courier" charset="0"/>
                <a:cs typeface="Courier" charset="0"/>
              </a:rPr>
              <a:t>&gt;</a:t>
            </a:r>
          </a:p>
          <a:p>
            <a:pPr>
              <a:lnSpc>
                <a:spcPct val="80000"/>
              </a:lnSpc>
              <a:buFont typeface="Wingdings" charset="0"/>
              <a:buNone/>
              <a:defRPr/>
            </a:pPr>
            <a:r>
              <a:rPr lang="en-US" sz="1800" b="0" kern="0" dirty="0">
                <a:latin typeface="Courier" charset="0"/>
                <a:ea typeface="Courier" charset="0"/>
                <a:cs typeface="Courier" charset="0"/>
              </a:rPr>
              <a:t>#include &lt;</a:t>
            </a:r>
            <a:r>
              <a:rPr lang="en-US" sz="1800" b="0" kern="0" dirty="0" err="1">
                <a:latin typeface="Courier" charset="0"/>
                <a:ea typeface="Courier" charset="0"/>
                <a:cs typeface="Courier" charset="0"/>
              </a:rPr>
              <a:t>stdio.h</a:t>
            </a:r>
            <a:r>
              <a:rPr lang="en-US" sz="1800" b="0" kern="0" dirty="0">
                <a:latin typeface="Courier" charset="0"/>
                <a:ea typeface="Courier" charset="0"/>
                <a:cs typeface="Courier" charset="0"/>
              </a:rPr>
              <a:t>&gt;</a:t>
            </a:r>
          </a:p>
          <a:p>
            <a:pPr>
              <a:lnSpc>
                <a:spcPct val="80000"/>
              </a:lnSpc>
              <a:buFont typeface="Monotype Sorts" charset="2"/>
              <a:buNone/>
              <a:defRPr/>
            </a:pPr>
            <a:r>
              <a:rPr lang="en-US" sz="1800" b="0" kern="0" dirty="0">
                <a:latin typeface="Courier" charset="0"/>
                <a:ea typeface="Courier" charset="0"/>
                <a:cs typeface="Courier" charset="0"/>
              </a:rPr>
              <a:t>void main()</a:t>
            </a:r>
          </a:p>
          <a:p>
            <a:pPr>
              <a:lnSpc>
                <a:spcPct val="80000"/>
              </a:lnSpc>
              <a:buFont typeface="Monotype Sorts" charset="2"/>
              <a:buNone/>
              <a:defRPr/>
            </a:pPr>
            <a:r>
              <a:rPr lang="en-US" sz="1800" b="0" kern="0" dirty="0">
                <a:latin typeface="Courier" charset="0"/>
                <a:ea typeface="Courier" charset="0"/>
                <a:cs typeface="Courier" charset="0"/>
              </a:rPr>
              <a:t>{</a:t>
            </a:r>
          </a:p>
          <a:p>
            <a:pPr>
              <a:lnSpc>
                <a:spcPct val="80000"/>
              </a:lnSpc>
              <a:buFont typeface="Monotype Sorts" charset="2"/>
              <a:buNone/>
              <a:defRPr/>
            </a:pPr>
            <a:r>
              <a:rPr lang="en-US" sz="1800" b="0" kern="0" dirty="0">
                <a:latin typeface="Courier" charset="0"/>
                <a:ea typeface="Courier" charset="0"/>
                <a:cs typeface="Courier" charset="0"/>
              </a:rPr>
              <a:t>	</a:t>
            </a:r>
            <a:r>
              <a:rPr lang="en-US" sz="1800" b="0" kern="0" dirty="0" err="1">
                <a:latin typeface="Courier" charset="0"/>
                <a:ea typeface="Courier" charset="0"/>
                <a:cs typeface="Courier" charset="0"/>
              </a:rPr>
              <a:t>pid_t</a:t>
            </a:r>
            <a:r>
              <a:rPr lang="en-US" sz="1800" b="0" kern="0" dirty="0">
                <a:latin typeface="Courier" charset="0"/>
                <a:ea typeface="Courier" charset="0"/>
                <a:cs typeface="Courier" charset="0"/>
              </a:rPr>
              <a:t> </a:t>
            </a:r>
            <a:r>
              <a:rPr lang="en-US" sz="1800" b="0" kern="0" dirty="0" err="1">
                <a:latin typeface="Courier" charset="0"/>
                <a:ea typeface="Courier" charset="0"/>
                <a:cs typeface="Courier" charset="0"/>
              </a:rPr>
              <a:t>myid</a:t>
            </a:r>
            <a:r>
              <a:rPr lang="en-US" sz="1800" b="0" kern="0" dirty="0">
                <a:latin typeface="Courier" charset="0"/>
                <a:ea typeface="Courier" charset="0"/>
                <a:cs typeface="Courier" charset="0"/>
              </a:rPr>
              <a:t>;</a:t>
            </a:r>
          </a:p>
          <a:p>
            <a:pPr>
              <a:lnSpc>
                <a:spcPct val="80000"/>
              </a:lnSpc>
              <a:buFont typeface="Monotype Sorts" charset="2"/>
              <a:buNone/>
              <a:defRPr/>
            </a:pPr>
            <a:endParaRPr lang="en-US" sz="1400" b="0" kern="0" dirty="0">
              <a:solidFill>
                <a:srgbClr val="CC3300"/>
              </a:solidFill>
              <a:latin typeface="Courier" charset="0"/>
              <a:ea typeface="Courier" charset="0"/>
              <a:cs typeface="Courier" charset="0"/>
            </a:endParaRPr>
          </a:p>
          <a:p>
            <a:pPr>
              <a:lnSpc>
                <a:spcPct val="80000"/>
              </a:lnSpc>
              <a:buFont typeface="Monotype Sorts" charset="2"/>
              <a:buNone/>
              <a:defRPr/>
            </a:pPr>
            <a:r>
              <a:rPr lang="en-US" sz="1800" b="0" kern="0" dirty="0">
                <a:latin typeface="Courier" charset="0"/>
                <a:ea typeface="Courier" charset="0"/>
                <a:cs typeface="Courier" charset="0"/>
              </a:rPr>
              <a:t>	</a:t>
            </a:r>
            <a:r>
              <a:rPr lang="en-US" sz="1800" b="0" kern="0" dirty="0" err="1">
                <a:solidFill>
                  <a:srgbClr val="CC3300"/>
                </a:solidFill>
                <a:latin typeface="Courier" charset="0"/>
                <a:ea typeface="Courier" charset="0"/>
                <a:cs typeface="Courier" charset="0"/>
              </a:rPr>
              <a:t>myid</a:t>
            </a:r>
            <a:r>
              <a:rPr lang="en-US" sz="1800" b="0" kern="0" dirty="0">
                <a:solidFill>
                  <a:srgbClr val="CC3300"/>
                </a:solidFill>
                <a:latin typeface="Courier" charset="0"/>
                <a:ea typeface="Courier" charset="0"/>
                <a:cs typeface="Courier" charset="0"/>
              </a:rPr>
              <a:t> = </a:t>
            </a:r>
            <a:r>
              <a:rPr lang="en-US" sz="1800" b="0" kern="0" dirty="0" err="1">
                <a:solidFill>
                  <a:srgbClr val="CC3300"/>
                </a:solidFill>
                <a:latin typeface="Courier" charset="0"/>
                <a:ea typeface="Courier" charset="0"/>
                <a:cs typeface="Courier" charset="0"/>
              </a:rPr>
              <a:t>getpid</a:t>
            </a:r>
            <a:r>
              <a:rPr lang="en-US" sz="1800" b="0" kern="0" dirty="0">
                <a:solidFill>
                  <a:srgbClr val="CC3300"/>
                </a:solidFill>
                <a:latin typeface="Courier" charset="0"/>
                <a:ea typeface="Courier" charset="0"/>
                <a:cs typeface="Courier" charset="0"/>
              </a:rPr>
              <a:t>();</a:t>
            </a:r>
          </a:p>
          <a:p>
            <a:pPr>
              <a:lnSpc>
                <a:spcPct val="80000"/>
              </a:lnSpc>
              <a:buFont typeface="Monotype Sorts" charset="2"/>
              <a:buNone/>
              <a:defRPr/>
            </a:pPr>
            <a:r>
              <a:rPr lang="en-US" sz="1800" b="0" kern="0" dirty="0">
                <a:solidFill>
                  <a:srgbClr val="CC3300"/>
                </a:solidFill>
                <a:latin typeface="Courier" charset="0"/>
                <a:ea typeface="Courier" charset="0"/>
                <a:cs typeface="Courier" charset="0"/>
              </a:rPr>
              <a:t>	</a:t>
            </a:r>
            <a:r>
              <a:rPr lang="en-US" sz="1800" b="0" kern="0" dirty="0" err="1">
                <a:latin typeface="Courier" charset="0"/>
                <a:ea typeface="Courier" charset="0"/>
                <a:cs typeface="Courier" charset="0"/>
              </a:rPr>
              <a:t>printf</a:t>
            </a:r>
            <a:r>
              <a:rPr lang="en-US" sz="1800" b="0" kern="0" dirty="0">
                <a:latin typeface="Courier" charset="0"/>
                <a:ea typeface="Courier" charset="0"/>
                <a:cs typeface="Courier" charset="0"/>
              </a:rPr>
              <a:t>(“</a:t>
            </a:r>
            <a:r>
              <a:rPr lang="en-US" sz="1800" b="0" kern="0" dirty="0" err="1">
                <a:latin typeface="Courier" charset="0"/>
                <a:ea typeface="Courier" charset="0"/>
                <a:cs typeface="Courier" charset="0"/>
              </a:rPr>
              <a:t>myid</a:t>
            </a:r>
            <a:r>
              <a:rPr lang="en-US" sz="1800" b="0" kern="0" dirty="0">
                <a:latin typeface="Courier" charset="0"/>
                <a:ea typeface="Courier" charset="0"/>
                <a:cs typeface="Courier" charset="0"/>
              </a:rPr>
              <a:t> =%d\n”, </a:t>
            </a:r>
            <a:r>
              <a:rPr lang="en-US" sz="1800" b="0" kern="0" dirty="0" err="1">
                <a:latin typeface="Courier" charset="0"/>
                <a:ea typeface="Courier" charset="0"/>
                <a:cs typeface="Courier" charset="0"/>
              </a:rPr>
              <a:t>myid</a:t>
            </a:r>
            <a:r>
              <a:rPr lang="en-US" sz="1800" b="0" kern="0" dirty="0">
                <a:latin typeface="Courier" charset="0"/>
                <a:ea typeface="Courier" charset="0"/>
                <a:cs typeface="Courier" charset="0"/>
              </a:rPr>
              <a:t>);</a:t>
            </a:r>
          </a:p>
          <a:p>
            <a:pPr>
              <a:lnSpc>
                <a:spcPct val="80000"/>
              </a:lnSpc>
              <a:buFont typeface="Monotype Sorts" charset="2"/>
              <a:buNone/>
              <a:defRPr/>
            </a:pPr>
            <a:r>
              <a:rPr lang="en-US" sz="1800" b="0" kern="0" dirty="0">
                <a:latin typeface="Courier" charset="0"/>
                <a:ea typeface="Courier" charset="0"/>
                <a:cs typeface="Courier" charset="0"/>
              </a:rPr>
              <a:t>}</a:t>
            </a:r>
          </a:p>
        </p:txBody>
      </p:sp>
    </p:spTree>
    <p:extLst>
      <p:ext uri="{BB962C8B-B14F-4D97-AF65-F5344CB8AC3E}">
        <p14:creationId xmlns:p14="http://schemas.microsoft.com/office/powerpoint/2010/main" val="1672358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40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540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5401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19"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Rectangle 2"/>
          <p:cNvSpPr>
            <a:spLocks noGrp="1" noChangeArrowheads="1"/>
          </p:cNvSpPr>
          <p:nvPr>
            <p:ph type="title"/>
          </p:nvPr>
        </p:nvSpPr>
        <p:spPr/>
        <p:txBody>
          <a:bodyPr/>
          <a:lstStyle/>
          <a:p>
            <a:pPr algn="ctr" eaLnBrk="1" hangingPunct="1">
              <a:defRPr/>
            </a:pPr>
            <a:r>
              <a:rPr lang="en-US" dirty="0"/>
              <a:t>Creating a New Process:</a:t>
            </a:r>
            <a:r>
              <a:rPr lang="en-US" dirty="0">
                <a:solidFill>
                  <a:srgbClr val="CC3300"/>
                </a:solidFill>
              </a:rPr>
              <a:t> fork</a:t>
            </a:r>
            <a:endParaRPr lang="en-US" dirty="0"/>
          </a:p>
        </p:txBody>
      </p:sp>
      <p:sp>
        <p:nvSpPr>
          <p:cNvPr id="976899" name="Rectangle 3"/>
          <p:cNvSpPr>
            <a:spLocks noGrp="1" noChangeArrowheads="1"/>
          </p:cNvSpPr>
          <p:nvPr>
            <p:ph type="body" idx="1"/>
          </p:nvPr>
        </p:nvSpPr>
        <p:spPr/>
        <p:txBody>
          <a:bodyPr/>
          <a:lstStyle/>
          <a:p>
            <a:pPr eaLnBrk="1" hangingPunct="1">
              <a:buFont typeface="Wingdings" charset="2"/>
              <a:buChar char="q"/>
              <a:defRPr/>
            </a:pPr>
            <a:r>
              <a:rPr lang="en-US" dirty="0">
                <a:solidFill>
                  <a:schemeClr val="bg2">
                    <a:lumMod val="50000"/>
                  </a:schemeClr>
                </a:solidFill>
              </a:rPr>
              <a:t>Try </a:t>
            </a:r>
            <a:r>
              <a:rPr lang="en-US" dirty="0" err="1">
                <a:solidFill>
                  <a:schemeClr val="bg2">
                    <a:lumMod val="50000"/>
                  </a:schemeClr>
                </a:solidFill>
              </a:rPr>
              <a:t>ps</a:t>
            </a:r>
            <a:r>
              <a:rPr lang="en-US" dirty="0">
                <a:solidFill>
                  <a:schemeClr val="bg2">
                    <a:lumMod val="50000"/>
                  </a:schemeClr>
                </a:solidFill>
              </a:rPr>
              <a:t> in terminal</a:t>
            </a:r>
          </a:p>
          <a:p>
            <a:pPr eaLnBrk="1" hangingPunct="1">
              <a:buFont typeface="Wingdings" charset="2"/>
              <a:buChar char="q"/>
              <a:defRPr/>
            </a:pPr>
            <a:r>
              <a:rPr lang="en-US" dirty="0">
                <a:solidFill>
                  <a:schemeClr val="bg2">
                    <a:lumMod val="50000"/>
                  </a:schemeClr>
                </a:solidFill>
              </a:rPr>
              <a:t>The </a:t>
            </a:r>
            <a:r>
              <a:rPr lang="en-US" dirty="0">
                <a:solidFill>
                  <a:srgbClr val="CC3300"/>
                </a:solidFill>
              </a:rPr>
              <a:t>fork</a:t>
            </a:r>
            <a:r>
              <a:rPr lang="en-US" dirty="0">
                <a:solidFill>
                  <a:schemeClr val="bg2">
                    <a:lumMod val="50000"/>
                  </a:schemeClr>
                </a:solidFill>
              </a:rPr>
              <a:t> system call creates a new process in the system</a:t>
            </a:r>
          </a:p>
          <a:p>
            <a:pPr lvl="1" eaLnBrk="1" hangingPunct="1">
              <a:buFont typeface=".AppleSystemUIFont"/>
              <a:buChar char="-"/>
              <a:defRPr/>
            </a:pPr>
            <a:r>
              <a:rPr lang="en-US" dirty="0">
                <a:solidFill>
                  <a:schemeClr val="bg2">
                    <a:lumMod val="50000"/>
                  </a:schemeClr>
                </a:solidFill>
              </a:rPr>
              <a:t>Calling process becomes </a:t>
            </a:r>
            <a:r>
              <a:rPr lang="en-US" i="1" dirty="0">
                <a:solidFill>
                  <a:schemeClr val="accent6">
                    <a:lumMod val="75000"/>
                    <a:lumOff val="25000"/>
                  </a:schemeClr>
                </a:solidFill>
              </a:rPr>
              <a:t>Parent</a:t>
            </a:r>
          </a:p>
          <a:p>
            <a:pPr lvl="1" eaLnBrk="1" hangingPunct="1">
              <a:buFont typeface=".AppleSystemUIFont"/>
              <a:buChar char="-"/>
              <a:defRPr/>
            </a:pPr>
            <a:r>
              <a:rPr lang="en-US" dirty="0">
                <a:solidFill>
                  <a:schemeClr val="bg2">
                    <a:lumMod val="50000"/>
                  </a:schemeClr>
                </a:solidFill>
              </a:rPr>
              <a:t>New process is its </a:t>
            </a:r>
            <a:r>
              <a:rPr lang="en-US" i="1" dirty="0">
                <a:solidFill>
                  <a:schemeClr val="accent6">
                    <a:lumMod val="75000"/>
                    <a:lumOff val="25000"/>
                  </a:schemeClr>
                </a:solidFill>
              </a:rPr>
              <a:t>Child </a:t>
            </a:r>
            <a:r>
              <a:rPr lang="en-US" dirty="0"/>
              <a:t>(copy of Parent)</a:t>
            </a:r>
          </a:p>
          <a:p>
            <a:pPr lvl="1" eaLnBrk="1" hangingPunct="1">
              <a:buFont typeface=".AppleSystemUIFont"/>
              <a:buChar char="-"/>
              <a:defRPr/>
            </a:pPr>
            <a:r>
              <a:rPr lang="en-US" dirty="0">
                <a:solidFill>
                  <a:schemeClr val="bg2">
                    <a:lumMod val="50000"/>
                  </a:schemeClr>
                </a:solidFill>
              </a:rPr>
              <a:t>Parent and child execute concurrently</a:t>
            </a:r>
          </a:p>
          <a:p>
            <a:pPr marL="0" indent="0" eaLnBrk="1" hangingPunct="1">
              <a:buNone/>
              <a:defRPr/>
            </a:pPr>
            <a:endParaRPr lang="en-US" dirty="0"/>
          </a:p>
        </p:txBody>
      </p:sp>
      <p:sp>
        <p:nvSpPr>
          <p:cNvPr id="976906" name="Rectangle 10"/>
          <p:cNvSpPr>
            <a:spLocks noChangeArrowheads="1"/>
          </p:cNvSpPr>
          <p:nvPr/>
        </p:nvSpPr>
        <p:spPr bwMode="auto">
          <a:xfrm>
            <a:off x="3810000" y="3518570"/>
            <a:ext cx="1295400" cy="838200"/>
          </a:xfrm>
          <a:prstGeom prst="rect">
            <a:avLst/>
          </a:prstGeom>
          <a:solidFill>
            <a:srgbClr val="76D6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976907" name="Text Box 11"/>
          <p:cNvSpPr txBox="1">
            <a:spLocks noChangeArrowheads="1"/>
          </p:cNvSpPr>
          <p:nvPr/>
        </p:nvSpPr>
        <p:spPr bwMode="auto">
          <a:xfrm>
            <a:off x="3894266" y="3666505"/>
            <a:ext cx="1071070" cy="457200"/>
          </a:xfrm>
          <a:prstGeom prst="rect">
            <a:avLst/>
          </a:prstGeom>
          <a:noFill/>
          <a:ln>
            <a:noFill/>
          </a:ln>
          <a:effectLst/>
          <a:extLst>
            <a:ext uri="{909E8E84-426E-40dd-AFC4-6F175D3DCCD1}">
              <a14:hiddenFill xmlns:a14="http://schemas.microsoft.com/office/drawing/2010/main" xmlns="">
                <a:solidFill>
                  <a:srgbClr val="FFFF00"/>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defRPr/>
            </a:pPr>
            <a:r>
              <a:rPr lang="en-US" sz="2400" dirty="0">
                <a:solidFill>
                  <a:srgbClr val="000000"/>
                </a:solidFill>
                <a:latin typeface="Calibri" panose="020F0502020204030204" pitchFamily="34" charset="0"/>
                <a:cs typeface="Calibri" panose="020F0502020204030204" pitchFamily="34" charset="0"/>
              </a:rPr>
              <a:t>Parent</a:t>
            </a:r>
          </a:p>
        </p:txBody>
      </p:sp>
      <p:sp>
        <p:nvSpPr>
          <p:cNvPr id="976908" name="Rectangle 12"/>
          <p:cNvSpPr>
            <a:spLocks noChangeArrowheads="1"/>
          </p:cNvSpPr>
          <p:nvPr/>
        </p:nvSpPr>
        <p:spPr bwMode="auto">
          <a:xfrm>
            <a:off x="3810000" y="4953000"/>
            <a:ext cx="1295400" cy="838200"/>
          </a:xfrm>
          <a:prstGeom prst="rect">
            <a:avLst/>
          </a:prstGeom>
          <a:solidFill>
            <a:srgbClr val="76D6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976909" name="Text Box 13"/>
          <p:cNvSpPr txBox="1">
            <a:spLocks noChangeArrowheads="1"/>
          </p:cNvSpPr>
          <p:nvPr/>
        </p:nvSpPr>
        <p:spPr bwMode="auto">
          <a:xfrm>
            <a:off x="3957520" y="5105400"/>
            <a:ext cx="944563" cy="457200"/>
          </a:xfrm>
          <a:prstGeom prst="rect">
            <a:avLst/>
          </a:prstGeom>
          <a:noFill/>
          <a:ln>
            <a:noFill/>
          </a:ln>
          <a:effectLst/>
          <a:extLst>
            <a:ext uri="{909E8E84-426E-40dd-AFC4-6F175D3DCCD1}">
              <a14:hiddenFill xmlns:a14="http://schemas.microsoft.com/office/drawing/2010/main" xmlns="">
                <a:solidFill>
                  <a:srgbClr val="FFFF00"/>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sz="2400" dirty="0">
                <a:solidFill>
                  <a:srgbClr val="000000"/>
                </a:solidFill>
                <a:latin typeface="Calibri" panose="020F0502020204030204" pitchFamily="34" charset="0"/>
                <a:cs typeface="Calibri" panose="020F0502020204030204" pitchFamily="34" charset="0"/>
              </a:rPr>
              <a:t>Child</a:t>
            </a:r>
          </a:p>
        </p:txBody>
      </p:sp>
      <p:sp>
        <p:nvSpPr>
          <p:cNvPr id="976910" name="Line 14"/>
          <p:cNvSpPr>
            <a:spLocks noChangeShapeType="1"/>
          </p:cNvSpPr>
          <p:nvPr/>
        </p:nvSpPr>
        <p:spPr bwMode="auto">
          <a:xfrm>
            <a:off x="4495800" y="4356770"/>
            <a:ext cx="0" cy="596229"/>
          </a:xfrm>
          <a:prstGeom prst="line">
            <a:avLst/>
          </a:prstGeom>
          <a:noFill/>
          <a:ln w="25400">
            <a:solidFill>
              <a:srgbClr val="000000"/>
            </a:solidFill>
            <a:round/>
            <a:headEnd/>
            <a:tailEnd type="triangle" w="lg"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mn-cs"/>
            </a:endParaRPr>
          </a:p>
        </p:txBody>
      </p:sp>
      <p:sp>
        <p:nvSpPr>
          <p:cNvPr id="976911" name="Text Box 15"/>
          <p:cNvSpPr txBox="1">
            <a:spLocks noChangeArrowheads="1"/>
          </p:cNvSpPr>
          <p:nvPr/>
        </p:nvSpPr>
        <p:spPr bwMode="auto">
          <a:xfrm>
            <a:off x="4648201" y="4415135"/>
            <a:ext cx="1290739"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2400" b="1" dirty="0">
                <a:solidFill>
                  <a:srgbClr val="CC3300"/>
                </a:solidFill>
                <a:latin typeface="Courier New" charset="0"/>
                <a:cs typeface="+mn-cs"/>
              </a:rPr>
              <a:t>fork()</a:t>
            </a:r>
          </a:p>
        </p:txBody>
      </p:sp>
    </p:spTree>
    <p:extLst>
      <p:ext uri="{BB962C8B-B14F-4D97-AF65-F5344CB8AC3E}">
        <p14:creationId xmlns:p14="http://schemas.microsoft.com/office/powerpoint/2010/main" val="174175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68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68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68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68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768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40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4885" y="1009485"/>
            <a:ext cx="3717758" cy="41477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854018" name="Rectangle 2"/>
          <p:cNvSpPr>
            <a:spLocks noGrp="1" noChangeArrowheads="1"/>
          </p:cNvSpPr>
          <p:nvPr>
            <p:ph type="title"/>
          </p:nvPr>
        </p:nvSpPr>
        <p:spPr/>
        <p:txBody>
          <a:bodyPr/>
          <a:lstStyle/>
          <a:p>
            <a:pPr algn="ctr" eaLnBrk="1" hangingPunct="1">
              <a:defRPr/>
            </a:pPr>
            <a:r>
              <a:rPr lang="en-US" dirty="0"/>
              <a:t>Tree of Unix Processes</a:t>
            </a:r>
            <a:endParaRPr lang="en-US" dirty="0">
              <a:solidFill>
                <a:srgbClr val="CC3300"/>
              </a:solidFill>
            </a:endParaRPr>
          </a:p>
        </p:txBody>
      </p:sp>
      <p:sp>
        <p:nvSpPr>
          <p:cNvPr id="5" name="Rectangle 3"/>
          <p:cNvSpPr txBox="1">
            <a:spLocks noChangeArrowheads="1"/>
          </p:cNvSpPr>
          <p:nvPr/>
        </p:nvSpPr>
        <p:spPr bwMode="auto">
          <a:xfrm>
            <a:off x="309044" y="1201510"/>
            <a:ext cx="4685411" cy="483903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marL="315278" indent="-315278" algn="l" rtl="0" eaLnBrk="0" fontAlgn="base" hangingPunct="0">
              <a:spcBef>
                <a:spcPct val="50000"/>
              </a:spcBef>
              <a:spcAft>
                <a:spcPct val="0"/>
              </a:spcAft>
              <a:buSzPct val="60000"/>
              <a:buFont typeface="Wingdings" charset="2"/>
              <a:buChar char="q"/>
              <a:defRPr sz="2800">
                <a:solidFill>
                  <a:schemeClr val="accent6">
                    <a:lumMod val="90000"/>
                    <a:lumOff val="10000"/>
                  </a:schemeClr>
                </a:solidFill>
                <a:latin typeface="Calibri" charset="0"/>
                <a:ea typeface="Calibri" charset="0"/>
                <a:cs typeface="Calibri" charset="0"/>
              </a:defRPr>
            </a:lvl1pPr>
            <a:lvl2pPr marL="655003" indent="-315278" algn="l" rtl="0" eaLnBrk="0" fontAlgn="base" hangingPunct="0">
              <a:spcBef>
                <a:spcPct val="10000"/>
              </a:spcBef>
              <a:spcAft>
                <a:spcPct val="0"/>
              </a:spcAft>
              <a:buFont typeface="Helvetica" charset="0"/>
              <a:buChar char="–"/>
              <a:defRPr sz="2400">
                <a:solidFill>
                  <a:schemeClr val="tx1"/>
                </a:solidFill>
                <a:latin typeface="+mn-lt"/>
                <a:ea typeface="Arial" charset="0"/>
                <a:cs typeface="+mn-cs"/>
              </a:defRPr>
            </a:lvl2pPr>
            <a:lvl3pPr marL="911225" indent="-233363" algn="l" rtl="0" eaLnBrk="0" fontAlgn="base" hangingPunct="0">
              <a:spcBef>
                <a:spcPct val="10000"/>
              </a:spcBef>
              <a:spcAft>
                <a:spcPct val="0"/>
              </a:spcAft>
              <a:buFont typeface="Wingdings" charset="0"/>
              <a:buChar char=""/>
              <a:defRPr sz="2000">
                <a:solidFill>
                  <a:schemeClr val="tx1"/>
                </a:solidFill>
                <a:latin typeface="+mn-lt"/>
                <a:ea typeface="Arial" charset="0"/>
                <a:cs typeface="+mn-cs"/>
              </a:defRPr>
            </a:lvl3pPr>
            <a:lvl4pPr marL="1258888" indent="-233363" algn="l" rtl="0" eaLnBrk="0" fontAlgn="base" hangingPunct="0">
              <a:spcBef>
                <a:spcPct val="10000"/>
              </a:spcBef>
              <a:spcAft>
                <a:spcPct val="0"/>
              </a:spcAft>
              <a:buChar char="•"/>
              <a:defRPr sz="2000">
                <a:solidFill>
                  <a:schemeClr val="accent2"/>
                </a:solidFill>
                <a:latin typeface="+mj-lt"/>
                <a:ea typeface="Arial" charset="0"/>
                <a:cs typeface="+mn-cs"/>
              </a:defRPr>
            </a:lvl4pPr>
            <a:lvl5pPr marL="1597025" indent="-223838" algn="l" rtl="0" eaLnBrk="0" fontAlgn="base" hangingPunct="0">
              <a:spcBef>
                <a:spcPct val="10000"/>
              </a:spcBef>
              <a:spcAft>
                <a:spcPct val="0"/>
              </a:spcAft>
              <a:buChar char="•"/>
              <a:defRPr sz="2000">
                <a:solidFill>
                  <a:schemeClr val="tx1"/>
                </a:solidFill>
                <a:latin typeface="+mj-lt"/>
                <a:ea typeface="Arial" charset="0"/>
                <a:cs typeface="+mn-cs"/>
              </a:defRPr>
            </a:lvl5pPr>
            <a:lvl6pPr marL="2054225" indent="-223838" algn="l" rtl="0" eaLnBrk="0" fontAlgn="base" hangingPunct="0">
              <a:spcBef>
                <a:spcPct val="10000"/>
              </a:spcBef>
              <a:spcAft>
                <a:spcPct val="0"/>
              </a:spcAft>
              <a:buChar char="•"/>
              <a:defRPr sz="2000">
                <a:solidFill>
                  <a:schemeClr val="tx1"/>
                </a:solidFill>
                <a:latin typeface="+mj-lt"/>
                <a:ea typeface="Arial" charset="0"/>
                <a:cs typeface="+mn-cs"/>
              </a:defRPr>
            </a:lvl6pPr>
            <a:lvl7pPr marL="2511425" indent="-223838" algn="l" rtl="0" eaLnBrk="0" fontAlgn="base" hangingPunct="0">
              <a:spcBef>
                <a:spcPct val="10000"/>
              </a:spcBef>
              <a:spcAft>
                <a:spcPct val="0"/>
              </a:spcAft>
              <a:buChar char="•"/>
              <a:defRPr sz="2000">
                <a:solidFill>
                  <a:schemeClr val="tx1"/>
                </a:solidFill>
                <a:latin typeface="+mj-lt"/>
                <a:ea typeface="Arial" charset="0"/>
                <a:cs typeface="+mn-cs"/>
              </a:defRPr>
            </a:lvl7pPr>
            <a:lvl8pPr marL="2968625" indent="-223838" algn="l" rtl="0" eaLnBrk="0" fontAlgn="base" hangingPunct="0">
              <a:spcBef>
                <a:spcPct val="10000"/>
              </a:spcBef>
              <a:spcAft>
                <a:spcPct val="0"/>
              </a:spcAft>
              <a:buChar char="•"/>
              <a:defRPr sz="2000">
                <a:solidFill>
                  <a:schemeClr val="tx1"/>
                </a:solidFill>
                <a:latin typeface="+mj-lt"/>
                <a:ea typeface="Arial" charset="0"/>
                <a:cs typeface="+mn-cs"/>
              </a:defRPr>
            </a:lvl8pPr>
            <a:lvl9pPr marL="3425825" indent="-223838" algn="l" rtl="0" eaLnBrk="0" fontAlgn="base" hangingPunct="0">
              <a:spcBef>
                <a:spcPct val="10000"/>
              </a:spcBef>
              <a:spcAft>
                <a:spcPct val="0"/>
              </a:spcAft>
              <a:buChar char="•"/>
              <a:defRPr sz="2000">
                <a:solidFill>
                  <a:schemeClr val="tx1"/>
                </a:solidFill>
                <a:latin typeface="+mj-lt"/>
                <a:ea typeface="Arial" charset="0"/>
                <a:cs typeface="+mn-cs"/>
              </a:defRPr>
            </a:lvl9pPr>
          </a:lstStyle>
          <a:p>
            <a:pPr eaLnBrk="1" hangingPunct="1">
              <a:defRPr/>
            </a:pPr>
            <a:r>
              <a:rPr lang="en-US" b="0" kern="0" dirty="0">
                <a:solidFill>
                  <a:srgbClr val="000000"/>
                </a:solidFill>
              </a:rPr>
              <a:t>After a successful </a:t>
            </a:r>
            <a:r>
              <a:rPr lang="en-US" kern="0" dirty="0">
                <a:solidFill>
                  <a:srgbClr val="FF0000"/>
                </a:solidFill>
                <a:latin typeface="Courier" pitchFamily="2" charset="0"/>
              </a:rPr>
              <a:t>fork</a:t>
            </a:r>
            <a:r>
              <a:rPr lang="en-US" b="0" kern="0" dirty="0">
                <a:solidFill>
                  <a:srgbClr val="000000"/>
                </a:solidFill>
              </a:rPr>
              <a:t>, both parent and child keep running, and each can fork off other processes </a:t>
            </a:r>
          </a:p>
          <a:p>
            <a:pPr eaLnBrk="1" hangingPunct="1">
              <a:defRPr/>
            </a:pPr>
            <a:r>
              <a:rPr lang="en-US" b="0" kern="0" dirty="0">
                <a:solidFill>
                  <a:srgbClr val="000000"/>
                </a:solidFill>
              </a:rPr>
              <a:t>The result is a </a:t>
            </a:r>
            <a:r>
              <a:rPr lang="en-US" kern="0" dirty="0" err="1">
                <a:solidFill>
                  <a:schemeClr val="accent6">
                    <a:lumMod val="75000"/>
                    <a:lumOff val="25000"/>
                  </a:schemeClr>
                </a:solidFill>
              </a:rPr>
              <a:t>Processs</a:t>
            </a:r>
            <a:r>
              <a:rPr lang="en-US" kern="0" dirty="0">
                <a:solidFill>
                  <a:schemeClr val="accent6">
                    <a:lumMod val="75000"/>
                    <a:lumOff val="25000"/>
                  </a:schemeClr>
                </a:solidFill>
              </a:rPr>
              <a:t> Tree</a:t>
            </a:r>
            <a:r>
              <a:rPr lang="en-US" b="0" kern="0" dirty="0">
                <a:solidFill>
                  <a:schemeClr val="accent6">
                    <a:lumMod val="75000"/>
                    <a:lumOff val="25000"/>
                  </a:schemeClr>
                </a:solidFill>
              </a:rPr>
              <a:t> </a:t>
            </a:r>
          </a:p>
          <a:p>
            <a:pPr eaLnBrk="1" hangingPunct="1">
              <a:defRPr/>
            </a:pPr>
            <a:r>
              <a:rPr lang="en-US" b="0" kern="0" dirty="0">
                <a:solidFill>
                  <a:srgbClr val="000000"/>
                </a:solidFill>
              </a:rPr>
              <a:t>The root of the tree is a special process created by the OS during startup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ChangeArrowheads="1"/>
          </p:cNvSpPr>
          <p:nvPr>
            <p:ph type="title"/>
          </p:nvPr>
        </p:nvSpPr>
        <p:spPr/>
        <p:txBody>
          <a:bodyPr/>
          <a:lstStyle/>
          <a:p>
            <a:pPr algn="ctr" eaLnBrk="1" hangingPunct="1">
              <a:defRPr/>
            </a:pPr>
            <a:r>
              <a:rPr lang="en-US" dirty="0"/>
              <a:t>Booting</a:t>
            </a:r>
          </a:p>
        </p:txBody>
      </p:sp>
      <p:sp>
        <p:nvSpPr>
          <p:cNvPr id="974851" name="Rectangle 3"/>
          <p:cNvSpPr>
            <a:spLocks noGrp="1" noChangeArrowheads="1"/>
          </p:cNvSpPr>
          <p:nvPr>
            <p:ph type="body" idx="1"/>
          </p:nvPr>
        </p:nvSpPr>
        <p:spPr/>
        <p:txBody>
          <a:bodyPr/>
          <a:lstStyle/>
          <a:p>
            <a:pPr eaLnBrk="1" hangingPunct="1">
              <a:buFont typeface="Wingdings" charset="2"/>
              <a:buChar char="q"/>
              <a:defRPr/>
            </a:pPr>
            <a:r>
              <a:rPr lang="en-US" dirty="0">
                <a:solidFill>
                  <a:srgbClr val="000000"/>
                </a:solidFill>
              </a:rPr>
              <a:t>When a computer is switched on or reset, there must be an initial process that gets the system running</a:t>
            </a:r>
          </a:p>
          <a:p>
            <a:pPr eaLnBrk="1" hangingPunct="1">
              <a:buFont typeface="Wingdings" charset="2"/>
              <a:buChar char="q"/>
              <a:defRPr/>
            </a:pPr>
            <a:endParaRPr lang="en-US" sz="1200" dirty="0"/>
          </a:p>
          <a:p>
            <a:pPr eaLnBrk="1" hangingPunct="1">
              <a:buFont typeface="Wingdings" charset="2"/>
              <a:buChar char="q"/>
              <a:defRPr/>
            </a:pPr>
            <a:r>
              <a:rPr lang="en-US" dirty="0"/>
              <a:t>This is the boot loader process</a:t>
            </a:r>
          </a:p>
          <a:p>
            <a:pPr lvl="1" eaLnBrk="1" hangingPunct="1">
              <a:defRPr/>
            </a:pPr>
            <a:r>
              <a:rPr lang="en-US" dirty="0"/>
              <a:t>Initialize CPU registers, device controllers, memory</a:t>
            </a:r>
          </a:p>
          <a:p>
            <a:pPr lvl="1" eaLnBrk="1" hangingPunct="1">
              <a:defRPr/>
            </a:pPr>
            <a:r>
              <a:rPr lang="en-US" dirty="0"/>
              <a:t>Load the OS into memory</a:t>
            </a:r>
          </a:p>
          <a:p>
            <a:pPr lvl="1" eaLnBrk="1" hangingPunct="1">
              <a:defRPr/>
            </a:pPr>
            <a:r>
              <a:rPr lang="en-US" dirty="0"/>
              <a:t>Start the OS running</a:t>
            </a:r>
          </a:p>
          <a:p>
            <a:pPr lvl="1" eaLnBrk="1" hangingPunct="1">
              <a:defRPr/>
            </a:pPr>
            <a:endParaRPr lang="en-US" sz="1200" dirty="0"/>
          </a:p>
          <a:p>
            <a:pPr eaLnBrk="1" hangingPunct="1">
              <a:buFont typeface="Wingdings" charset="2"/>
              <a:buChar char="q"/>
              <a:defRPr/>
            </a:pPr>
            <a:r>
              <a:rPr lang="en-US" dirty="0"/>
              <a:t>OS starts the first process</a:t>
            </a:r>
            <a:endParaRPr lang="en-US" sz="1200" dirty="0"/>
          </a:p>
          <a:p>
            <a:pPr eaLnBrk="1" hangingPunct="1">
              <a:buFont typeface="Wingdings" charset="2"/>
              <a:buChar char="q"/>
              <a:defRPr/>
            </a:pPr>
            <a:r>
              <a:rPr lang="en-US" dirty="0"/>
              <a:t>OS waits for some event to occur</a:t>
            </a:r>
          </a:p>
          <a:p>
            <a:pPr lvl="1" eaLnBrk="1" hangingPunct="1">
              <a:defRPr/>
            </a:pPr>
            <a:r>
              <a:rPr lang="en-US" dirty="0"/>
              <a:t>Hardware interrupts or software interrupts (traps)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48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48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48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485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7485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7485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7485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748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Rectangle 2"/>
          <p:cNvSpPr>
            <a:spLocks noGrp="1" noChangeArrowheads="1"/>
          </p:cNvSpPr>
          <p:nvPr>
            <p:ph type="title"/>
          </p:nvPr>
        </p:nvSpPr>
        <p:spPr/>
        <p:txBody>
          <a:bodyPr/>
          <a:lstStyle/>
          <a:p>
            <a:pPr algn="ctr" eaLnBrk="1" hangingPunct="1">
              <a:defRPr/>
            </a:pPr>
            <a:r>
              <a:rPr lang="en-US" dirty="0">
                <a:solidFill>
                  <a:schemeClr val="accent6">
                    <a:lumMod val="90000"/>
                    <a:lumOff val="10000"/>
                  </a:schemeClr>
                </a:solidFill>
              </a:rPr>
              <a:t>The </a:t>
            </a:r>
            <a:r>
              <a:rPr lang="en-US" dirty="0">
                <a:solidFill>
                  <a:srgbClr val="CC3300"/>
                </a:solidFill>
              </a:rPr>
              <a:t>fork</a:t>
            </a:r>
            <a:r>
              <a:rPr lang="en-US" dirty="0"/>
              <a:t> </a:t>
            </a:r>
            <a:r>
              <a:rPr lang="en-US" dirty="0">
                <a:solidFill>
                  <a:schemeClr val="accent6">
                    <a:lumMod val="90000"/>
                    <a:lumOff val="10000"/>
                  </a:schemeClr>
                </a:solidFill>
              </a:rPr>
              <a:t>System Call</a:t>
            </a:r>
          </a:p>
        </p:txBody>
      </p:sp>
      <p:sp>
        <p:nvSpPr>
          <p:cNvPr id="977924" name="Rectangle 4"/>
          <p:cNvSpPr>
            <a:spLocks noGrp="1" noChangeArrowheads="1"/>
          </p:cNvSpPr>
          <p:nvPr>
            <p:ph type="body" idx="1"/>
          </p:nvPr>
        </p:nvSpPr>
        <p:spPr>
          <a:xfrm>
            <a:off x="188913" y="894270"/>
            <a:ext cx="8799662" cy="533400"/>
          </a:xfrm>
        </p:spPr>
        <p:txBody>
          <a:bodyPr/>
          <a:lstStyle/>
          <a:p>
            <a:pPr lvl="0" eaLnBrk="1" hangingPunct="1">
              <a:lnSpc>
                <a:spcPct val="90000"/>
              </a:lnSpc>
              <a:defRPr/>
            </a:pPr>
            <a:r>
              <a:rPr lang="en-GB" dirty="0">
                <a:solidFill>
                  <a:srgbClr val="000000"/>
                </a:solidFill>
              </a:rPr>
              <a:t>Syntax is</a:t>
            </a:r>
          </a:p>
          <a:p>
            <a:pPr marL="0" indent="0" eaLnBrk="1" hangingPunct="1">
              <a:lnSpc>
                <a:spcPct val="90000"/>
              </a:lnSpc>
              <a:buNone/>
              <a:defRPr/>
            </a:pPr>
            <a:r>
              <a:rPr lang="en-GB" sz="3200" dirty="0">
                <a:solidFill>
                  <a:srgbClr val="0000BF"/>
                </a:solidFill>
                <a:latin typeface="Courier" charset="0"/>
                <a:ea typeface="Courier" charset="0"/>
                <a:cs typeface="Courier" charset="0"/>
              </a:rPr>
              <a:t>    </a:t>
            </a:r>
            <a:r>
              <a:rPr lang="en-GB" dirty="0" err="1">
                <a:solidFill>
                  <a:srgbClr val="0000BF"/>
                </a:solidFill>
                <a:latin typeface="Courier" charset="0"/>
                <a:ea typeface="Courier" charset="0"/>
                <a:cs typeface="Courier" charset="0"/>
              </a:rPr>
              <a:t>pid_t</a:t>
            </a:r>
            <a:r>
              <a:rPr lang="en-GB" dirty="0">
                <a:solidFill>
                  <a:srgbClr val="000000"/>
                </a:solidFill>
                <a:latin typeface="Courier" charset="0"/>
                <a:ea typeface="Courier" charset="0"/>
                <a:cs typeface="Courier" charset="0"/>
              </a:rPr>
              <a:t> </a:t>
            </a:r>
            <a:r>
              <a:rPr lang="en-GB" dirty="0">
                <a:solidFill>
                  <a:srgbClr val="CC3300"/>
                </a:solidFill>
                <a:latin typeface="Courier" charset="0"/>
                <a:ea typeface="Courier" charset="0"/>
                <a:cs typeface="Courier" charset="0"/>
              </a:rPr>
              <a:t>fork(</a:t>
            </a:r>
            <a:r>
              <a:rPr lang="en-GB" dirty="0">
                <a:solidFill>
                  <a:schemeClr val="tx1"/>
                </a:solidFill>
                <a:latin typeface="Courier" charset="0"/>
                <a:ea typeface="Courier" charset="0"/>
                <a:cs typeface="Courier" charset="0"/>
              </a:rPr>
              <a:t>void</a:t>
            </a:r>
            <a:r>
              <a:rPr lang="en-GB" dirty="0">
                <a:solidFill>
                  <a:srgbClr val="CC3300"/>
                </a:solidFill>
                <a:latin typeface="Courier" charset="0"/>
                <a:ea typeface="Courier" charset="0"/>
                <a:cs typeface="Courier" charset="0"/>
              </a:rPr>
              <a:t>)</a:t>
            </a:r>
            <a:r>
              <a:rPr lang="en-GB" dirty="0">
                <a:solidFill>
                  <a:srgbClr val="000000"/>
                </a:solidFill>
                <a:latin typeface="Courier" charset="0"/>
                <a:ea typeface="Courier" charset="0"/>
                <a:cs typeface="Courier" charset="0"/>
              </a:rPr>
              <a:t>;</a:t>
            </a:r>
            <a:endParaRPr lang="en-GB" sz="3200" dirty="0">
              <a:solidFill>
                <a:srgbClr val="000000"/>
              </a:solidFill>
              <a:latin typeface="Courier" charset="0"/>
              <a:ea typeface="Courier" charset="0"/>
              <a:cs typeface="Courier" charset="0"/>
            </a:endParaRPr>
          </a:p>
          <a:p>
            <a:pPr eaLnBrk="1" hangingPunct="1">
              <a:lnSpc>
                <a:spcPct val="90000"/>
              </a:lnSpc>
              <a:defRPr/>
            </a:pPr>
            <a:r>
              <a:rPr lang="en-GB" dirty="0">
                <a:solidFill>
                  <a:srgbClr val="000000"/>
                </a:solidFill>
              </a:rPr>
              <a:t>Sample call:</a:t>
            </a:r>
          </a:p>
          <a:p>
            <a:pPr eaLnBrk="1" hangingPunct="1">
              <a:lnSpc>
                <a:spcPct val="90000"/>
              </a:lnSpc>
              <a:defRPr/>
            </a:pPr>
            <a:endParaRPr lang="en-GB" sz="1100" dirty="0">
              <a:solidFill>
                <a:srgbClr val="000000"/>
              </a:solidFill>
            </a:endParaRPr>
          </a:p>
          <a:p>
            <a:pPr marL="339725" lvl="1" indent="0" eaLnBrk="1" hangingPunct="1">
              <a:lnSpc>
                <a:spcPct val="90000"/>
              </a:lnSpc>
              <a:buNone/>
              <a:defRPr/>
            </a:pPr>
            <a:r>
              <a:rPr lang="en-GB" dirty="0" err="1">
                <a:solidFill>
                  <a:srgbClr val="0000BF"/>
                </a:solidFill>
                <a:latin typeface="Courier" charset="0"/>
                <a:ea typeface="Courier" charset="0"/>
                <a:cs typeface="Courier" charset="0"/>
              </a:rPr>
              <a:t>pid_t</a:t>
            </a:r>
            <a:r>
              <a:rPr lang="en-GB" dirty="0">
                <a:solidFill>
                  <a:srgbClr val="0000BF"/>
                </a:solidFill>
                <a:latin typeface="Courier" charset="0"/>
                <a:ea typeface="Courier" charset="0"/>
                <a:cs typeface="Courier" charset="0"/>
              </a:rPr>
              <a:t> ret;</a:t>
            </a:r>
          </a:p>
          <a:p>
            <a:pPr marL="339725" lvl="1" indent="0" eaLnBrk="1" hangingPunct="1">
              <a:lnSpc>
                <a:spcPct val="90000"/>
              </a:lnSpc>
              <a:buNone/>
              <a:defRPr/>
            </a:pPr>
            <a:r>
              <a:rPr lang="en-GB" dirty="0">
                <a:solidFill>
                  <a:srgbClr val="0000BF"/>
                </a:solidFill>
                <a:latin typeface="Courier" charset="0"/>
                <a:ea typeface="Courier" charset="0"/>
                <a:cs typeface="Courier" charset="0"/>
              </a:rPr>
              <a:t>ret = </a:t>
            </a:r>
            <a:r>
              <a:rPr lang="en-GB" dirty="0">
                <a:solidFill>
                  <a:srgbClr val="CC3300"/>
                </a:solidFill>
                <a:latin typeface="Courier" charset="0"/>
                <a:ea typeface="Courier" charset="0"/>
                <a:cs typeface="Courier" charset="0"/>
              </a:rPr>
              <a:t>fork()</a:t>
            </a:r>
            <a:r>
              <a:rPr lang="en-GB" sz="2800" dirty="0">
                <a:solidFill>
                  <a:srgbClr val="000000"/>
                </a:solidFill>
                <a:latin typeface="Courier" charset="0"/>
                <a:ea typeface="Courier" charset="0"/>
                <a:cs typeface="Courier" charset="0"/>
              </a:rPr>
              <a:t>;</a:t>
            </a:r>
          </a:p>
          <a:p>
            <a:pPr eaLnBrk="1" hangingPunct="1">
              <a:lnSpc>
                <a:spcPct val="90000"/>
              </a:lnSpc>
              <a:buFont typeface="Wingdings" charset="2"/>
              <a:buChar char="q"/>
              <a:defRPr/>
            </a:pPr>
            <a:r>
              <a:rPr lang="en-US" sz="2600" dirty="0">
                <a:solidFill>
                  <a:srgbClr val="000000"/>
                </a:solidFill>
              </a:rPr>
              <a:t>Calling process split into two: parent and child</a:t>
            </a:r>
          </a:p>
          <a:p>
            <a:pPr eaLnBrk="1" hangingPunct="1">
              <a:lnSpc>
                <a:spcPct val="90000"/>
              </a:lnSpc>
              <a:buFont typeface="Wingdings" charset="2"/>
              <a:buChar char="q"/>
              <a:defRPr/>
            </a:pPr>
            <a:r>
              <a:rPr lang="en-US" sz="2600" dirty="0">
                <a:solidFill>
                  <a:srgbClr val="000000"/>
                </a:solidFill>
              </a:rPr>
              <a:t>Child is an identical copy of the parent, with one exception:</a:t>
            </a:r>
          </a:p>
          <a:p>
            <a:pPr marL="0" indent="0" eaLnBrk="1" hangingPunct="1">
              <a:buNone/>
              <a:defRPr/>
            </a:pPr>
            <a:r>
              <a:rPr lang="en-US" dirty="0">
                <a:solidFill>
                  <a:schemeClr val="bg2">
                    <a:lumMod val="50000"/>
                  </a:schemeClr>
                </a:solidFill>
              </a:rPr>
              <a:t>	</a:t>
            </a:r>
            <a:r>
              <a:rPr lang="en-US" sz="2600" dirty="0">
                <a:solidFill>
                  <a:srgbClr val="C70202"/>
                </a:solidFill>
              </a:rPr>
              <a:t>ret =  0 in the child process</a:t>
            </a:r>
          </a:p>
          <a:p>
            <a:pPr marL="0" indent="0" eaLnBrk="1" hangingPunct="1">
              <a:spcBef>
                <a:spcPts val="900"/>
              </a:spcBef>
              <a:buNone/>
              <a:defRPr/>
            </a:pPr>
            <a:r>
              <a:rPr lang="en-US" sz="2600" dirty="0">
                <a:solidFill>
                  <a:srgbClr val="C70202"/>
                </a:solidFill>
              </a:rPr>
              <a:t>	ret = non-zero value in the parent</a:t>
            </a:r>
          </a:p>
          <a:p>
            <a:pPr eaLnBrk="1" hangingPunct="1">
              <a:lnSpc>
                <a:spcPct val="90000"/>
              </a:lnSpc>
              <a:buFont typeface="Wingdings" charset="2"/>
              <a:buChar char="q"/>
              <a:defRPr/>
            </a:pPr>
            <a:endParaRPr lang="en-US" dirty="0">
              <a:solidFill>
                <a:srgbClr val="FF0000"/>
              </a:solidFill>
            </a:endParaRPr>
          </a:p>
          <a:p>
            <a:pPr eaLnBrk="1" hangingPunct="1">
              <a:lnSpc>
                <a:spcPct val="90000"/>
              </a:lnSpc>
              <a:buFont typeface="Wingdings" charset="2"/>
              <a:buChar char="q"/>
              <a:defRPr/>
            </a:pPr>
            <a:endParaRPr lang="en-US" sz="1800" dirty="0">
              <a:solidFill>
                <a:srgbClr val="000000"/>
              </a:solidFill>
            </a:endParaRPr>
          </a:p>
        </p:txBody>
      </p:sp>
      <p:sp>
        <p:nvSpPr>
          <p:cNvPr id="61" name="Rectangle 3">
            <a:extLst>
              <a:ext uri="{FF2B5EF4-FFF2-40B4-BE49-F238E27FC236}">
                <a16:creationId xmlns:a16="http://schemas.microsoft.com/office/drawing/2014/main" id="{3FCD964D-4D28-1F41-AF77-DAFF243F8A11}"/>
              </a:ext>
            </a:extLst>
          </p:cNvPr>
          <p:cNvSpPr txBox="1">
            <a:spLocks noChangeArrowheads="1"/>
          </p:cNvSpPr>
          <p:nvPr/>
        </p:nvSpPr>
        <p:spPr bwMode="auto">
          <a:xfrm>
            <a:off x="501069" y="6088846"/>
            <a:ext cx="5952775" cy="69129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marL="315278" indent="-315278" algn="l" rtl="0" eaLnBrk="0" fontAlgn="base" hangingPunct="0">
              <a:spcBef>
                <a:spcPct val="50000"/>
              </a:spcBef>
              <a:spcAft>
                <a:spcPct val="0"/>
              </a:spcAft>
              <a:buSzPct val="60000"/>
              <a:buFont typeface="Wingdings" charset="2"/>
              <a:buChar char="q"/>
              <a:defRPr sz="2800">
                <a:solidFill>
                  <a:schemeClr val="accent6">
                    <a:lumMod val="90000"/>
                    <a:lumOff val="10000"/>
                  </a:schemeClr>
                </a:solidFill>
                <a:latin typeface="Calibri" charset="0"/>
                <a:ea typeface="Calibri" charset="0"/>
                <a:cs typeface="Calibri" charset="0"/>
              </a:defRPr>
            </a:lvl1pPr>
            <a:lvl2pPr marL="655003" indent="-315278" algn="l" rtl="0" eaLnBrk="0" fontAlgn="base" hangingPunct="0">
              <a:spcBef>
                <a:spcPct val="10000"/>
              </a:spcBef>
              <a:spcAft>
                <a:spcPct val="0"/>
              </a:spcAft>
              <a:buFont typeface="Helvetica" charset="0"/>
              <a:buChar char="–"/>
              <a:defRPr sz="2400">
                <a:solidFill>
                  <a:schemeClr val="tx1"/>
                </a:solidFill>
                <a:latin typeface="+mn-lt"/>
                <a:ea typeface="Arial" charset="0"/>
                <a:cs typeface="+mn-cs"/>
              </a:defRPr>
            </a:lvl2pPr>
            <a:lvl3pPr marL="911225" indent="-233363" algn="l" rtl="0" eaLnBrk="0" fontAlgn="base" hangingPunct="0">
              <a:spcBef>
                <a:spcPct val="10000"/>
              </a:spcBef>
              <a:spcAft>
                <a:spcPct val="0"/>
              </a:spcAft>
              <a:buFont typeface="Wingdings" charset="0"/>
              <a:buChar char=""/>
              <a:defRPr sz="2000">
                <a:solidFill>
                  <a:schemeClr val="tx1"/>
                </a:solidFill>
                <a:latin typeface="+mn-lt"/>
                <a:ea typeface="Arial" charset="0"/>
                <a:cs typeface="+mn-cs"/>
              </a:defRPr>
            </a:lvl3pPr>
            <a:lvl4pPr marL="1258888" indent="-233363" algn="l" rtl="0" eaLnBrk="0" fontAlgn="base" hangingPunct="0">
              <a:spcBef>
                <a:spcPct val="10000"/>
              </a:spcBef>
              <a:spcAft>
                <a:spcPct val="0"/>
              </a:spcAft>
              <a:buChar char="•"/>
              <a:defRPr sz="2000">
                <a:solidFill>
                  <a:schemeClr val="accent2"/>
                </a:solidFill>
                <a:latin typeface="+mj-lt"/>
                <a:ea typeface="Arial" charset="0"/>
                <a:cs typeface="+mn-cs"/>
              </a:defRPr>
            </a:lvl4pPr>
            <a:lvl5pPr marL="1597025" indent="-223838" algn="l" rtl="0" eaLnBrk="0" fontAlgn="base" hangingPunct="0">
              <a:spcBef>
                <a:spcPct val="10000"/>
              </a:spcBef>
              <a:spcAft>
                <a:spcPct val="0"/>
              </a:spcAft>
              <a:buChar char="•"/>
              <a:defRPr sz="2000">
                <a:solidFill>
                  <a:schemeClr val="tx1"/>
                </a:solidFill>
                <a:latin typeface="+mj-lt"/>
                <a:ea typeface="Arial" charset="0"/>
                <a:cs typeface="+mn-cs"/>
              </a:defRPr>
            </a:lvl5pPr>
            <a:lvl6pPr marL="2054225" indent="-223838" algn="l" rtl="0" eaLnBrk="0" fontAlgn="base" hangingPunct="0">
              <a:spcBef>
                <a:spcPct val="10000"/>
              </a:spcBef>
              <a:spcAft>
                <a:spcPct val="0"/>
              </a:spcAft>
              <a:buChar char="•"/>
              <a:defRPr sz="2000">
                <a:solidFill>
                  <a:schemeClr val="tx1"/>
                </a:solidFill>
                <a:latin typeface="+mj-lt"/>
                <a:ea typeface="Arial" charset="0"/>
                <a:cs typeface="+mn-cs"/>
              </a:defRPr>
            </a:lvl6pPr>
            <a:lvl7pPr marL="2511425" indent="-223838" algn="l" rtl="0" eaLnBrk="0" fontAlgn="base" hangingPunct="0">
              <a:spcBef>
                <a:spcPct val="10000"/>
              </a:spcBef>
              <a:spcAft>
                <a:spcPct val="0"/>
              </a:spcAft>
              <a:buChar char="•"/>
              <a:defRPr sz="2000">
                <a:solidFill>
                  <a:schemeClr val="tx1"/>
                </a:solidFill>
                <a:latin typeface="+mj-lt"/>
                <a:ea typeface="Arial" charset="0"/>
                <a:cs typeface="+mn-cs"/>
              </a:defRPr>
            </a:lvl7pPr>
            <a:lvl8pPr marL="2968625" indent="-223838" algn="l" rtl="0" eaLnBrk="0" fontAlgn="base" hangingPunct="0">
              <a:spcBef>
                <a:spcPct val="10000"/>
              </a:spcBef>
              <a:spcAft>
                <a:spcPct val="0"/>
              </a:spcAft>
              <a:buChar char="•"/>
              <a:defRPr sz="2000">
                <a:solidFill>
                  <a:schemeClr val="tx1"/>
                </a:solidFill>
                <a:latin typeface="+mj-lt"/>
                <a:ea typeface="Arial" charset="0"/>
                <a:cs typeface="+mn-cs"/>
              </a:defRPr>
            </a:lvl8pPr>
            <a:lvl9pPr marL="3425825" indent="-223838" algn="l" rtl="0" eaLnBrk="0" fontAlgn="base" hangingPunct="0">
              <a:spcBef>
                <a:spcPct val="10000"/>
              </a:spcBef>
              <a:spcAft>
                <a:spcPct val="0"/>
              </a:spcAft>
              <a:buChar char="•"/>
              <a:defRPr sz="2000">
                <a:solidFill>
                  <a:schemeClr val="tx1"/>
                </a:solidFill>
                <a:latin typeface="+mj-lt"/>
                <a:ea typeface="Arial" charset="0"/>
                <a:cs typeface="+mn-cs"/>
              </a:defRPr>
            </a:lvl9pPr>
          </a:lstStyle>
          <a:p>
            <a:pPr marL="0" indent="0" eaLnBrk="1" hangingPunct="1">
              <a:buNone/>
              <a:defRPr/>
            </a:pPr>
            <a:r>
              <a:rPr lang="en-US" b="0" kern="0" dirty="0">
                <a:solidFill>
                  <a:schemeClr val="bg2">
                    <a:lumMod val="50000"/>
                  </a:schemeClr>
                </a:solidFill>
              </a:rPr>
              <a:t>ret = -1 if fork is unsuccessful</a:t>
            </a:r>
          </a:p>
          <a:p>
            <a:pPr marL="339725" lvl="1" indent="0" eaLnBrk="1" hangingPunct="1">
              <a:buNone/>
              <a:defRPr/>
            </a:pPr>
            <a:endParaRPr lang="en-US" b="0" kern="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0D9A4-F990-555F-1321-9C676309A99B}"/>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AF341610-78FC-5F94-9F22-60A534309E3F}"/>
              </a:ext>
            </a:extLst>
          </p:cNvPr>
          <p:cNvSpPr>
            <a:spLocks noGrp="1"/>
          </p:cNvSpPr>
          <p:nvPr>
            <p:ph idx="1"/>
          </p:nvPr>
        </p:nvSpPr>
        <p:spPr/>
        <p:txBody>
          <a:bodyPr/>
          <a:lstStyle/>
          <a:p>
            <a:pPr marL="0" indent="0">
              <a:buNone/>
            </a:pPr>
            <a:r>
              <a:rPr lang="en-IN" dirty="0"/>
              <a:t>#include&lt;stdio.h&gt;</a:t>
            </a:r>
            <a:br>
              <a:rPr lang="en-IN" dirty="0"/>
            </a:br>
            <a:r>
              <a:rPr lang="en-IN" dirty="0"/>
              <a:t>#include&lt;unistd.h&gt;</a:t>
            </a:r>
            <a:br>
              <a:rPr lang="en-IN" dirty="0"/>
            </a:br>
            <a:r>
              <a:rPr lang="en-IN" dirty="0"/>
              <a:t>void main()</a:t>
            </a:r>
            <a:br>
              <a:rPr lang="en-IN" dirty="0"/>
            </a:br>
            <a:r>
              <a:rPr lang="en-IN" dirty="0"/>
              <a:t>{</a:t>
            </a:r>
            <a:br>
              <a:rPr lang="en-IN" dirty="0"/>
            </a:br>
            <a:r>
              <a:rPr lang="en-IN" dirty="0"/>
              <a:t>  </a:t>
            </a:r>
            <a:r>
              <a:rPr lang="en-IN" dirty="0" err="1"/>
              <a:t>printf</a:t>
            </a:r>
            <a:r>
              <a:rPr lang="en-IN" dirty="0"/>
              <a:t>("Entering into </a:t>
            </a:r>
            <a:r>
              <a:rPr lang="en-IN" dirty="0" err="1"/>
              <a:t>pgm</a:t>
            </a:r>
            <a:r>
              <a:rPr lang="en-IN" dirty="0"/>
              <a:t>\n");</a:t>
            </a:r>
            <a:br>
              <a:rPr lang="en-IN" dirty="0"/>
            </a:br>
            <a:r>
              <a:rPr lang="en-IN" dirty="0"/>
              <a:t>  int a=fork();</a:t>
            </a:r>
            <a:br>
              <a:rPr lang="en-IN" dirty="0"/>
            </a:br>
            <a:r>
              <a:rPr lang="en-IN" dirty="0"/>
              <a:t>  </a:t>
            </a:r>
            <a:r>
              <a:rPr lang="en-IN" dirty="0" err="1"/>
              <a:t>printf</a:t>
            </a:r>
            <a:r>
              <a:rPr lang="en-IN" dirty="0"/>
              <a:t>(" Exiting");</a:t>
            </a:r>
            <a:br>
              <a:rPr lang="en-IN" dirty="0"/>
            </a:br>
            <a:r>
              <a:rPr lang="en-IN" dirty="0"/>
              <a:t> }</a:t>
            </a:r>
            <a:br>
              <a:rPr lang="en-IN" dirty="0"/>
            </a:br>
            <a:endParaRPr lang="en-IN" dirty="0"/>
          </a:p>
          <a:p>
            <a:endParaRPr lang="en-IN" dirty="0"/>
          </a:p>
        </p:txBody>
      </p:sp>
    </p:spTree>
    <p:extLst>
      <p:ext uri="{BB962C8B-B14F-4D97-AF65-F5344CB8AC3E}">
        <p14:creationId xmlns:p14="http://schemas.microsoft.com/office/powerpoint/2010/main" val="2348057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Rectangle 2"/>
          <p:cNvSpPr>
            <a:spLocks noGrp="1" noChangeArrowheads="1"/>
          </p:cNvSpPr>
          <p:nvPr>
            <p:ph type="title"/>
          </p:nvPr>
        </p:nvSpPr>
        <p:spPr>
          <a:xfrm>
            <a:off x="138975" y="156869"/>
            <a:ext cx="8794745" cy="685800"/>
          </a:xfrm>
        </p:spPr>
        <p:txBody>
          <a:bodyPr/>
          <a:lstStyle/>
          <a:p>
            <a:pPr algn="ctr" eaLnBrk="1" hangingPunct="1">
              <a:defRPr/>
            </a:pPr>
            <a:r>
              <a:rPr lang="en-US" dirty="0">
                <a:solidFill>
                  <a:schemeClr val="accent6">
                    <a:lumMod val="90000"/>
                    <a:lumOff val="10000"/>
                  </a:schemeClr>
                </a:solidFill>
              </a:rPr>
              <a:t>The </a:t>
            </a:r>
            <a:r>
              <a:rPr lang="en-US" dirty="0">
                <a:solidFill>
                  <a:srgbClr val="CC3300"/>
                </a:solidFill>
              </a:rPr>
              <a:t>fork</a:t>
            </a:r>
            <a:r>
              <a:rPr lang="en-US" dirty="0"/>
              <a:t> </a:t>
            </a:r>
            <a:r>
              <a:rPr lang="en-US" dirty="0">
                <a:solidFill>
                  <a:schemeClr val="accent6">
                    <a:lumMod val="90000"/>
                    <a:lumOff val="10000"/>
                  </a:schemeClr>
                </a:solidFill>
              </a:rPr>
              <a:t>System Call Illustrated</a:t>
            </a:r>
          </a:p>
        </p:txBody>
      </p:sp>
      <p:sp>
        <p:nvSpPr>
          <p:cNvPr id="977924" name="Rectangle 4"/>
          <p:cNvSpPr>
            <a:spLocks noGrp="1" noChangeArrowheads="1"/>
          </p:cNvSpPr>
          <p:nvPr>
            <p:ph type="body" idx="1"/>
          </p:nvPr>
        </p:nvSpPr>
        <p:spPr>
          <a:xfrm>
            <a:off x="188914" y="1392418"/>
            <a:ext cx="3499772" cy="533400"/>
          </a:xfrm>
        </p:spPr>
        <p:txBody>
          <a:bodyPr/>
          <a:lstStyle/>
          <a:p>
            <a:pPr marL="0" indent="0" eaLnBrk="1" hangingPunct="1">
              <a:lnSpc>
                <a:spcPct val="90000"/>
              </a:lnSpc>
              <a:buNone/>
              <a:defRPr/>
            </a:pPr>
            <a:r>
              <a:rPr lang="en-GB" sz="3200" dirty="0">
                <a:solidFill>
                  <a:srgbClr val="0000BF"/>
                </a:solidFill>
                <a:latin typeface="Courier" charset="0"/>
                <a:ea typeface="Courier" charset="0"/>
                <a:cs typeface="Courier" charset="0"/>
              </a:rPr>
              <a:t>ret</a:t>
            </a:r>
            <a:r>
              <a:rPr lang="en-GB" sz="3200" dirty="0">
                <a:solidFill>
                  <a:srgbClr val="000000"/>
                </a:solidFill>
                <a:latin typeface="Courier" charset="0"/>
                <a:ea typeface="Courier" charset="0"/>
                <a:cs typeface="Courier" charset="0"/>
              </a:rPr>
              <a:t> = </a:t>
            </a:r>
            <a:r>
              <a:rPr lang="en-GB" sz="3200" dirty="0">
                <a:solidFill>
                  <a:srgbClr val="CC3300"/>
                </a:solidFill>
                <a:latin typeface="Courier" charset="0"/>
                <a:ea typeface="Courier" charset="0"/>
                <a:cs typeface="Courier" charset="0"/>
              </a:rPr>
              <a:t>fork()</a:t>
            </a:r>
            <a:r>
              <a:rPr lang="en-GB" sz="3200" dirty="0">
                <a:solidFill>
                  <a:srgbClr val="000000"/>
                </a:solidFill>
                <a:latin typeface="Courier" charset="0"/>
                <a:ea typeface="Courier" charset="0"/>
                <a:cs typeface="Courier" charset="0"/>
              </a:rPr>
              <a:t>;</a:t>
            </a:r>
          </a:p>
        </p:txBody>
      </p:sp>
      <p:sp>
        <p:nvSpPr>
          <p:cNvPr id="977926" name="AutoShape 6"/>
          <p:cNvSpPr>
            <a:spLocks noChangeArrowheads="1"/>
          </p:cNvSpPr>
          <p:nvPr/>
        </p:nvSpPr>
        <p:spPr bwMode="auto">
          <a:xfrm>
            <a:off x="3880710" y="1892800"/>
            <a:ext cx="1716088" cy="3200400"/>
          </a:xfrm>
          <a:prstGeom prst="roundRect">
            <a:avLst>
              <a:gd name="adj" fmla="val 16667"/>
            </a:avLst>
          </a:prstGeom>
          <a:solidFill>
            <a:srgbClr val="EAEAEA"/>
          </a:solidFill>
          <a:ln w="25400">
            <a:solidFill>
              <a:srgbClr val="969696"/>
            </a:solidFill>
            <a:prstDash val="sysDot"/>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spAutoFit/>
          </a:bodyPr>
          <a:lstStyle/>
          <a:p>
            <a:pPr>
              <a:defRPr/>
            </a:pPr>
            <a:endParaRPr lang="en-US">
              <a:cs typeface="+mn-cs"/>
            </a:endParaRPr>
          </a:p>
        </p:txBody>
      </p:sp>
      <p:grpSp>
        <p:nvGrpSpPr>
          <p:cNvPr id="6" name="Group 5"/>
          <p:cNvGrpSpPr>
            <a:grpSpLocks/>
          </p:cNvGrpSpPr>
          <p:nvPr/>
        </p:nvGrpSpPr>
        <p:grpSpPr bwMode="auto">
          <a:xfrm>
            <a:off x="4452210" y="978400"/>
            <a:ext cx="4183063" cy="4132262"/>
            <a:chOff x="4610100" y="2078038"/>
            <a:chExt cx="4183047" cy="4132492"/>
          </a:xfrm>
        </p:grpSpPr>
        <p:sp>
          <p:nvSpPr>
            <p:cNvPr id="44" name="AutoShape 6"/>
            <p:cNvSpPr>
              <a:spLocks noChangeArrowheads="1"/>
            </p:cNvSpPr>
            <p:nvPr/>
          </p:nvSpPr>
          <p:spPr bwMode="auto">
            <a:xfrm>
              <a:off x="7077066" y="3009952"/>
              <a:ext cx="1716081" cy="3200578"/>
            </a:xfrm>
            <a:prstGeom prst="roundRect">
              <a:avLst>
                <a:gd name="adj" fmla="val 16667"/>
              </a:avLst>
            </a:prstGeom>
            <a:solidFill>
              <a:srgbClr val="EAEAEA"/>
            </a:solidFill>
            <a:ln w="25400">
              <a:solidFill>
                <a:srgbClr val="969696"/>
              </a:solidFill>
              <a:prstDash val="sysDot"/>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spAutoFit/>
            </a:bodyPr>
            <a:lstStyle/>
            <a:p>
              <a:pPr>
                <a:defRPr/>
              </a:pPr>
              <a:endParaRPr lang="en-US">
                <a:cs typeface="+mn-cs"/>
              </a:endParaRPr>
            </a:p>
          </p:txBody>
        </p:sp>
        <p:grpSp>
          <p:nvGrpSpPr>
            <p:cNvPr id="96287" name="Group 44"/>
            <p:cNvGrpSpPr>
              <a:grpSpLocks/>
            </p:cNvGrpSpPr>
            <p:nvPr/>
          </p:nvGrpSpPr>
          <p:grpSpPr bwMode="auto">
            <a:xfrm>
              <a:off x="7213624" y="3289133"/>
              <a:ext cx="1433165" cy="2608224"/>
              <a:chOff x="5683570" y="2111255"/>
              <a:chExt cx="1752600" cy="4114800"/>
            </a:xfrm>
          </p:grpSpPr>
          <p:sp>
            <p:nvSpPr>
              <p:cNvPr id="46" name="Rectangle 21"/>
              <p:cNvSpPr>
                <a:spLocks noChangeArrowheads="1"/>
              </p:cNvSpPr>
              <p:nvPr>
                <p:custDataLst>
                  <p:tags r:id="rId12"/>
                </p:custDataLst>
              </p:nvPr>
            </p:nvSpPr>
            <p:spPr bwMode="auto">
              <a:xfrm>
                <a:off x="5683528" y="2111624"/>
                <a:ext cx="1753019" cy="4115090"/>
              </a:xfrm>
              <a:prstGeom prst="rect">
                <a:avLst/>
              </a:prstGeom>
              <a:solidFill>
                <a:srgbClr val="F8F8F8"/>
              </a:solidFill>
              <a:ln w="28575">
                <a:solidFill>
                  <a:srgbClr val="000066"/>
                </a:solidFill>
                <a:miter lim="800000"/>
                <a:headEnd/>
                <a:tailEnd/>
              </a:ln>
              <a:effectLst/>
            </p:spPr>
            <p:txBody>
              <a:bodyPr wrap="none" anchor="ctr"/>
              <a:lstStyle/>
              <a:p>
                <a:pPr algn="ctr" fontAlgn="auto">
                  <a:spcBef>
                    <a:spcPts val="0"/>
                  </a:spcBef>
                  <a:spcAft>
                    <a:spcPts val="0"/>
                  </a:spcAft>
                  <a:defRPr/>
                </a:pPr>
                <a:endParaRPr lang="en-US" sz="1200" kern="0">
                  <a:solidFill>
                    <a:srgbClr val="000066"/>
                  </a:solidFill>
                </a:endParaRPr>
              </a:p>
            </p:txBody>
          </p:sp>
          <p:sp>
            <p:nvSpPr>
              <p:cNvPr id="47" name="Line 25"/>
              <p:cNvSpPr>
                <a:spLocks noChangeShapeType="1"/>
              </p:cNvSpPr>
              <p:nvPr>
                <p:custDataLst>
                  <p:tags r:id="rId13"/>
                </p:custDataLst>
              </p:nvPr>
            </p:nvSpPr>
            <p:spPr bwMode="auto">
              <a:xfrm>
                <a:off x="5683528" y="2645109"/>
                <a:ext cx="1753019" cy="0"/>
              </a:xfrm>
              <a:prstGeom prst="line">
                <a:avLst/>
              </a:prstGeom>
              <a:noFill/>
              <a:ln w="9525">
                <a:solidFill>
                  <a:srgbClr val="000066"/>
                </a:solidFill>
                <a:round/>
                <a:headEnd/>
                <a:tailEn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sp>
            <p:nvSpPr>
              <p:cNvPr id="96292" name="Text Box 26"/>
              <p:cNvSpPr txBox="1">
                <a:spLocks noChangeArrowheads="1"/>
              </p:cNvSpPr>
              <p:nvPr>
                <p:custDataLst>
                  <p:tags r:id="rId14"/>
                </p:custDataLst>
              </p:nvPr>
            </p:nvSpPr>
            <p:spPr bwMode="auto">
              <a:xfrm>
                <a:off x="6060695" y="2128718"/>
                <a:ext cx="790390" cy="5826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algn="ctr" eaLnBrk="1" hangingPunct="1"/>
                <a:r>
                  <a:rPr lang="en-US" sz="1800" b="1">
                    <a:solidFill>
                      <a:srgbClr val="FF0000"/>
                    </a:solidFill>
                    <a:latin typeface="Arial" charset="0"/>
                  </a:rPr>
                  <a:t>Text</a:t>
                </a:r>
              </a:p>
            </p:txBody>
          </p:sp>
          <p:sp>
            <p:nvSpPr>
              <p:cNvPr id="49" name="Line 28"/>
              <p:cNvSpPr>
                <a:spLocks noChangeShapeType="1"/>
              </p:cNvSpPr>
              <p:nvPr>
                <p:custDataLst>
                  <p:tags r:id="rId15"/>
                </p:custDataLst>
              </p:nvPr>
            </p:nvSpPr>
            <p:spPr bwMode="auto">
              <a:xfrm>
                <a:off x="5683528" y="3368943"/>
                <a:ext cx="1753019" cy="0"/>
              </a:xfrm>
              <a:prstGeom prst="line">
                <a:avLst/>
              </a:prstGeom>
              <a:noFill/>
              <a:ln w="9525">
                <a:solidFill>
                  <a:srgbClr val="000066"/>
                </a:solidFill>
                <a:round/>
                <a:headEnd/>
                <a:tailEn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sp>
            <p:nvSpPr>
              <p:cNvPr id="96294" name="Text Box 29"/>
              <p:cNvSpPr txBox="1">
                <a:spLocks noChangeArrowheads="1"/>
              </p:cNvSpPr>
              <p:nvPr>
                <p:custDataLst>
                  <p:tags r:id="rId16"/>
                </p:custDataLst>
              </p:nvPr>
            </p:nvSpPr>
            <p:spPr bwMode="auto">
              <a:xfrm>
                <a:off x="6096363" y="2759416"/>
                <a:ext cx="837667" cy="5826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algn="ctr" eaLnBrk="1" hangingPunct="1"/>
                <a:r>
                  <a:rPr lang="en-US" sz="1800" b="1">
                    <a:solidFill>
                      <a:srgbClr val="00CC00"/>
                    </a:solidFill>
                    <a:latin typeface="Arial" charset="0"/>
                  </a:rPr>
                  <a:t>Data</a:t>
                </a:r>
              </a:p>
            </p:txBody>
          </p:sp>
          <p:sp>
            <p:nvSpPr>
              <p:cNvPr id="51" name="Line 30"/>
              <p:cNvSpPr>
                <a:spLocks noChangeShapeType="1"/>
              </p:cNvSpPr>
              <p:nvPr>
                <p:custDataLst>
                  <p:tags r:id="rId17"/>
                </p:custDataLst>
              </p:nvPr>
            </p:nvSpPr>
            <p:spPr bwMode="auto">
              <a:xfrm>
                <a:off x="5683528" y="4110310"/>
                <a:ext cx="1753019" cy="0"/>
              </a:xfrm>
              <a:prstGeom prst="line">
                <a:avLst/>
              </a:prstGeom>
              <a:noFill/>
              <a:ln w="9525">
                <a:solidFill>
                  <a:srgbClr val="000066"/>
                </a:solidFill>
                <a:round/>
                <a:headEnd/>
                <a:tailEn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sp>
            <p:nvSpPr>
              <p:cNvPr id="96296" name="Text Box 31"/>
              <p:cNvSpPr txBox="1">
                <a:spLocks noChangeArrowheads="1"/>
              </p:cNvSpPr>
              <p:nvPr>
                <p:custDataLst>
                  <p:tags r:id="rId18"/>
                </p:custDataLst>
              </p:nvPr>
            </p:nvSpPr>
            <p:spPr bwMode="auto">
              <a:xfrm>
                <a:off x="6056356" y="3499542"/>
                <a:ext cx="916093" cy="5826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algn="ctr" eaLnBrk="1" hangingPunct="1"/>
                <a:r>
                  <a:rPr lang="en-US" sz="1800" b="1">
                    <a:solidFill>
                      <a:srgbClr val="0000FF"/>
                    </a:solidFill>
                    <a:latin typeface="Arial" charset="0"/>
                  </a:rPr>
                  <a:t>Heap</a:t>
                </a:r>
              </a:p>
            </p:txBody>
          </p:sp>
          <p:sp>
            <p:nvSpPr>
              <p:cNvPr id="53" name="Line 32"/>
              <p:cNvSpPr>
                <a:spLocks noChangeShapeType="1"/>
              </p:cNvSpPr>
              <p:nvPr>
                <p:custDataLst>
                  <p:tags r:id="rId19"/>
                </p:custDataLst>
              </p:nvPr>
            </p:nvSpPr>
            <p:spPr bwMode="auto">
              <a:xfrm>
                <a:off x="6522182" y="4110310"/>
                <a:ext cx="0" cy="305564"/>
              </a:xfrm>
              <a:prstGeom prst="line">
                <a:avLst/>
              </a:prstGeom>
              <a:noFill/>
              <a:ln w="9525">
                <a:solidFill>
                  <a:srgbClr val="000066"/>
                </a:solidFill>
                <a:round/>
                <a:headEnd/>
                <a:tailEnd type="triangle" w="med" len="me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sp>
            <p:nvSpPr>
              <p:cNvPr id="54" name="Line 33"/>
              <p:cNvSpPr>
                <a:spLocks noChangeShapeType="1"/>
              </p:cNvSpPr>
              <p:nvPr>
                <p:custDataLst>
                  <p:tags r:id="rId20"/>
                </p:custDataLst>
              </p:nvPr>
            </p:nvSpPr>
            <p:spPr bwMode="auto">
              <a:xfrm>
                <a:off x="5683528" y="5540449"/>
                <a:ext cx="1753019" cy="0"/>
              </a:xfrm>
              <a:prstGeom prst="line">
                <a:avLst/>
              </a:prstGeom>
              <a:noFill/>
              <a:ln w="9525">
                <a:solidFill>
                  <a:srgbClr val="000066"/>
                </a:solidFill>
                <a:round/>
                <a:headEnd/>
                <a:tailEn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sp>
            <p:nvSpPr>
              <p:cNvPr id="96299" name="Text Box 34"/>
              <p:cNvSpPr txBox="1">
                <a:spLocks noChangeArrowheads="1"/>
              </p:cNvSpPr>
              <p:nvPr>
                <p:custDataLst>
                  <p:tags r:id="rId21"/>
                </p:custDataLst>
              </p:nvPr>
            </p:nvSpPr>
            <p:spPr bwMode="auto">
              <a:xfrm>
                <a:off x="5958759" y="5616454"/>
                <a:ext cx="994260" cy="5826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algn="ctr" eaLnBrk="1" hangingPunct="1"/>
                <a:r>
                  <a:rPr lang="en-US" sz="1800" b="1">
                    <a:solidFill>
                      <a:srgbClr val="CC0099"/>
                    </a:solidFill>
                    <a:latin typeface="Arial" charset="0"/>
                  </a:rPr>
                  <a:t>Stack</a:t>
                </a:r>
              </a:p>
            </p:txBody>
          </p:sp>
          <p:sp>
            <p:nvSpPr>
              <p:cNvPr id="56" name="Line 35"/>
              <p:cNvSpPr>
                <a:spLocks noChangeShapeType="1"/>
              </p:cNvSpPr>
              <p:nvPr>
                <p:custDataLst>
                  <p:tags r:id="rId22"/>
                </p:custDataLst>
              </p:nvPr>
            </p:nvSpPr>
            <p:spPr bwMode="auto">
              <a:xfrm>
                <a:off x="6522182" y="5234885"/>
                <a:ext cx="0" cy="305564"/>
              </a:xfrm>
              <a:prstGeom prst="line">
                <a:avLst/>
              </a:prstGeom>
              <a:noFill/>
              <a:ln w="9525">
                <a:solidFill>
                  <a:srgbClr val="000066"/>
                </a:solidFill>
                <a:round/>
                <a:headEnd type="triangle" w="med" len="med"/>
                <a:tailEn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grpSp>
        <p:sp>
          <p:nvSpPr>
            <p:cNvPr id="977945" name="AutoShape 25"/>
            <p:cNvSpPr>
              <a:spLocks noChangeArrowheads="1"/>
            </p:cNvSpPr>
            <p:nvPr/>
          </p:nvSpPr>
          <p:spPr bwMode="auto">
            <a:xfrm>
              <a:off x="4610100" y="2535263"/>
              <a:ext cx="3146413" cy="990655"/>
            </a:xfrm>
            <a:custGeom>
              <a:avLst/>
              <a:gdLst>
                <a:gd name="G0" fmla="+- -154433 0 0"/>
                <a:gd name="G1" fmla="+- 11196840 0 0"/>
                <a:gd name="G2" fmla="+- -154433 0 11196840"/>
                <a:gd name="G3" fmla="+- 10800 0 0"/>
                <a:gd name="G4" fmla="+- 0 0 -154433"/>
                <a:gd name="T0" fmla="*/ 360 256 1"/>
                <a:gd name="T1" fmla="*/ 0 256 1"/>
                <a:gd name="G5" fmla="+- G2 T0 T1"/>
                <a:gd name="G6" fmla="?: G2 G2 G5"/>
                <a:gd name="G7" fmla="+- 0 0 G6"/>
                <a:gd name="G8" fmla="+- 9947 0 0"/>
                <a:gd name="G9" fmla="+- 0 0 11196840"/>
                <a:gd name="G10" fmla="+- 9947 0 2700"/>
                <a:gd name="G11" fmla="cos G10 -154433"/>
                <a:gd name="G12" fmla="sin G10 -154433"/>
                <a:gd name="G13" fmla="cos 13500 -154433"/>
                <a:gd name="G14" fmla="sin 13500 -154433"/>
                <a:gd name="G15" fmla="+- G11 10800 0"/>
                <a:gd name="G16" fmla="+- G12 10800 0"/>
                <a:gd name="G17" fmla="+- G13 10800 0"/>
                <a:gd name="G18" fmla="+- G14 10800 0"/>
                <a:gd name="G19" fmla="*/ 9947 1 2"/>
                <a:gd name="G20" fmla="+- G19 5400 0"/>
                <a:gd name="G21" fmla="cos G20 -154433"/>
                <a:gd name="G22" fmla="sin G20 -154433"/>
                <a:gd name="G23" fmla="+- G21 10800 0"/>
                <a:gd name="G24" fmla="+- G12 G23 G22"/>
                <a:gd name="G25" fmla="+- G22 G23 G11"/>
                <a:gd name="G26" fmla="cos 10800 -154433"/>
                <a:gd name="G27" fmla="sin 10800 -154433"/>
                <a:gd name="G28" fmla="cos 9947 -154433"/>
                <a:gd name="G29" fmla="sin 9947 -154433"/>
                <a:gd name="G30" fmla="+- G26 10800 0"/>
                <a:gd name="G31" fmla="+- G27 10800 0"/>
                <a:gd name="G32" fmla="+- G28 10800 0"/>
                <a:gd name="G33" fmla="+- G29 10800 0"/>
                <a:gd name="G34" fmla="+- G19 5400 0"/>
                <a:gd name="G35" fmla="cos G34 11196840"/>
                <a:gd name="G36" fmla="sin G34 11196840"/>
                <a:gd name="G37" fmla="+/ 11196840 -154433 2"/>
                <a:gd name="T2" fmla="*/ 180 256 1"/>
                <a:gd name="T3" fmla="*/ 0 256 1"/>
                <a:gd name="G38" fmla="+- G37 T2 T3"/>
                <a:gd name="G39" fmla="?: G2 G37 G38"/>
                <a:gd name="G40" fmla="cos 10800 G39"/>
                <a:gd name="G41" fmla="sin 10800 G39"/>
                <a:gd name="G42" fmla="cos 9947 G39"/>
                <a:gd name="G43" fmla="sin 9947 G39"/>
                <a:gd name="G44" fmla="+- G40 10800 0"/>
                <a:gd name="G45" fmla="+- G41 10800 0"/>
                <a:gd name="G46" fmla="+- G42 10800 0"/>
                <a:gd name="G47" fmla="+- G43 10800 0"/>
                <a:gd name="G48" fmla="+- G35 10800 0"/>
                <a:gd name="G49" fmla="+- G36 10800 0"/>
                <a:gd name="T4" fmla="*/ 9717 w 21600"/>
                <a:gd name="T5" fmla="*/ 54 h 21600"/>
                <a:gd name="T6" fmla="*/ 557 w 21600"/>
                <a:gd name="T7" fmla="*/ 12449 h 21600"/>
                <a:gd name="T8" fmla="*/ 9802 w 21600"/>
                <a:gd name="T9" fmla="*/ 903 h 21600"/>
                <a:gd name="T10" fmla="*/ 24288 w 21600"/>
                <a:gd name="T11" fmla="*/ 10244 h 21600"/>
                <a:gd name="T12" fmla="*/ 21294 w 21600"/>
                <a:gd name="T13" fmla="*/ 13498 h 21600"/>
                <a:gd name="T14" fmla="*/ 18040 w 21600"/>
                <a:gd name="T15" fmla="*/ 10502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20738" y="10391"/>
                  </a:moveTo>
                  <a:cubicBezTo>
                    <a:pt x="20519" y="5061"/>
                    <a:pt x="16134" y="852"/>
                    <a:pt x="10800" y="852"/>
                  </a:cubicBezTo>
                  <a:cubicBezTo>
                    <a:pt x="5306" y="853"/>
                    <a:pt x="853" y="5306"/>
                    <a:pt x="853" y="10800"/>
                  </a:cubicBezTo>
                  <a:cubicBezTo>
                    <a:pt x="852" y="11329"/>
                    <a:pt x="895" y="11858"/>
                    <a:pt x="979" y="12381"/>
                  </a:cubicBezTo>
                  <a:lnTo>
                    <a:pt x="137" y="12517"/>
                  </a:lnTo>
                  <a:cubicBezTo>
                    <a:pt x="45" y="11949"/>
                    <a:pt x="0" y="11375"/>
                    <a:pt x="0" y="10800"/>
                  </a:cubicBezTo>
                  <a:cubicBezTo>
                    <a:pt x="0" y="4835"/>
                    <a:pt x="4835" y="0"/>
                    <a:pt x="10800" y="0"/>
                  </a:cubicBezTo>
                  <a:cubicBezTo>
                    <a:pt x="16591" y="0"/>
                    <a:pt x="21352" y="4568"/>
                    <a:pt x="21590" y="10355"/>
                  </a:cubicBezTo>
                  <a:lnTo>
                    <a:pt x="24288" y="10244"/>
                  </a:lnTo>
                  <a:lnTo>
                    <a:pt x="21294" y="13498"/>
                  </a:lnTo>
                  <a:lnTo>
                    <a:pt x="18040" y="10502"/>
                  </a:lnTo>
                  <a:lnTo>
                    <a:pt x="20738" y="10391"/>
                  </a:lnTo>
                  <a:close/>
                </a:path>
              </a:pathLst>
            </a:custGeom>
            <a:gradFill rotWithShape="0">
              <a:gsLst>
                <a:gs pos="0">
                  <a:srgbClr val="FFFF99">
                    <a:gamma/>
                    <a:shade val="46275"/>
                    <a:invGamma/>
                  </a:srgbClr>
                </a:gs>
                <a:gs pos="50000">
                  <a:srgbClr val="FFFF99"/>
                </a:gs>
                <a:gs pos="100000">
                  <a:srgbClr val="FFFF99">
                    <a:gamma/>
                    <a:shade val="46275"/>
                    <a:invGamma/>
                  </a:srgbClr>
                </a:gs>
              </a:gsLst>
              <a:lin ang="5400000" scaled="1"/>
            </a:gradFill>
            <a:ln w="254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977946" name="Text Box 26"/>
            <p:cNvSpPr txBox="1">
              <a:spLocks noChangeArrowheads="1"/>
            </p:cNvSpPr>
            <p:nvPr/>
          </p:nvSpPr>
          <p:spPr bwMode="auto">
            <a:xfrm>
              <a:off x="5791195" y="2078038"/>
              <a:ext cx="895347" cy="457225"/>
            </a:xfrm>
            <a:prstGeom prst="rect">
              <a:avLst/>
            </a:prstGeom>
            <a:noFill/>
            <a:ln>
              <a:noFill/>
            </a:ln>
            <a:effectLst/>
            <a:extLst>
              <a:ext uri="{909E8E84-426E-40dd-AFC4-6F175D3DCCD1}">
                <a14:hiddenFill xmlns:a14="http://schemas.microsoft.com/office/drawing/2010/main" xmlns="">
                  <a:gradFill rotWithShape="0">
                    <a:gsLst>
                      <a:gs pos="0">
                        <a:srgbClr val="FFFF99">
                          <a:gamma/>
                          <a:shade val="46275"/>
                          <a:invGamma/>
                        </a:srgbClr>
                      </a:gs>
                      <a:gs pos="50000">
                        <a:srgbClr val="FFFF99"/>
                      </a:gs>
                      <a:gs pos="100000">
                        <a:srgbClr val="FFFF99">
                          <a:gamma/>
                          <a:shade val="46275"/>
                          <a:invGamma/>
                        </a:srgbClr>
                      </a:gs>
                    </a:gsLst>
                    <a:lin ang="5400000" scaled="1"/>
                  </a:gra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spcBef>
                  <a:spcPct val="50000"/>
                </a:spcBef>
                <a:defRPr/>
              </a:pPr>
              <a:r>
                <a:rPr lang="en-GB" sz="2400" dirty="0">
                  <a:solidFill>
                    <a:srgbClr val="0F0C19"/>
                  </a:solidFill>
                  <a:latin typeface="Times New Roman" charset="0"/>
                  <a:cs typeface="+mn-cs"/>
                </a:rPr>
                <a:t>fork()</a:t>
              </a:r>
            </a:p>
          </p:txBody>
        </p:sp>
      </p:grpSp>
      <p:grpSp>
        <p:nvGrpSpPr>
          <p:cNvPr id="3" name="Group 2"/>
          <p:cNvGrpSpPr>
            <a:grpSpLocks/>
          </p:cNvGrpSpPr>
          <p:nvPr/>
        </p:nvGrpSpPr>
        <p:grpSpPr bwMode="auto">
          <a:xfrm>
            <a:off x="5649185" y="3804150"/>
            <a:ext cx="1573213" cy="838200"/>
            <a:chOff x="5826125" y="4287996"/>
            <a:chExt cx="1573213" cy="838200"/>
          </a:xfrm>
        </p:grpSpPr>
        <p:sp>
          <p:nvSpPr>
            <p:cNvPr id="977940" name="Oval 20"/>
            <p:cNvSpPr>
              <a:spLocks noChangeArrowheads="1"/>
            </p:cNvSpPr>
            <p:nvPr/>
          </p:nvSpPr>
          <p:spPr bwMode="auto">
            <a:xfrm>
              <a:off x="5826125" y="4287996"/>
              <a:ext cx="858838" cy="685800"/>
            </a:xfrm>
            <a:prstGeom prst="ellipse">
              <a:avLst/>
            </a:prstGeom>
            <a:gradFill rotWithShape="0">
              <a:gsLst>
                <a:gs pos="0">
                  <a:srgbClr val="F8F8F8">
                    <a:gamma/>
                    <a:shade val="96078"/>
                    <a:invGamma/>
                  </a:srgbClr>
                </a:gs>
                <a:gs pos="50000">
                  <a:srgbClr val="F8F8F8"/>
                </a:gs>
                <a:gs pos="100000">
                  <a:srgbClr val="F8F8F8">
                    <a:gamma/>
                    <a:shade val="96078"/>
                    <a:invGamma/>
                  </a:srgbClr>
                </a:gs>
              </a:gsLst>
              <a:lin ang="5400000" scaled="1"/>
            </a:gradFill>
            <a:ln w="19050">
              <a:solidFill>
                <a:srgbClr val="C0C0C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lnSpc>
                  <a:spcPct val="90000"/>
                </a:lnSpc>
                <a:defRPr/>
              </a:pPr>
              <a:r>
                <a:rPr lang="en-GB" sz="1600" b="1" dirty="0">
                  <a:solidFill>
                    <a:srgbClr val="0000BF"/>
                  </a:solidFill>
                  <a:latin typeface="Times New Roman" charset="0"/>
                  <a:cs typeface="+mn-cs"/>
                </a:rPr>
                <a:t>ret</a:t>
              </a:r>
              <a:r>
                <a:rPr lang="en-GB" sz="1600" b="1" dirty="0">
                  <a:solidFill>
                    <a:srgbClr val="000000"/>
                  </a:solidFill>
                  <a:latin typeface="Times New Roman" charset="0"/>
                  <a:cs typeface="+mn-cs"/>
                </a:rPr>
                <a:t> </a:t>
              </a:r>
              <a:r>
                <a:rPr lang="en-GB" sz="1600" b="1" dirty="0">
                  <a:solidFill>
                    <a:srgbClr val="FF0000"/>
                  </a:solidFill>
                  <a:latin typeface="Times New Roman" charset="0"/>
                  <a:cs typeface="+mn-cs"/>
                </a:rPr>
                <a:t>= 0</a:t>
              </a:r>
              <a:endParaRPr lang="en-GB" sz="1800" dirty="0">
                <a:solidFill>
                  <a:srgbClr val="000000"/>
                </a:solidFill>
                <a:latin typeface="Times New Roman" charset="0"/>
                <a:cs typeface="+mn-cs"/>
              </a:endParaRPr>
            </a:p>
          </p:txBody>
        </p:sp>
        <p:sp>
          <p:nvSpPr>
            <p:cNvPr id="977943" name="Line 23"/>
            <p:cNvSpPr>
              <a:spLocks noChangeShapeType="1"/>
            </p:cNvSpPr>
            <p:nvPr/>
          </p:nvSpPr>
          <p:spPr bwMode="auto">
            <a:xfrm flipH="1" flipV="1">
              <a:off x="6613525" y="4440396"/>
              <a:ext cx="785813" cy="685800"/>
            </a:xfrm>
            <a:prstGeom prst="line">
              <a:avLst/>
            </a:prstGeom>
            <a:noFill/>
            <a:ln w="12700">
              <a:solidFill>
                <a:srgbClr val="000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977944" name="Line 24"/>
            <p:cNvSpPr>
              <a:spLocks noChangeShapeType="1"/>
            </p:cNvSpPr>
            <p:nvPr/>
          </p:nvSpPr>
          <p:spPr bwMode="auto">
            <a:xfrm>
              <a:off x="6183313" y="4973796"/>
              <a:ext cx="1216025" cy="152400"/>
            </a:xfrm>
            <a:prstGeom prst="line">
              <a:avLst/>
            </a:prstGeom>
            <a:noFill/>
            <a:ln w="12700">
              <a:solidFill>
                <a:srgbClr val="000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96264" name="Group 30"/>
          <p:cNvGrpSpPr>
            <a:grpSpLocks/>
          </p:cNvGrpSpPr>
          <p:nvPr/>
        </p:nvGrpSpPr>
        <p:grpSpPr bwMode="auto">
          <a:xfrm>
            <a:off x="4017235" y="2172200"/>
            <a:ext cx="1433513" cy="2608262"/>
            <a:chOff x="5683570" y="2111255"/>
            <a:chExt cx="1752600" cy="4114800"/>
          </a:xfrm>
        </p:grpSpPr>
        <p:sp>
          <p:nvSpPr>
            <p:cNvPr id="32" name="Rectangle 21"/>
            <p:cNvSpPr>
              <a:spLocks noChangeArrowheads="1"/>
            </p:cNvSpPr>
            <p:nvPr>
              <p:custDataLst>
                <p:tags r:id="rId1"/>
              </p:custDataLst>
            </p:nvPr>
          </p:nvSpPr>
          <p:spPr bwMode="auto">
            <a:xfrm>
              <a:off x="5683570" y="2111255"/>
              <a:ext cx="1752600" cy="4114800"/>
            </a:xfrm>
            <a:prstGeom prst="rect">
              <a:avLst/>
            </a:prstGeom>
            <a:solidFill>
              <a:srgbClr val="F8F8F8"/>
            </a:solidFill>
            <a:ln w="28575">
              <a:solidFill>
                <a:srgbClr val="000066"/>
              </a:solidFill>
              <a:miter lim="800000"/>
              <a:headEnd/>
              <a:tailEnd/>
            </a:ln>
            <a:effectLst/>
          </p:spPr>
          <p:txBody>
            <a:bodyPr wrap="none" anchor="ctr"/>
            <a:lstStyle/>
            <a:p>
              <a:pPr algn="ctr" fontAlgn="auto">
                <a:spcBef>
                  <a:spcPts val="0"/>
                </a:spcBef>
                <a:spcAft>
                  <a:spcPts val="0"/>
                </a:spcAft>
                <a:defRPr/>
              </a:pPr>
              <a:endParaRPr lang="en-US" sz="1200" kern="0">
                <a:solidFill>
                  <a:srgbClr val="000066"/>
                </a:solidFill>
              </a:endParaRPr>
            </a:p>
          </p:txBody>
        </p:sp>
        <p:sp>
          <p:nvSpPr>
            <p:cNvPr id="33" name="Line 25"/>
            <p:cNvSpPr>
              <a:spLocks noChangeShapeType="1"/>
            </p:cNvSpPr>
            <p:nvPr>
              <p:custDataLst>
                <p:tags r:id="rId2"/>
              </p:custDataLst>
            </p:nvPr>
          </p:nvSpPr>
          <p:spPr bwMode="auto">
            <a:xfrm>
              <a:off x="5683570" y="2644701"/>
              <a:ext cx="1752600" cy="0"/>
            </a:xfrm>
            <a:prstGeom prst="line">
              <a:avLst/>
            </a:prstGeom>
            <a:noFill/>
            <a:ln w="9525">
              <a:solidFill>
                <a:srgbClr val="000066"/>
              </a:solidFill>
              <a:round/>
              <a:headEnd/>
              <a:tailEn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sp>
          <p:nvSpPr>
            <p:cNvPr id="96274" name="Text Box 26"/>
            <p:cNvSpPr txBox="1">
              <a:spLocks noChangeArrowheads="1"/>
            </p:cNvSpPr>
            <p:nvPr>
              <p:custDataLst>
                <p:tags r:id="rId3"/>
              </p:custDataLst>
            </p:nvPr>
          </p:nvSpPr>
          <p:spPr bwMode="auto">
            <a:xfrm>
              <a:off x="6060695" y="2128718"/>
              <a:ext cx="790390" cy="5826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algn="ctr" eaLnBrk="1" hangingPunct="1"/>
              <a:r>
                <a:rPr lang="en-US" sz="1800" b="1">
                  <a:solidFill>
                    <a:srgbClr val="FF0000"/>
                  </a:solidFill>
                  <a:latin typeface="Arial" charset="0"/>
                </a:rPr>
                <a:t>Text</a:t>
              </a:r>
            </a:p>
          </p:txBody>
        </p:sp>
        <p:sp>
          <p:nvSpPr>
            <p:cNvPr id="35" name="Line 28"/>
            <p:cNvSpPr>
              <a:spLocks noChangeShapeType="1"/>
            </p:cNvSpPr>
            <p:nvPr>
              <p:custDataLst>
                <p:tags r:id="rId4"/>
              </p:custDataLst>
            </p:nvPr>
          </p:nvSpPr>
          <p:spPr bwMode="auto">
            <a:xfrm>
              <a:off x="5683570" y="3368486"/>
              <a:ext cx="1752600" cy="0"/>
            </a:xfrm>
            <a:prstGeom prst="line">
              <a:avLst/>
            </a:prstGeom>
            <a:noFill/>
            <a:ln w="9525">
              <a:solidFill>
                <a:srgbClr val="000066"/>
              </a:solidFill>
              <a:round/>
              <a:headEnd/>
              <a:tailEn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sp>
          <p:nvSpPr>
            <p:cNvPr id="96276" name="Text Box 29"/>
            <p:cNvSpPr txBox="1">
              <a:spLocks noChangeArrowheads="1"/>
            </p:cNvSpPr>
            <p:nvPr>
              <p:custDataLst>
                <p:tags r:id="rId5"/>
              </p:custDataLst>
            </p:nvPr>
          </p:nvSpPr>
          <p:spPr bwMode="auto">
            <a:xfrm>
              <a:off x="6096363" y="2759416"/>
              <a:ext cx="837667" cy="5826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algn="ctr" eaLnBrk="1" hangingPunct="1"/>
              <a:r>
                <a:rPr lang="en-US" sz="1800" b="1" dirty="0">
                  <a:solidFill>
                    <a:srgbClr val="00CC00"/>
                  </a:solidFill>
                  <a:latin typeface="Arial" charset="0"/>
                </a:rPr>
                <a:t>Data</a:t>
              </a:r>
            </a:p>
          </p:txBody>
        </p:sp>
        <p:sp>
          <p:nvSpPr>
            <p:cNvPr id="37" name="Line 30"/>
            <p:cNvSpPr>
              <a:spLocks noChangeShapeType="1"/>
            </p:cNvSpPr>
            <p:nvPr>
              <p:custDataLst>
                <p:tags r:id="rId6"/>
              </p:custDataLst>
            </p:nvPr>
          </p:nvSpPr>
          <p:spPr bwMode="auto">
            <a:xfrm>
              <a:off x="5683570" y="4109801"/>
              <a:ext cx="1752600" cy="0"/>
            </a:xfrm>
            <a:prstGeom prst="line">
              <a:avLst/>
            </a:prstGeom>
            <a:noFill/>
            <a:ln w="9525">
              <a:solidFill>
                <a:srgbClr val="000066"/>
              </a:solidFill>
              <a:round/>
              <a:headEnd/>
              <a:tailEn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sp>
          <p:nvSpPr>
            <p:cNvPr id="96278" name="Text Box 31"/>
            <p:cNvSpPr txBox="1">
              <a:spLocks noChangeArrowheads="1"/>
            </p:cNvSpPr>
            <p:nvPr>
              <p:custDataLst>
                <p:tags r:id="rId7"/>
              </p:custDataLst>
            </p:nvPr>
          </p:nvSpPr>
          <p:spPr bwMode="auto">
            <a:xfrm>
              <a:off x="6056356" y="3499542"/>
              <a:ext cx="916093" cy="5826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algn="ctr" eaLnBrk="1" hangingPunct="1"/>
              <a:r>
                <a:rPr lang="en-US" sz="1800" b="1">
                  <a:solidFill>
                    <a:srgbClr val="0000FF"/>
                  </a:solidFill>
                  <a:latin typeface="Arial" charset="0"/>
                </a:rPr>
                <a:t>Heap</a:t>
              </a:r>
            </a:p>
          </p:txBody>
        </p:sp>
        <p:sp>
          <p:nvSpPr>
            <p:cNvPr id="39" name="Line 32"/>
            <p:cNvSpPr>
              <a:spLocks noChangeShapeType="1"/>
            </p:cNvSpPr>
            <p:nvPr>
              <p:custDataLst>
                <p:tags r:id="rId8"/>
              </p:custDataLst>
            </p:nvPr>
          </p:nvSpPr>
          <p:spPr bwMode="auto">
            <a:xfrm>
              <a:off x="6522023" y="4109801"/>
              <a:ext cx="0" cy="305542"/>
            </a:xfrm>
            <a:prstGeom prst="line">
              <a:avLst/>
            </a:prstGeom>
            <a:noFill/>
            <a:ln w="9525">
              <a:solidFill>
                <a:srgbClr val="000066"/>
              </a:solidFill>
              <a:round/>
              <a:headEnd/>
              <a:tailEnd type="triangle" w="med" len="me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sp>
          <p:nvSpPr>
            <p:cNvPr id="40" name="Line 33"/>
            <p:cNvSpPr>
              <a:spLocks noChangeShapeType="1"/>
            </p:cNvSpPr>
            <p:nvPr>
              <p:custDataLst>
                <p:tags r:id="rId9"/>
              </p:custDataLst>
            </p:nvPr>
          </p:nvSpPr>
          <p:spPr bwMode="auto">
            <a:xfrm>
              <a:off x="5683570" y="5539837"/>
              <a:ext cx="1752600" cy="0"/>
            </a:xfrm>
            <a:prstGeom prst="line">
              <a:avLst/>
            </a:prstGeom>
            <a:noFill/>
            <a:ln w="9525">
              <a:solidFill>
                <a:srgbClr val="000066"/>
              </a:solidFill>
              <a:round/>
              <a:headEnd/>
              <a:tailEn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sp>
          <p:nvSpPr>
            <p:cNvPr id="96281" name="Text Box 34"/>
            <p:cNvSpPr txBox="1">
              <a:spLocks noChangeArrowheads="1"/>
            </p:cNvSpPr>
            <p:nvPr>
              <p:custDataLst>
                <p:tags r:id="rId10"/>
              </p:custDataLst>
            </p:nvPr>
          </p:nvSpPr>
          <p:spPr bwMode="auto">
            <a:xfrm>
              <a:off x="5958759" y="5616454"/>
              <a:ext cx="994260" cy="5826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algn="ctr" eaLnBrk="1" hangingPunct="1"/>
              <a:r>
                <a:rPr lang="en-US" sz="1800" b="1">
                  <a:solidFill>
                    <a:srgbClr val="CC0099"/>
                  </a:solidFill>
                  <a:latin typeface="Arial" charset="0"/>
                </a:rPr>
                <a:t>Stack</a:t>
              </a:r>
            </a:p>
          </p:txBody>
        </p:sp>
        <p:sp>
          <p:nvSpPr>
            <p:cNvPr id="42" name="Line 35"/>
            <p:cNvSpPr>
              <a:spLocks noChangeShapeType="1"/>
            </p:cNvSpPr>
            <p:nvPr>
              <p:custDataLst>
                <p:tags r:id="rId11"/>
              </p:custDataLst>
            </p:nvPr>
          </p:nvSpPr>
          <p:spPr bwMode="auto">
            <a:xfrm>
              <a:off x="6522023" y="5234295"/>
              <a:ext cx="0" cy="305542"/>
            </a:xfrm>
            <a:prstGeom prst="line">
              <a:avLst/>
            </a:prstGeom>
            <a:noFill/>
            <a:ln w="9525">
              <a:solidFill>
                <a:srgbClr val="000066"/>
              </a:solidFill>
              <a:round/>
              <a:headEnd type="triangle" w="med" len="med"/>
              <a:tailEnd/>
            </a:ln>
            <a:effectLst/>
          </p:spPr>
          <p:txBody>
            <a:bodyPr wrap="none" anchor="ctr"/>
            <a:lstStyle/>
            <a:p>
              <a:pPr fontAlgn="auto">
                <a:spcBef>
                  <a:spcPts val="0"/>
                </a:spcBef>
                <a:spcAft>
                  <a:spcPts val="0"/>
                </a:spcAft>
                <a:defRPr/>
              </a:pPr>
              <a:endParaRPr lang="en-US" sz="1200" kern="0">
                <a:solidFill>
                  <a:sysClr val="windowText" lastClr="000000"/>
                </a:solidFill>
              </a:endParaRPr>
            </a:p>
          </p:txBody>
        </p:sp>
      </p:grpSp>
      <p:grpSp>
        <p:nvGrpSpPr>
          <p:cNvPr id="4" name="Group 3"/>
          <p:cNvGrpSpPr>
            <a:grpSpLocks/>
          </p:cNvGrpSpPr>
          <p:nvPr/>
        </p:nvGrpSpPr>
        <p:grpSpPr bwMode="auto">
          <a:xfrm>
            <a:off x="5171348" y="4461375"/>
            <a:ext cx="1347787" cy="866775"/>
            <a:chOff x="5468938" y="5126196"/>
            <a:chExt cx="1287462" cy="990600"/>
          </a:xfrm>
        </p:grpSpPr>
        <p:sp>
          <p:nvSpPr>
            <p:cNvPr id="977939" name="Oval 19"/>
            <p:cNvSpPr>
              <a:spLocks noChangeArrowheads="1"/>
            </p:cNvSpPr>
            <p:nvPr/>
          </p:nvSpPr>
          <p:spPr bwMode="auto">
            <a:xfrm>
              <a:off x="5898092" y="5430996"/>
              <a:ext cx="858308" cy="685800"/>
            </a:xfrm>
            <a:prstGeom prst="ellipse">
              <a:avLst/>
            </a:prstGeom>
            <a:gradFill rotWithShape="0">
              <a:gsLst>
                <a:gs pos="0">
                  <a:srgbClr val="F8F8F8">
                    <a:gamma/>
                    <a:shade val="96078"/>
                    <a:invGamma/>
                  </a:srgbClr>
                </a:gs>
                <a:gs pos="50000">
                  <a:srgbClr val="F8F8F8"/>
                </a:gs>
                <a:gs pos="100000">
                  <a:srgbClr val="F8F8F8">
                    <a:gamma/>
                    <a:shade val="96078"/>
                    <a:invGamma/>
                  </a:srgbClr>
                </a:gs>
              </a:gsLst>
              <a:lin ang="5400000" scaled="1"/>
            </a:gradFill>
            <a:ln w="19050">
              <a:solidFill>
                <a:srgbClr val="969696"/>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lnSpc>
                  <a:spcPct val="90000"/>
                </a:lnSpc>
                <a:defRPr/>
              </a:pPr>
              <a:r>
                <a:rPr lang="en-GB" sz="1600" b="1" dirty="0">
                  <a:solidFill>
                    <a:srgbClr val="0000BF"/>
                  </a:solidFill>
                  <a:latin typeface="Times New Roman" charset="0"/>
                  <a:cs typeface="+mn-cs"/>
                </a:rPr>
                <a:t>ret </a:t>
              </a:r>
              <a:r>
                <a:rPr lang="en-GB" sz="1600" b="1" dirty="0">
                  <a:solidFill>
                    <a:srgbClr val="FF0000"/>
                  </a:solidFill>
                  <a:latin typeface="Times New Roman" charset="0"/>
                  <a:cs typeface="+mn-cs"/>
                </a:rPr>
                <a:t>= xxx</a:t>
              </a:r>
              <a:endParaRPr lang="en-GB" sz="1800" dirty="0">
                <a:solidFill>
                  <a:srgbClr val="000000"/>
                </a:solidFill>
                <a:latin typeface="Times New Roman" charset="0"/>
                <a:cs typeface="+mn-cs"/>
              </a:endParaRPr>
            </a:p>
          </p:txBody>
        </p:sp>
        <p:sp>
          <p:nvSpPr>
            <p:cNvPr id="977941" name="Line 21"/>
            <p:cNvSpPr>
              <a:spLocks noChangeShapeType="1"/>
            </p:cNvSpPr>
            <p:nvPr/>
          </p:nvSpPr>
          <p:spPr bwMode="auto">
            <a:xfrm>
              <a:off x="5468938" y="5126196"/>
              <a:ext cx="856791" cy="304800"/>
            </a:xfrm>
            <a:prstGeom prst="line">
              <a:avLst/>
            </a:prstGeom>
            <a:noFill/>
            <a:ln w="12700">
              <a:solidFill>
                <a:srgbClr val="000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977942" name="Line 22"/>
            <p:cNvSpPr>
              <a:spLocks noChangeShapeType="1"/>
            </p:cNvSpPr>
            <p:nvPr/>
          </p:nvSpPr>
          <p:spPr bwMode="auto">
            <a:xfrm>
              <a:off x="5468938" y="5126196"/>
              <a:ext cx="429154" cy="762000"/>
            </a:xfrm>
            <a:prstGeom prst="line">
              <a:avLst/>
            </a:prstGeom>
            <a:noFill/>
            <a:ln w="12700">
              <a:solidFill>
                <a:srgbClr val="000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 name="Group 6"/>
          <p:cNvGrpSpPr>
            <a:grpSpLocks/>
          </p:cNvGrpSpPr>
          <p:nvPr/>
        </p:nvGrpSpPr>
        <p:grpSpPr bwMode="auto">
          <a:xfrm>
            <a:off x="4291873" y="5102725"/>
            <a:ext cx="3935412" cy="401637"/>
            <a:chOff x="4449817" y="6202407"/>
            <a:chExt cx="3935020" cy="401660"/>
          </a:xfrm>
        </p:grpSpPr>
        <p:sp>
          <p:nvSpPr>
            <p:cNvPr id="58" name="Text Box 26"/>
            <p:cNvSpPr txBox="1">
              <a:spLocks noChangeArrowheads="1"/>
            </p:cNvSpPr>
            <p:nvPr/>
          </p:nvSpPr>
          <p:spPr bwMode="auto">
            <a:xfrm>
              <a:off x="7630850" y="6203994"/>
              <a:ext cx="753987" cy="400073"/>
            </a:xfrm>
            <a:prstGeom prst="rect">
              <a:avLst/>
            </a:prstGeom>
            <a:noFill/>
            <a:ln>
              <a:noFill/>
            </a:ln>
            <a:effectLst/>
            <a:extLst>
              <a:ext uri="{909E8E84-426E-40dd-AFC4-6F175D3DCCD1}">
                <a14:hiddenFill xmlns:a14="http://schemas.microsoft.com/office/drawing/2010/main" xmlns="">
                  <a:gradFill rotWithShape="0">
                    <a:gsLst>
                      <a:gs pos="0">
                        <a:srgbClr val="FFFF99">
                          <a:gamma/>
                          <a:shade val="46275"/>
                          <a:invGamma/>
                        </a:srgbClr>
                      </a:gs>
                      <a:gs pos="50000">
                        <a:srgbClr val="FFFF99"/>
                      </a:gs>
                      <a:gs pos="100000">
                        <a:srgbClr val="FFFF99">
                          <a:gamma/>
                          <a:shade val="46275"/>
                          <a:invGamma/>
                        </a:srgbClr>
                      </a:gs>
                    </a:gsLst>
                    <a:lin ang="5400000" scaled="1"/>
                  </a:gra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spcBef>
                  <a:spcPct val="50000"/>
                </a:spcBef>
                <a:defRPr/>
              </a:pPr>
              <a:r>
                <a:rPr lang="en-GB" sz="2000" dirty="0">
                  <a:solidFill>
                    <a:srgbClr val="0F0C19"/>
                  </a:solidFill>
                  <a:latin typeface="Times New Roman" charset="0"/>
                  <a:cs typeface="+mn-cs"/>
                </a:rPr>
                <a:t>Child</a:t>
              </a:r>
              <a:endParaRPr lang="en-GB" sz="2400" dirty="0">
                <a:solidFill>
                  <a:srgbClr val="0F0C19"/>
                </a:solidFill>
                <a:latin typeface="Times New Roman" charset="0"/>
                <a:cs typeface="+mn-cs"/>
              </a:endParaRPr>
            </a:p>
          </p:txBody>
        </p:sp>
        <p:sp>
          <p:nvSpPr>
            <p:cNvPr id="59" name="Text Box 26"/>
            <p:cNvSpPr txBox="1">
              <a:spLocks noChangeArrowheads="1"/>
            </p:cNvSpPr>
            <p:nvPr/>
          </p:nvSpPr>
          <p:spPr bwMode="auto">
            <a:xfrm>
              <a:off x="4449817" y="6202407"/>
              <a:ext cx="839703" cy="400073"/>
            </a:xfrm>
            <a:prstGeom prst="rect">
              <a:avLst/>
            </a:prstGeom>
            <a:noFill/>
            <a:ln>
              <a:noFill/>
            </a:ln>
            <a:effectLst/>
            <a:extLst>
              <a:ext uri="{909E8E84-426E-40dd-AFC4-6F175D3DCCD1}">
                <a14:hiddenFill xmlns:a14="http://schemas.microsoft.com/office/drawing/2010/main" xmlns="">
                  <a:gradFill rotWithShape="0">
                    <a:gsLst>
                      <a:gs pos="0">
                        <a:srgbClr val="FFFF99">
                          <a:gamma/>
                          <a:shade val="46275"/>
                          <a:invGamma/>
                        </a:srgbClr>
                      </a:gs>
                      <a:gs pos="50000">
                        <a:srgbClr val="FFFF99"/>
                      </a:gs>
                      <a:gs pos="100000">
                        <a:srgbClr val="FFFF99">
                          <a:gamma/>
                          <a:shade val="46275"/>
                          <a:invGamma/>
                        </a:srgbClr>
                      </a:gs>
                    </a:gsLst>
                    <a:lin ang="5400000" scaled="1"/>
                  </a:gra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spcBef>
                  <a:spcPct val="50000"/>
                </a:spcBef>
                <a:defRPr/>
              </a:pPr>
              <a:r>
                <a:rPr lang="en-GB" sz="2000" dirty="0">
                  <a:solidFill>
                    <a:srgbClr val="0F0C19"/>
                  </a:solidFill>
                  <a:latin typeface="Times New Roman" charset="0"/>
                  <a:cs typeface="+mn-cs"/>
                </a:rPr>
                <a:t>Parent</a:t>
              </a:r>
            </a:p>
          </p:txBody>
        </p:sp>
      </p:grpSp>
      <p:sp>
        <p:nvSpPr>
          <p:cNvPr id="48" name="Rectangle 3"/>
          <p:cNvSpPr txBox="1">
            <a:spLocks noChangeArrowheads="1"/>
          </p:cNvSpPr>
          <p:nvPr/>
        </p:nvSpPr>
        <p:spPr bwMode="auto">
          <a:xfrm>
            <a:off x="193830" y="2123230"/>
            <a:ext cx="3494854" cy="234270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marL="315278" indent="-315278" algn="l" rtl="0" eaLnBrk="0" fontAlgn="base" hangingPunct="0">
              <a:spcBef>
                <a:spcPct val="50000"/>
              </a:spcBef>
              <a:spcAft>
                <a:spcPct val="0"/>
              </a:spcAft>
              <a:buSzPct val="60000"/>
              <a:buFont typeface="Wingdings" charset="2"/>
              <a:buChar char="q"/>
              <a:defRPr sz="2800">
                <a:solidFill>
                  <a:schemeClr val="accent6">
                    <a:lumMod val="90000"/>
                    <a:lumOff val="10000"/>
                  </a:schemeClr>
                </a:solidFill>
                <a:latin typeface="Calibri" charset="0"/>
                <a:ea typeface="Calibri" charset="0"/>
                <a:cs typeface="Calibri" charset="0"/>
              </a:defRPr>
            </a:lvl1pPr>
            <a:lvl2pPr marL="655003" indent="-315278" algn="l" rtl="0" eaLnBrk="0" fontAlgn="base" hangingPunct="0">
              <a:spcBef>
                <a:spcPct val="10000"/>
              </a:spcBef>
              <a:spcAft>
                <a:spcPct val="0"/>
              </a:spcAft>
              <a:buFont typeface="Helvetica" charset="0"/>
              <a:buChar char="–"/>
              <a:defRPr sz="2400">
                <a:solidFill>
                  <a:schemeClr val="tx1"/>
                </a:solidFill>
                <a:latin typeface="+mn-lt"/>
                <a:ea typeface="Arial" charset="0"/>
                <a:cs typeface="+mn-cs"/>
              </a:defRPr>
            </a:lvl2pPr>
            <a:lvl3pPr marL="911225" indent="-233363" algn="l" rtl="0" eaLnBrk="0" fontAlgn="base" hangingPunct="0">
              <a:spcBef>
                <a:spcPct val="10000"/>
              </a:spcBef>
              <a:spcAft>
                <a:spcPct val="0"/>
              </a:spcAft>
              <a:buFont typeface="Wingdings" charset="0"/>
              <a:buChar char=""/>
              <a:defRPr sz="2000">
                <a:solidFill>
                  <a:schemeClr val="tx1"/>
                </a:solidFill>
                <a:latin typeface="+mn-lt"/>
                <a:ea typeface="Arial" charset="0"/>
                <a:cs typeface="+mn-cs"/>
              </a:defRPr>
            </a:lvl3pPr>
            <a:lvl4pPr marL="1258888" indent="-233363" algn="l" rtl="0" eaLnBrk="0" fontAlgn="base" hangingPunct="0">
              <a:spcBef>
                <a:spcPct val="10000"/>
              </a:spcBef>
              <a:spcAft>
                <a:spcPct val="0"/>
              </a:spcAft>
              <a:buChar char="•"/>
              <a:defRPr sz="2000">
                <a:solidFill>
                  <a:schemeClr val="accent2"/>
                </a:solidFill>
                <a:latin typeface="+mj-lt"/>
                <a:ea typeface="Arial" charset="0"/>
                <a:cs typeface="+mn-cs"/>
              </a:defRPr>
            </a:lvl4pPr>
            <a:lvl5pPr marL="1597025" indent="-223838" algn="l" rtl="0" eaLnBrk="0" fontAlgn="base" hangingPunct="0">
              <a:spcBef>
                <a:spcPct val="10000"/>
              </a:spcBef>
              <a:spcAft>
                <a:spcPct val="0"/>
              </a:spcAft>
              <a:buChar char="•"/>
              <a:defRPr sz="2000">
                <a:solidFill>
                  <a:schemeClr val="tx1"/>
                </a:solidFill>
                <a:latin typeface="+mj-lt"/>
                <a:ea typeface="Arial" charset="0"/>
                <a:cs typeface="+mn-cs"/>
              </a:defRPr>
            </a:lvl5pPr>
            <a:lvl6pPr marL="2054225" indent="-223838" algn="l" rtl="0" eaLnBrk="0" fontAlgn="base" hangingPunct="0">
              <a:spcBef>
                <a:spcPct val="10000"/>
              </a:spcBef>
              <a:spcAft>
                <a:spcPct val="0"/>
              </a:spcAft>
              <a:buChar char="•"/>
              <a:defRPr sz="2000">
                <a:solidFill>
                  <a:schemeClr val="tx1"/>
                </a:solidFill>
                <a:latin typeface="+mj-lt"/>
                <a:ea typeface="Arial" charset="0"/>
                <a:cs typeface="+mn-cs"/>
              </a:defRPr>
            </a:lvl6pPr>
            <a:lvl7pPr marL="2511425" indent="-223838" algn="l" rtl="0" eaLnBrk="0" fontAlgn="base" hangingPunct="0">
              <a:spcBef>
                <a:spcPct val="10000"/>
              </a:spcBef>
              <a:spcAft>
                <a:spcPct val="0"/>
              </a:spcAft>
              <a:buChar char="•"/>
              <a:defRPr sz="2000">
                <a:solidFill>
                  <a:schemeClr val="tx1"/>
                </a:solidFill>
                <a:latin typeface="+mj-lt"/>
                <a:ea typeface="Arial" charset="0"/>
                <a:cs typeface="+mn-cs"/>
              </a:defRPr>
            </a:lvl7pPr>
            <a:lvl8pPr marL="2968625" indent="-223838" algn="l" rtl="0" eaLnBrk="0" fontAlgn="base" hangingPunct="0">
              <a:spcBef>
                <a:spcPct val="10000"/>
              </a:spcBef>
              <a:spcAft>
                <a:spcPct val="0"/>
              </a:spcAft>
              <a:buChar char="•"/>
              <a:defRPr sz="2000">
                <a:solidFill>
                  <a:schemeClr val="tx1"/>
                </a:solidFill>
                <a:latin typeface="+mj-lt"/>
                <a:ea typeface="Arial" charset="0"/>
                <a:cs typeface="+mn-cs"/>
              </a:defRPr>
            </a:lvl8pPr>
            <a:lvl9pPr marL="3425825" indent="-223838" algn="l" rtl="0" eaLnBrk="0" fontAlgn="base" hangingPunct="0">
              <a:spcBef>
                <a:spcPct val="10000"/>
              </a:spcBef>
              <a:spcAft>
                <a:spcPct val="0"/>
              </a:spcAft>
              <a:buChar char="•"/>
              <a:defRPr sz="2000">
                <a:solidFill>
                  <a:schemeClr val="tx1"/>
                </a:solidFill>
                <a:latin typeface="+mj-lt"/>
                <a:ea typeface="Arial" charset="0"/>
                <a:cs typeface="+mn-cs"/>
              </a:defRPr>
            </a:lvl9pPr>
          </a:lstStyle>
          <a:p>
            <a:pPr marL="0" indent="0" eaLnBrk="1" hangingPunct="1">
              <a:buNone/>
              <a:defRPr/>
            </a:pPr>
            <a:r>
              <a:rPr lang="en-US" sz="2400" b="0" kern="0" dirty="0">
                <a:solidFill>
                  <a:schemeClr val="bg2">
                    <a:lumMod val="50000"/>
                  </a:schemeClr>
                </a:solidFill>
              </a:rPr>
              <a:t>ret = -1 if unsuccessful</a:t>
            </a:r>
          </a:p>
          <a:p>
            <a:pPr marL="0" indent="0" eaLnBrk="1" hangingPunct="1">
              <a:buNone/>
              <a:defRPr/>
            </a:pPr>
            <a:r>
              <a:rPr lang="en-US" sz="2400" b="0" kern="0" dirty="0">
                <a:solidFill>
                  <a:schemeClr val="bg2">
                    <a:lumMod val="50000"/>
                  </a:schemeClr>
                </a:solidFill>
              </a:rPr>
              <a:t>ret =  0 in the child</a:t>
            </a:r>
          </a:p>
          <a:p>
            <a:pPr marL="0" indent="0" eaLnBrk="1" hangingPunct="1">
              <a:buNone/>
              <a:defRPr/>
            </a:pPr>
            <a:r>
              <a:rPr lang="en-US" sz="2400" b="0" kern="0" dirty="0">
                <a:solidFill>
                  <a:schemeClr val="bg2">
                    <a:lumMod val="50000"/>
                  </a:schemeClr>
                </a:solidFill>
              </a:rPr>
              <a:t>ret = the child’s identifier in the parent process</a:t>
            </a:r>
          </a:p>
          <a:p>
            <a:pPr marL="339725" lvl="1" indent="0" eaLnBrk="1" hangingPunct="1">
              <a:buNone/>
              <a:defRPr/>
            </a:pPr>
            <a:endParaRPr lang="en-US" b="0" kern="0" dirty="0"/>
          </a:p>
        </p:txBody>
      </p:sp>
    </p:spTree>
    <p:extLst>
      <p:ext uri="{BB962C8B-B14F-4D97-AF65-F5344CB8AC3E}">
        <p14:creationId xmlns:p14="http://schemas.microsoft.com/office/powerpoint/2010/main" val="16954316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par>
                          <p:cTn id="8" fill="hold" nodeType="afterGroup">
                            <p:stCondLst>
                              <p:cond delay="1000"/>
                            </p:stCondLst>
                            <p:childTnLst>
                              <p:par>
                                <p:cTn id="9" presetID="1"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9E3E9-D140-21C9-FCF0-D8F9D79E4D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1E9643-55CA-6A55-D77E-1DBF69472369}"/>
              </a:ext>
            </a:extLst>
          </p:cNvPr>
          <p:cNvSpPr>
            <a:spLocks noGrp="1"/>
          </p:cNvSpPr>
          <p:nvPr>
            <p:ph idx="1"/>
          </p:nvPr>
        </p:nvSpPr>
        <p:spPr>
          <a:xfrm>
            <a:off x="198075" y="126170"/>
            <a:ext cx="8828905" cy="6401410"/>
          </a:xfrm>
        </p:spPr>
        <p:txBody>
          <a:bodyPr/>
          <a:lstStyle/>
          <a:p>
            <a:pPr marL="0" indent="0">
              <a:spcBef>
                <a:spcPts val="0"/>
              </a:spcBef>
              <a:buNone/>
            </a:pPr>
            <a:r>
              <a:rPr lang="en-IN" dirty="0"/>
              <a:t>#include&lt;stdio.h&gt;</a:t>
            </a:r>
            <a:br>
              <a:rPr lang="en-IN" dirty="0"/>
            </a:br>
            <a:r>
              <a:rPr lang="en-IN" dirty="0"/>
              <a:t>#include&lt;unistd.h&gt;</a:t>
            </a:r>
            <a:br>
              <a:rPr lang="en-IN" dirty="0"/>
            </a:br>
            <a:r>
              <a:rPr lang="en-IN" dirty="0"/>
              <a:t>void main()</a:t>
            </a:r>
            <a:br>
              <a:rPr lang="en-IN" dirty="0"/>
            </a:br>
            <a:r>
              <a:rPr lang="en-IN" dirty="0"/>
              <a:t>{</a:t>
            </a:r>
            <a:br>
              <a:rPr lang="en-IN" dirty="0"/>
            </a:br>
            <a:r>
              <a:rPr lang="en-IN" dirty="0"/>
              <a:t>  </a:t>
            </a:r>
            <a:r>
              <a:rPr lang="en-IN" dirty="0" err="1"/>
              <a:t>printf</a:t>
            </a:r>
            <a:r>
              <a:rPr lang="en-IN" dirty="0"/>
              <a:t>("Entering into </a:t>
            </a:r>
            <a:r>
              <a:rPr lang="en-IN" dirty="0" err="1"/>
              <a:t>pgm</a:t>
            </a:r>
            <a:r>
              <a:rPr lang="en-IN" dirty="0"/>
              <a:t>");</a:t>
            </a:r>
            <a:br>
              <a:rPr lang="en-IN" dirty="0"/>
            </a:br>
            <a:r>
              <a:rPr lang="en-IN" dirty="0"/>
              <a:t>  int a=fork();</a:t>
            </a:r>
            <a:br>
              <a:rPr lang="en-IN" dirty="0"/>
            </a:br>
            <a:r>
              <a:rPr lang="en-IN" dirty="0"/>
              <a:t>  </a:t>
            </a:r>
            <a:r>
              <a:rPr lang="en-IN" dirty="0" err="1"/>
              <a:t>printf</a:t>
            </a:r>
            <a:r>
              <a:rPr lang="en-IN" dirty="0"/>
              <a:t>(" Exiting");</a:t>
            </a:r>
            <a:br>
              <a:rPr lang="en-IN" dirty="0"/>
            </a:br>
            <a:r>
              <a:rPr lang="en-IN" dirty="0"/>
              <a:t> }</a:t>
            </a:r>
          </a:p>
          <a:p>
            <a:pPr algn="just">
              <a:spcBef>
                <a:spcPts val="0"/>
              </a:spcBef>
            </a:pPr>
            <a:r>
              <a:rPr lang="en-US" dirty="0" err="1"/>
              <a:t>printf</a:t>
            </a:r>
            <a:r>
              <a:rPr lang="en-US" dirty="0"/>
              <a:t>() does not always write immediately to the terminal.</a:t>
            </a:r>
          </a:p>
          <a:p>
            <a:pPr>
              <a:spcBef>
                <a:spcPts val="0"/>
              </a:spcBef>
            </a:pPr>
            <a:r>
              <a:rPr lang="en-US" dirty="0"/>
              <a:t>It writes to a user-space buffer first.</a:t>
            </a:r>
          </a:p>
          <a:p>
            <a:pPr>
              <a:spcBef>
                <a:spcPts val="0"/>
              </a:spcBef>
            </a:pPr>
            <a:r>
              <a:rPr lang="en-US" dirty="0"/>
              <a:t>Buffering modes</a:t>
            </a:r>
          </a:p>
          <a:p>
            <a:pPr lvl="1"/>
            <a:r>
              <a:rPr lang="en-US" dirty="0"/>
              <a:t>Line-buffered → flushed on \n (when output is a terminal)</a:t>
            </a:r>
          </a:p>
          <a:p>
            <a:pPr lvl="1"/>
            <a:r>
              <a:rPr lang="en-US" dirty="0"/>
              <a:t>Fully buffered → flushed when buffer is full or program exits</a:t>
            </a:r>
          </a:p>
          <a:p>
            <a:pPr lvl="1"/>
            <a:r>
              <a:rPr lang="en-US" dirty="0"/>
              <a:t>Unbuffered → flushed immediately</a:t>
            </a:r>
            <a:endParaRPr lang="en-IN" dirty="0"/>
          </a:p>
        </p:txBody>
      </p:sp>
    </p:spTree>
    <p:extLst>
      <p:ext uri="{BB962C8B-B14F-4D97-AF65-F5344CB8AC3E}">
        <p14:creationId xmlns:p14="http://schemas.microsoft.com/office/powerpoint/2010/main" val="1175490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F27C59-DC6F-4309-061B-DA53AD309D82}"/>
              </a:ext>
            </a:extLst>
          </p:cNvPr>
          <p:cNvSpPr>
            <a:spLocks noGrp="1"/>
          </p:cNvSpPr>
          <p:nvPr>
            <p:ph idx="1"/>
          </p:nvPr>
        </p:nvSpPr>
        <p:spPr>
          <a:xfrm>
            <a:off x="198075" y="87765"/>
            <a:ext cx="8828905" cy="6439815"/>
          </a:xfrm>
        </p:spPr>
        <p:txBody>
          <a:bodyPr/>
          <a:lstStyle/>
          <a:p>
            <a:r>
              <a:rPr lang="en-IN" dirty="0"/>
              <a:t>#include&lt;stdio.h&gt;</a:t>
            </a:r>
            <a:br>
              <a:rPr lang="en-IN" dirty="0"/>
            </a:br>
            <a:r>
              <a:rPr lang="en-IN" dirty="0"/>
              <a:t>#include&lt;unistd.h&gt;</a:t>
            </a:r>
            <a:br>
              <a:rPr lang="en-IN" dirty="0"/>
            </a:br>
            <a:r>
              <a:rPr lang="en-IN" dirty="0"/>
              <a:t>int main()</a:t>
            </a:r>
            <a:br>
              <a:rPr lang="en-IN" dirty="0"/>
            </a:br>
            <a:r>
              <a:rPr lang="en-IN" dirty="0"/>
              <a:t>{</a:t>
            </a:r>
            <a:br>
              <a:rPr lang="en-IN" dirty="0"/>
            </a:br>
            <a:r>
              <a:rPr lang="en-IN" dirty="0"/>
              <a:t>  </a:t>
            </a:r>
            <a:r>
              <a:rPr lang="en-IN" dirty="0" err="1"/>
              <a:t>printf</a:t>
            </a:r>
            <a:r>
              <a:rPr lang="en-IN" dirty="0"/>
              <a:t>("Entering into </a:t>
            </a:r>
            <a:r>
              <a:rPr lang="en-IN" dirty="0" err="1"/>
              <a:t>pgm</a:t>
            </a:r>
            <a:r>
              <a:rPr lang="en-IN" dirty="0"/>
              <a:t>\n");</a:t>
            </a:r>
            <a:br>
              <a:rPr lang="en-IN" dirty="0"/>
            </a:br>
            <a:r>
              <a:rPr lang="en-IN" dirty="0"/>
              <a:t>  int a=fork();</a:t>
            </a:r>
            <a:br>
              <a:rPr lang="en-IN" dirty="0"/>
            </a:br>
            <a:r>
              <a:rPr lang="en-IN" dirty="0"/>
              <a:t>  </a:t>
            </a:r>
            <a:r>
              <a:rPr lang="en-IN" dirty="0" err="1"/>
              <a:t>printf</a:t>
            </a:r>
            <a:r>
              <a:rPr lang="en-IN" dirty="0"/>
              <a:t>("%d", a);</a:t>
            </a:r>
            <a:br>
              <a:rPr lang="en-IN" dirty="0"/>
            </a:br>
            <a:r>
              <a:rPr lang="en-IN" dirty="0"/>
              <a:t>  </a:t>
            </a:r>
            <a:r>
              <a:rPr lang="en-IN" dirty="0" err="1"/>
              <a:t>printf</a:t>
            </a:r>
            <a:r>
              <a:rPr lang="en-IN" dirty="0"/>
              <a:t>("\</a:t>
            </a:r>
            <a:r>
              <a:rPr lang="en-IN" dirty="0" err="1"/>
              <a:t>nExiting</a:t>
            </a:r>
            <a:r>
              <a:rPr lang="en-IN" dirty="0"/>
              <a:t>");</a:t>
            </a:r>
            <a:br>
              <a:rPr lang="en-IN" dirty="0"/>
            </a:br>
            <a:r>
              <a:rPr lang="en-IN" dirty="0"/>
              <a:t>  return 0;</a:t>
            </a:r>
            <a:br>
              <a:rPr lang="en-IN" dirty="0"/>
            </a:br>
            <a:r>
              <a:rPr lang="en-IN" dirty="0"/>
              <a:t> }</a:t>
            </a:r>
            <a:br>
              <a:rPr lang="en-IN" dirty="0"/>
            </a:br>
            <a:endParaRPr lang="en-IN" dirty="0"/>
          </a:p>
          <a:p>
            <a:endParaRPr lang="en-IN" dirty="0"/>
          </a:p>
        </p:txBody>
      </p:sp>
    </p:spTree>
    <p:extLst>
      <p:ext uri="{BB962C8B-B14F-4D97-AF65-F5344CB8AC3E}">
        <p14:creationId xmlns:p14="http://schemas.microsoft.com/office/powerpoint/2010/main" val="3916721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60363" y="304800"/>
            <a:ext cx="8229600" cy="576263"/>
          </a:xfrm>
        </p:spPr>
        <p:txBody>
          <a:bodyPr/>
          <a:lstStyle/>
          <a:p>
            <a:pPr eaLnBrk="1" hangingPunct="1">
              <a:defRPr/>
            </a:pPr>
            <a:r>
              <a:rPr lang="en-US" b="1" dirty="0">
                <a:solidFill>
                  <a:srgbClr val="000090"/>
                </a:solidFill>
              </a:rPr>
              <a:t>Try </a:t>
            </a:r>
            <a:r>
              <a:rPr lang="en-US" dirty="0">
                <a:solidFill>
                  <a:srgbClr val="000090"/>
                </a:solidFill>
              </a:rPr>
              <a:t>This</a:t>
            </a:r>
            <a:r>
              <a:rPr lang="en-US" b="1" dirty="0">
                <a:solidFill>
                  <a:srgbClr val="000090"/>
                </a:solidFill>
              </a:rPr>
              <a:t> Out</a:t>
            </a:r>
          </a:p>
        </p:txBody>
      </p:sp>
      <p:sp>
        <p:nvSpPr>
          <p:cNvPr id="25603" name="Rectangle 3"/>
          <p:cNvSpPr>
            <a:spLocks noGrp="1" noChangeArrowheads="1"/>
          </p:cNvSpPr>
          <p:nvPr>
            <p:ph type="body" idx="1"/>
          </p:nvPr>
        </p:nvSpPr>
        <p:spPr>
          <a:xfrm>
            <a:off x="384175" y="1076325"/>
            <a:ext cx="7913110" cy="5400675"/>
          </a:xfrm>
        </p:spPr>
        <p:txBody>
          <a:bodyPr/>
          <a:lstStyle/>
          <a:p>
            <a:pPr>
              <a:lnSpc>
                <a:spcPct val="80000"/>
              </a:lnSpc>
              <a:spcBef>
                <a:spcPts val="400"/>
              </a:spcBef>
              <a:buFont typeface="Monotype Sorts" charset="2"/>
              <a:buNone/>
              <a:defRPr/>
            </a:pPr>
            <a:r>
              <a:rPr lang="en-US" sz="2000" dirty="0">
                <a:solidFill>
                  <a:srgbClr val="CC3300"/>
                </a:solidFill>
                <a:latin typeface="Courier" charset="0"/>
                <a:ea typeface="Courier" charset="0"/>
                <a:cs typeface="Courier" charset="0"/>
              </a:rPr>
              <a:t>#include ??? /* what header files are needed? */</a:t>
            </a:r>
          </a:p>
          <a:p>
            <a:pPr>
              <a:lnSpc>
                <a:spcPct val="80000"/>
              </a:lnSpc>
              <a:spcBef>
                <a:spcPts val="400"/>
              </a:spcBef>
              <a:buFont typeface="Monotype Sorts" charset="2"/>
              <a:buNone/>
              <a:defRPr/>
            </a:pPr>
            <a:endParaRPr lang="en-US" sz="2000" dirty="0">
              <a:solidFill>
                <a:srgbClr val="CC3300"/>
              </a:solidFill>
              <a:latin typeface="Courier" charset="0"/>
              <a:ea typeface="Courier" charset="0"/>
              <a:cs typeface="Courier" charset="0"/>
            </a:endParaRPr>
          </a:p>
          <a:p>
            <a:pPr>
              <a:lnSpc>
                <a:spcPct val="80000"/>
              </a:lnSpc>
              <a:spcBef>
                <a:spcPts val="400"/>
              </a:spcBef>
              <a:buFont typeface="Wingdings" charset="0"/>
              <a:buNone/>
              <a:defRPr/>
            </a:pPr>
            <a:r>
              <a:rPr lang="en-US" sz="2000" dirty="0">
                <a:latin typeface="Courier" charset="0"/>
                <a:ea typeface="Courier" charset="0"/>
                <a:cs typeface="Courier" charset="0"/>
              </a:rPr>
              <a:t>#include &lt;</a:t>
            </a:r>
            <a:r>
              <a:rPr lang="en-US" sz="2000" dirty="0" err="1">
                <a:latin typeface="Courier" charset="0"/>
                <a:ea typeface="Courier" charset="0"/>
                <a:cs typeface="Courier" charset="0"/>
              </a:rPr>
              <a:t>stdio.h</a:t>
            </a:r>
            <a:r>
              <a:rPr lang="en-US" sz="2000" dirty="0">
                <a:latin typeface="Courier" charset="0"/>
                <a:ea typeface="Courier" charset="0"/>
                <a:cs typeface="Courier" charset="0"/>
              </a:rPr>
              <a:t>&gt;</a:t>
            </a:r>
          </a:p>
          <a:p>
            <a:pPr>
              <a:lnSpc>
                <a:spcPct val="80000"/>
              </a:lnSpc>
              <a:spcBef>
                <a:spcPts val="400"/>
              </a:spcBef>
              <a:buFont typeface="Monotype Sorts" charset="2"/>
              <a:buNone/>
              <a:defRPr/>
            </a:pPr>
            <a:r>
              <a:rPr lang="en-US" sz="2000" dirty="0" err="1">
                <a:latin typeface="Courier" charset="0"/>
                <a:ea typeface="Courier" charset="0"/>
                <a:cs typeface="Courier" charset="0"/>
              </a:rPr>
              <a:t>int</a:t>
            </a:r>
            <a:r>
              <a:rPr lang="en-US" sz="2000" dirty="0">
                <a:latin typeface="Courier" charset="0"/>
                <a:ea typeface="Courier" charset="0"/>
                <a:cs typeface="Courier" charset="0"/>
              </a:rPr>
              <a:t> main()</a:t>
            </a:r>
          </a:p>
          <a:p>
            <a:pPr>
              <a:lnSpc>
                <a:spcPct val="80000"/>
              </a:lnSpc>
              <a:spcBef>
                <a:spcPts val="400"/>
              </a:spcBef>
              <a:buFont typeface="Monotype Sorts" charset="2"/>
              <a:buNone/>
              <a:defRPr/>
            </a:pPr>
            <a:r>
              <a:rPr lang="en-US" sz="2000" dirty="0">
                <a:latin typeface="Courier" charset="0"/>
                <a:ea typeface="Courier" charset="0"/>
                <a:cs typeface="Courier" charset="0"/>
              </a:rPr>
              <a:t>{</a:t>
            </a: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err="1">
                <a:latin typeface="Courier" charset="0"/>
                <a:ea typeface="Courier" charset="0"/>
                <a:cs typeface="Courier" charset="0"/>
              </a:rPr>
              <a:t>pid_t</a:t>
            </a:r>
            <a:r>
              <a:rPr lang="en-US" sz="2000" dirty="0">
                <a:latin typeface="Courier" charset="0"/>
                <a:ea typeface="Courier" charset="0"/>
                <a:cs typeface="Courier" charset="0"/>
              </a:rPr>
              <a:t>  ret;</a:t>
            </a: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err="1">
                <a:latin typeface="Courier" charset="0"/>
                <a:ea typeface="Courier" charset="0"/>
                <a:cs typeface="Courier" charset="0"/>
              </a:rPr>
              <a:t>pid_t</a:t>
            </a:r>
            <a:r>
              <a:rPr lang="en-US" sz="2000" dirty="0">
                <a:latin typeface="Courier" charset="0"/>
                <a:ea typeface="Courier" charset="0"/>
                <a:cs typeface="Courier" charset="0"/>
              </a:rPr>
              <a:t> </a:t>
            </a:r>
            <a:r>
              <a:rPr lang="en-US" sz="2000" dirty="0" err="1">
                <a:latin typeface="Courier" charset="0"/>
                <a:ea typeface="Courier" charset="0"/>
                <a:cs typeface="Courier" charset="0"/>
              </a:rPr>
              <a:t>myid</a:t>
            </a:r>
            <a:r>
              <a:rPr lang="en-US" sz="2000" dirty="0">
                <a:latin typeface="Courier" charset="0"/>
                <a:ea typeface="Courier" charset="0"/>
                <a:cs typeface="Courier" charset="0"/>
              </a:rPr>
              <a:t>;</a:t>
            </a:r>
          </a:p>
          <a:p>
            <a:pPr>
              <a:lnSpc>
                <a:spcPct val="80000"/>
              </a:lnSpc>
              <a:spcBef>
                <a:spcPts val="400"/>
              </a:spcBef>
              <a:buFont typeface="Monotype Sorts" charset="2"/>
              <a:buNone/>
              <a:defRPr/>
            </a:pPr>
            <a:endParaRPr lang="en-US" sz="2000" dirty="0">
              <a:latin typeface="Courier" charset="0"/>
              <a:ea typeface="Courier" charset="0"/>
              <a:cs typeface="Courier" charset="0"/>
            </a:endParaRPr>
          </a:p>
          <a:p>
            <a:pPr>
              <a:lnSpc>
                <a:spcPct val="80000"/>
              </a:lnSpc>
              <a:spcBef>
                <a:spcPts val="400"/>
              </a:spcBef>
              <a:buFont typeface="Monotype Sorts" charset="2"/>
              <a:buNone/>
              <a:defRPr/>
            </a:pPr>
            <a:r>
              <a:rPr lang="en-US" sz="2000" dirty="0">
                <a:latin typeface="Courier" charset="0"/>
                <a:ea typeface="Courier" charset="0"/>
                <a:cs typeface="Courier" charset="0"/>
              </a:rPr>
              <a:t>	/* fork another process */</a:t>
            </a: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a:solidFill>
                  <a:srgbClr val="CC3300"/>
                </a:solidFill>
                <a:latin typeface="Courier" charset="0"/>
                <a:ea typeface="Courier" charset="0"/>
                <a:cs typeface="Courier" charset="0"/>
              </a:rPr>
              <a:t>ret = fork();</a:t>
            </a:r>
          </a:p>
          <a:p>
            <a:pPr>
              <a:lnSpc>
                <a:spcPct val="80000"/>
              </a:lnSpc>
              <a:spcBef>
                <a:spcPts val="400"/>
              </a:spcBef>
              <a:buFont typeface="Monotype Sorts" charset="2"/>
              <a:buNone/>
              <a:defRPr/>
            </a:pPr>
            <a:r>
              <a:rPr lang="en-US" sz="2000" dirty="0">
                <a:latin typeface="Courier" charset="0"/>
                <a:ea typeface="Courier" charset="0"/>
                <a:cs typeface="Courier" charset="0"/>
              </a:rPr>
              <a:t>	if (ret &lt; 0) { /* error occurred */</a:t>
            </a: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err="1">
                <a:latin typeface="Courier" charset="0"/>
                <a:ea typeface="Courier" charset="0"/>
                <a:cs typeface="Courier" charset="0"/>
              </a:rPr>
              <a:t>printf</a:t>
            </a:r>
            <a:r>
              <a:rPr lang="en-US" sz="2000" dirty="0">
                <a:latin typeface="Courier" charset="0"/>
                <a:ea typeface="Courier" charset="0"/>
                <a:cs typeface="Courier" charset="0"/>
              </a:rPr>
              <a:t>("Fork Failed \n");</a:t>
            </a:r>
          </a:p>
          <a:p>
            <a:pPr>
              <a:lnSpc>
                <a:spcPct val="80000"/>
              </a:lnSpc>
              <a:spcBef>
                <a:spcPts val="400"/>
              </a:spcBef>
              <a:buFont typeface="Monotype Sorts" charset="2"/>
              <a:buNone/>
              <a:defRPr/>
            </a:pPr>
            <a:r>
              <a:rPr lang="en-US" sz="2000" dirty="0">
                <a:latin typeface="Courier" charset="0"/>
                <a:ea typeface="Courier" charset="0"/>
                <a:cs typeface="Courier" charset="0"/>
              </a:rPr>
              <a:t>		return 1;</a:t>
            </a:r>
          </a:p>
          <a:p>
            <a:pPr>
              <a:lnSpc>
                <a:spcPct val="80000"/>
              </a:lnSpc>
              <a:spcBef>
                <a:spcPts val="400"/>
              </a:spcBef>
              <a:buFont typeface="Monotype Sorts" charset="2"/>
              <a:buNone/>
              <a:defRPr/>
            </a:pPr>
            <a:r>
              <a:rPr lang="en-US" sz="2000" dirty="0">
                <a:latin typeface="Courier" charset="0"/>
                <a:ea typeface="Courier" charset="0"/>
                <a:cs typeface="Courier" charset="0"/>
              </a:rPr>
              <a:t>	}</a:t>
            </a:r>
            <a:endParaRPr lang="en-US" sz="2000" dirty="0">
              <a:solidFill>
                <a:srgbClr val="CC3300"/>
              </a:solidFill>
              <a:latin typeface="Courier" charset="0"/>
              <a:ea typeface="Courier" charset="0"/>
              <a:cs typeface="Courier" charset="0"/>
            </a:endParaRP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err="1">
                <a:latin typeface="Courier" charset="0"/>
                <a:ea typeface="Courier" charset="0"/>
                <a:cs typeface="Courier" charset="0"/>
              </a:rPr>
              <a:t>myid</a:t>
            </a:r>
            <a:r>
              <a:rPr lang="en-US" sz="2000" dirty="0">
                <a:latin typeface="Courier" charset="0"/>
                <a:ea typeface="Courier" charset="0"/>
                <a:cs typeface="Courier" charset="0"/>
              </a:rPr>
              <a:t> = </a:t>
            </a:r>
            <a:r>
              <a:rPr lang="en-US" sz="2000" dirty="0" err="1">
                <a:latin typeface="Courier" charset="0"/>
                <a:ea typeface="Courier" charset="0"/>
                <a:cs typeface="Courier" charset="0"/>
              </a:rPr>
              <a:t>getpid</a:t>
            </a:r>
            <a:r>
              <a:rPr lang="en-US" sz="2000" dirty="0">
                <a:latin typeface="Courier" charset="0"/>
                <a:ea typeface="Courier" charset="0"/>
                <a:cs typeface="Courier" charset="0"/>
              </a:rPr>
              <a:t>();</a:t>
            </a: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err="1">
                <a:latin typeface="Courier" charset="0"/>
                <a:ea typeface="Courier" charset="0"/>
                <a:cs typeface="Courier" charset="0"/>
              </a:rPr>
              <a:t>printf</a:t>
            </a:r>
            <a:r>
              <a:rPr lang="en-US" sz="2000" dirty="0">
                <a:latin typeface="Courier" charset="0"/>
                <a:ea typeface="Courier" charset="0"/>
                <a:cs typeface="Courier" charset="0"/>
              </a:rPr>
              <a:t>(“ret = [%d], </a:t>
            </a:r>
            <a:r>
              <a:rPr lang="en-US" sz="2000" dirty="0" err="1">
                <a:latin typeface="Courier" charset="0"/>
                <a:ea typeface="Courier" charset="0"/>
                <a:cs typeface="Courier" charset="0"/>
              </a:rPr>
              <a:t>myid</a:t>
            </a:r>
            <a:r>
              <a:rPr lang="en-US" sz="2000" dirty="0">
                <a:latin typeface="Courier" charset="0"/>
                <a:ea typeface="Courier" charset="0"/>
                <a:cs typeface="Courier" charset="0"/>
              </a:rPr>
              <a:t> = [%d]\n”, ret, </a:t>
            </a:r>
            <a:r>
              <a:rPr lang="en-US" sz="2000" dirty="0" err="1">
                <a:latin typeface="Courier" charset="0"/>
                <a:ea typeface="Courier" charset="0"/>
                <a:cs typeface="Courier" charset="0"/>
              </a:rPr>
              <a:t>myid</a:t>
            </a:r>
            <a:r>
              <a:rPr lang="en-US" sz="2000" dirty="0">
                <a:latin typeface="Courier" charset="0"/>
                <a:ea typeface="Courier" charset="0"/>
                <a:cs typeface="Courier" charset="0"/>
              </a:rPr>
              <a:t>);</a:t>
            </a:r>
          </a:p>
          <a:p>
            <a:pPr>
              <a:lnSpc>
                <a:spcPct val="80000"/>
              </a:lnSpc>
              <a:spcBef>
                <a:spcPts val="400"/>
              </a:spcBef>
              <a:buFont typeface="Monotype Sorts" charset="2"/>
              <a:buNone/>
              <a:defRPr/>
            </a:pPr>
            <a:endParaRPr lang="en-US" sz="2000" dirty="0">
              <a:solidFill>
                <a:srgbClr val="CC3300"/>
              </a:solidFill>
              <a:latin typeface="Courier" charset="0"/>
              <a:ea typeface="Courier" charset="0"/>
              <a:cs typeface="Courier" charset="0"/>
            </a:endParaRPr>
          </a:p>
          <a:p>
            <a:pPr>
              <a:lnSpc>
                <a:spcPct val="80000"/>
              </a:lnSpc>
              <a:spcBef>
                <a:spcPts val="400"/>
              </a:spcBef>
              <a:buFont typeface="Monotype Sorts" charset="2"/>
              <a:buNone/>
              <a:defRPr/>
            </a:pPr>
            <a:r>
              <a:rPr lang="en-US" sz="2000" dirty="0">
                <a:latin typeface="Courier" charset="0"/>
                <a:ea typeface="Courier" charset="0"/>
                <a:cs typeface="Courier" charset="0"/>
              </a:rPr>
              <a:t>	return 0;</a:t>
            </a:r>
          </a:p>
          <a:p>
            <a:pPr>
              <a:lnSpc>
                <a:spcPct val="80000"/>
              </a:lnSpc>
              <a:spcBef>
                <a:spcPts val="400"/>
              </a:spcBef>
              <a:buFont typeface="Monotype Sorts" charset="2"/>
              <a:buNone/>
              <a:defRPr/>
            </a:pPr>
            <a:r>
              <a:rPr lang="en-US" sz="2000" dirty="0">
                <a:latin typeface="Courier" charset="0"/>
                <a:ea typeface="Courier" charset="0"/>
                <a:cs typeface="Courier" charset="0"/>
              </a:rPr>
              <a:t>}</a:t>
            </a:r>
          </a:p>
        </p:txBody>
      </p:sp>
    </p:spTree>
    <p:extLst>
      <p:ext uri="{BB962C8B-B14F-4D97-AF65-F5344CB8AC3E}">
        <p14:creationId xmlns:p14="http://schemas.microsoft.com/office/powerpoint/2010/main" val="10037916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60363" y="304800"/>
            <a:ext cx="8229600" cy="576263"/>
          </a:xfrm>
        </p:spPr>
        <p:txBody>
          <a:bodyPr/>
          <a:lstStyle/>
          <a:p>
            <a:pPr eaLnBrk="1" hangingPunct="1">
              <a:defRPr/>
            </a:pPr>
            <a:r>
              <a:rPr lang="en-US" b="1" dirty="0">
                <a:solidFill>
                  <a:srgbClr val="000090"/>
                </a:solidFill>
              </a:rPr>
              <a:t>Try It Out</a:t>
            </a:r>
          </a:p>
        </p:txBody>
      </p:sp>
      <p:sp>
        <p:nvSpPr>
          <p:cNvPr id="25603" name="Rectangle 3"/>
          <p:cNvSpPr>
            <a:spLocks noGrp="1" noChangeArrowheads="1"/>
          </p:cNvSpPr>
          <p:nvPr>
            <p:ph type="body" idx="1"/>
          </p:nvPr>
        </p:nvSpPr>
        <p:spPr>
          <a:xfrm>
            <a:off x="384175" y="1076325"/>
            <a:ext cx="7913110" cy="5400675"/>
          </a:xfrm>
        </p:spPr>
        <p:txBody>
          <a:bodyPr/>
          <a:lstStyle/>
          <a:p>
            <a:pPr>
              <a:lnSpc>
                <a:spcPct val="80000"/>
              </a:lnSpc>
              <a:spcBef>
                <a:spcPts val="400"/>
              </a:spcBef>
              <a:buFont typeface="Monotype Sorts" charset="2"/>
              <a:buNone/>
              <a:defRPr/>
            </a:pPr>
            <a:r>
              <a:rPr lang="en-US" sz="2000" dirty="0">
                <a:solidFill>
                  <a:srgbClr val="CC3300"/>
                </a:solidFill>
                <a:latin typeface="Courier" charset="0"/>
                <a:ea typeface="Courier" charset="0"/>
                <a:cs typeface="Courier" charset="0"/>
              </a:rPr>
              <a:t>#include &lt;sys/</a:t>
            </a:r>
            <a:r>
              <a:rPr lang="en-US" sz="2000" dirty="0" err="1">
                <a:solidFill>
                  <a:srgbClr val="CC3300"/>
                </a:solidFill>
                <a:latin typeface="Courier" charset="0"/>
                <a:ea typeface="Courier" charset="0"/>
                <a:cs typeface="Courier" charset="0"/>
              </a:rPr>
              <a:t>types.h</a:t>
            </a:r>
            <a:r>
              <a:rPr lang="en-US" sz="2000" dirty="0">
                <a:solidFill>
                  <a:srgbClr val="CC3300"/>
                </a:solidFill>
                <a:latin typeface="Courier" charset="0"/>
                <a:ea typeface="Courier" charset="0"/>
                <a:cs typeface="Courier" charset="0"/>
              </a:rPr>
              <a:t>&gt;</a:t>
            </a:r>
          </a:p>
          <a:p>
            <a:pPr>
              <a:lnSpc>
                <a:spcPct val="80000"/>
              </a:lnSpc>
              <a:spcBef>
                <a:spcPts val="400"/>
              </a:spcBef>
              <a:buFont typeface="Monotype Sorts" charset="2"/>
              <a:buNone/>
              <a:defRPr/>
            </a:pPr>
            <a:r>
              <a:rPr lang="en-US" sz="2000" dirty="0">
                <a:solidFill>
                  <a:srgbClr val="CC3300"/>
                </a:solidFill>
                <a:latin typeface="Courier" charset="0"/>
                <a:ea typeface="Courier" charset="0"/>
                <a:cs typeface="Courier" charset="0"/>
              </a:rPr>
              <a:t>#include &lt;</a:t>
            </a:r>
            <a:r>
              <a:rPr lang="en-US" sz="2000" dirty="0" err="1">
                <a:solidFill>
                  <a:srgbClr val="CC3300"/>
                </a:solidFill>
                <a:latin typeface="Courier" charset="0"/>
                <a:ea typeface="Courier" charset="0"/>
                <a:cs typeface="Courier" charset="0"/>
              </a:rPr>
              <a:t>unistd.h</a:t>
            </a:r>
            <a:r>
              <a:rPr lang="en-US" sz="2000" dirty="0">
                <a:solidFill>
                  <a:srgbClr val="CC3300"/>
                </a:solidFill>
                <a:latin typeface="Courier" charset="0"/>
                <a:ea typeface="Courier" charset="0"/>
                <a:cs typeface="Courier" charset="0"/>
              </a:rPr>
              <a:t>&gt;</a:t>
            </a:r>
          </a:p>
          <a:p>
            <a:pPr>
              <a:lnSpc>
                <a:spcPct val="80000"/>
              </a:lnSpc>
              <a:spcBef>
                <a:spcPts val="400"/>
              </a:spcBef>
              <a:buFont typeface="Wingdings" charset="0"/>
              <a:buNone/>
              <a:defRPr/>
            </a:pPr>
            <a:r>
              <a:rPr lang="en-US" sz="2000" dirty="0">
                <a:latin typeface="Courier" charset="0"/>
                <a:ea typeface="Courier" charset="0"/>
                <a:cs typeface="Courier" charset="0"/>
              </a:rPr>
              <a:t>#include &lt;</a:t>
            </a:r>
            <a:r>
              <a:rPr lang="en-US" sz="2000" dirty="0" err="1">
                <a:latin typeface="Courier" charset="0"/>
                <a:ea typeface="Courier" charset="0"/>
                <a:cs typeface="Courier" charset="0"/>
              </a:rPr>
              <a:t>stdio.h</a:t>
            </a:r>
            <a:r>
              <a:rPr lang="en-US" sz="2000" dirty="0">
                <a:latin typeface="Courier" charset="0"/>
                <a:ea typeface="Courier" charset="0"/>
                <a:cs typeface="Courier" charset="0"/>
              </a:rPr>
              <a:t>&gt;</a:t>
            </a:r>
          </a:p>
          <a:p>
            <a:pPr>
              <a:lnSpc>
                <a:spcPct val="80000"/>
              </a:lnSpc>
              <a:spcBef>
                <a:spcPts val="400"/>
              </a:spcBef>
              <a:buFont typeface="Monotype Sorts" charset="2"/>
              <a:buNone/>
              <a:defRPr/>
            </a:pPr>
            <a:r>
              <a:rPr lang="en-US" sz="2000" dirty="0" err="1">
                <a:latin typeface="Courier" charset="0"/>
                <a:ea typeface="Courier" charset="0"/>
                <a:cs typeface="Courier" charset="0"/>
              </a:rPr>
              <a:t>int</a:t>
            </a:r>
            <a:r>
              <a:rPr lang="en-US" sz="2000" dirty="0">
                <a:latin typeface="Courier" charset="0"/>
                <a:ea typeface="Courier" charset="0"/>
                <a:cs typeface="Courier" charset="0"/>
              </a:rPr>
              <a:t> main()</a:t>
            </a:r>
          </a:p>
          <a:p>
            <a:pPr>
              <a:lnSpc>
                <a:spcPct val="80000"/>
              </a:lnSpc>
              <a:spcBef>
                <a:spcPts val="400"/>
              </a:spcBef>
              <a:buFont typeface="Monotype Sorts" charset="2"/>
              <a:buNone/>
              <a:defRPr/>
            </a:pPr>
            <a:r>
              <a:rPr lang="en-US" sz="2000" dirty="0">
                <a:latin typeface="Courier" charset="0"/>
                <a:ea typeface="Courier" charset="0"/>
                <a:cs typeface="Courier" charset="0"/>
              </a:rPr>
              <a:t>{</a:t>
            </a: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err="1">
                <a:latin typeface="Courier" charset="0"/>
                <a:ea typeface="Courier" charset="0"/>
                <a:cs typeface="Courier" charset="0"/>
              </a:rPr>
              <a:t>pid_t</a:t>
            </a:r>
            <a:r>
              <a:rPr lang="en-US" sz="2000" dirty="0">
                <a:latin typeface="Courier" charset="0"/>
                <a:ea typeface="Courier" charset="0"/>
                <a:cs typeface="Courier" charset="0"/>
              </a:rPr>
              <a:t>  ret;</a:t>
            </a: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err="1">
                <a:latin typeface="Courier" charset="0"/>
                <a:ea typeface="Courier" charset="0"/>
                <a:cs typeface="Courier" charset="0"/>
              </a:rPr>
              <a:t>pid_t</a:t>
            </a:r>
            <a:r>
              <a:rPr lang="en-US" sz="2000" dirty="0">
                <a:latin typeface="Courier" charset="0"/>
                <a:ea typeface="Courier" charset="0"/>
                <a:cs typeface="Courier" charset="0"/>
              </a:rPr>
              <a:t> </a:t>
            </a:r>
            <a:r>
              <a:rPr lang="en-US" sz="2000" dirty="0" err="1">
                <a:latin typeface="Courier" charset="0"/>
                <a:ea typeface="Courier" charset="0"/>
                <a:cs typeface="Courier" charset="0"/>
              </a:rPr>
              <a:t>myid</a:t>
            </a:r>
            <a:r>
              <a:rPr lang="en-US" sz="2000" dirty="0">
                <a:latin typeface="Courier" charset="0"/>
                <a:ea typeface="Courier" charset="0"/>
                <a:cs typeface="Courier" charset="0"/>
              </a:rPr>
              <a:t>;</a:t>
            </a:r>
          </a:p>
          <a:p>
            <a:pPr>
              <a:lnSpc>
                <a:spcPct val="80000"/>
              </a:lnSpc>
              <a:spcBef>
                <a:spcPts val="400"/>
              </a:spcBef>
              <a:buFont typeface="Monotype Sorts" charset="2"/>
              <a:buNone/>
              <a:defRPr/>
            </a:pPr>
            <a:endParaRPr lang="en-US" sz="2000" dirty="0">
              <a:latin typeface="Courier" charset="0"/>
              <a:ea typeface="Courier" charset="0"/>
              <a:cs typeface="Courier" charset="0"/>
            </a:endParaRPr>
          </a:p>
          <a:p>
            <a:pPr>
              <a:lnSpc>
                <a:spcPct val="80000"/>
              </a:lnSpc>
              <a:spcBef>
                <a:spcPts val="400"/>
              </a:spcBef>
              <a:buFont typeface="Monotype Sorts" charset="2"/>
              <a:buNone/>
              <a:defRPr/>
            </a:pPr>
            <a:r>
              <a:rPr lang="en-US" sz="2000" dirty="0">
                <a:latin typeface="Courier" charset="0"/>
                <a:ea typeface="Courier" charset="0"/>
                <a:cs typeface="Courier" charset="0"/>
              </a:rPr>
              <a:t>	/* fork another process */</a:t>
            </a: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a:solidFill>
                  <a:srgbClr val="CC3300"/>
                </a:solidFill>
                <a:latin typeface="Courier" charset="0"/>
                <a:ea typeface="Courier" charset="0"/>
                <a:cs typeface="Courier" charset="0"/>
              </a:rPr>
              <a:t>ret = fork();</a:t>
            </a:r>
          </a:p>
          <a:p>
            <a:pPr>
              <a:lnSpc>
                <a:spcPct val="80000"/>
              </a:lnSpc>
              <a:spcBef>
                <a:spcPts val="400"/>
              </a:spcBef>
              <a:buFont typeface="Monotype Sorts" charset="2"/>
              <a:buNone/>
              <a:defRPr/>
            </a:pPr>
            <a:r>
              <a:rPr lang="en-US" sz="2000" dirty="0">
                <a:latin typeface="Courier" charset="0"/>
                <a:ea typeface="Courier" charset="0"/>
                <a:cs typeface="Courier" charset="0"/>
              </a:rPr>
              <a:t>	if (ret &lt; 0) { /* error occurred */</a:t>
            </a: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err="1">
                <a:latin typeface="Courier" charset="0"/>
                <a:ea typeface="Courier" charset="0"/>
                <a:cs typeface="Courier" charset="0"/>
              </a:rPr>
              <a:t>printf</a:t>
            </a:r>
            <a:r>
              <a:rPr lang="en-US" sz="2000" dirty="0">
                <a:latin typeface="Courier" charset="0"/>
                <a:ea typeface="Courier" charset="0"/>
                <a:cs typeface="Courier" charset="0"/>
              </a:rPr>
              <a:t>("Fork Failed \n");</a:t>
            </a:r>
          </a:p>
          <a:p>
            <a:pPr>
              <a:lnSpc>
                <a:spcPct val="80000"/>
              </a:lnSpc>
              <a:spcBef>
                <a:spcPts val="400"/>
              </a:spcBef>
              <a:buFont typeface="Monotype Sorts" charset="2"/>
              <a:buNone/>
              <a:defRPr/>
            </a:pPr>
            <a:r>
              <a:rPr lang="en-US" sz="2000" dirty="0">
                <a:latin typeface="Courier" charset="0"/>
                <a:ea typeface="Courier" charset="0"/>
                <a:cs typeface="Courier" charset="0"/>
              </a:rPr>
              <a:t>		return 1;</a:t>
            </a:r>
          </a:p>
          <a:p>
            <a:pPr>
              <a:lnSpc>
                <a:spcPct val="80000"/>
              </a:lnSpc>
              <a:spcBef>
                <a:spcPts val="400"/>
              </a:spcBef>
              <a:buFont typeface="Monotype Sorts" charset="2"/>
              <a:buNone/>
              <a:defRPr/>
            </a:pPr>
            <a:r>
              <a:rPr lang="en-US" sz="2000" dirty="0">
                <a:latin typeface="Courier" charset="0"/>
                <a:ea typeface="Courier" charset="0"/>
                <a:cs typeface="Courier" charset="0"/>
              </a:rPr>
              <a:t>	}</a:t>
            </a:r>
            <a:endParaRPr lang="en-US" sz="2000" dirty="0">
              <a:solidFill>
                <a:srgbClr val="CC3300"/>
              </a:solidFill>
              <a:latin typeface="Courier" charset="0"/>
              <a:ea typeface="Courier" charset="0"/>
              <a:cs typeface="Courier" charset="0"/>
            </a:endParaRP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err="1">
                <a:latin typeface="Courier" charset="0"/>
                <a:ea typeface="Courier" charset="0"/>
                <a:cs typeface="Courier" charset="0"/>
              </a:rPr>
              <a:t>myid</a:t>
            </a:r>
            <a:r>
              <a:rPr lang="en-US" sz="2000" dirty="0">
                <a:latin typeface="Courier" charset="0"/>
                <a:ea typeface="Courier" charset="0"/>
                <a:cs typeface="Courier" charset="0"/>
              </a:rPr>
              <a:t> = </a:t>
            </a:r>
            <a:r>
              <a:rPr lang="en-US" sz="2000" dirty="0" err="1">
                <a:latin typeface="Courier" charset="0"/>
                <a:ea typeface="Courier" charset="0"/>
                <a:cs typeface="Courier" charset="0"/>
              </a:rPr>
              <a:t>getpid</a:t>
            </a:r>
            <a:r>
              <a:rPr lang="en-US" sz="2000" dirty="0">
                <a:latin typeface="Courier" charset="0"/>
                <a:ea typeface="Courier" charset="0"/>
                <a:cs typeface="Courier" charset="0"/>
              </a:rPr>
              <a:t>();</a:t>
            </a:r>
          </a:p>
          <a:p>
            <a:pPr>
              <a:lnSpc>
                <a:spcPct val="80000"/>
              </a:lnSpc>
              <a:spcBef>
                <a:spcPts val="400"/>
              </a:spcBef>
              <a:buFont typeface="Monotype Sorts" charset="2"/>
              <a:buNone/>
              <a:defRPr/>
            </a:pPr>
            <a:r>
              <a:rPr lang="en-US" sz="2000" dirty="0">
                <a:latin typeface="Courier" charset="0"/>
                <a:ea typeface="Courier" charset="0"/>
                <a:cs typeface="Courier" charset="0"/>
              </a:rPr>
              <a:t>	</a:t>
            </a:r>
            <a:r>
              <a:rPr lang="en-US" sz="2000" dirty="0" err="1">
                <a:latin typeface="Courier" charset="0"/>
                <a:ea typeface="Courier" charset="0"/>
                <a:cs typeface="Courier" charset="0"/>
              </a:rPr>
              <a:t>printf</a:t>
            </a:r>
            <a:r>
              <a:rPr lang="en-US" sz="2000" dirty="0">
                <a:latin typeface="Courier" charset="0"/>
                <a:ea typeface="Courier" charset="0"/>
                <a:cs typeface="Courier" charset="0"/>
              </a:rPr>
              <a:t>(“ret = [%d], </a:t>
            </a:r>
            <a:r>
              <a:rPr lang="en-US" sz="2000" dirty="0" err="1">
                <a:latin typeface="Courier" charset="0"/>
                <a:ea typeface="Courier" charset="0"/>
                <a:cs typeface="Courier" charset="0"/>
              </a:rPr>
              <a:t>myid</a:t>
            </a:r>
            <a:r>
              <a:rPr lang="en-US" sz="2000" dirty="0">
                <a:latin typeface="Courier" charset="0"/>
                <a:ea typeface="Courier" charset="0"/>
                <a:cs typeface="Courier" charset="0"/>
              </a:rPr>
              <a:t> = [%d]\n”, ret, </a:t>
            </a:r>
            <a:r>
              <a:rPr lang="en-US" sz="2000" dirty="0" err="1">
                <a:latin typeface="Courier" charset="0"/>
                <a:ea typeface="Courier" charset="0"/>
                <a:cs typeface="Courier" charset="0"/>
              </a:rPr>
              <a:t>myid</a:t>
            </a:r>
            <a:r>
              <a:rPr lang="en-US" sz="2000" dirty="0">
                <a:latin typeface="Courier" charset="0"/>
                <a:ea typeface="Courier" charset="0"/>
                <a:cs typeface="Courier" charset="0"/>
              </a:rPr>
              <a:t>);</a:t>
            </a:r>
          </a:p>
          <a:p>
            <a:pPr>
              <a:lnSpc>
                <a:spcPct val="80000"/>
              </a:lnSpc>
              <a:spcBef>
                <a:spcPts val="400"/>
              </a:spcBef>
              <a:buFont typeface="Monotype Sorts" charset="2"/>
              <a:buNone/>
              <a:defRPr/>
            </a:pPr>
            <a:endParaRPr lang="en-US" sz="2000" dirty="0">
              <a:solidFill>
                <a:srgbClr val="CC3300"/>
              </a:solidFill>
              <a:latin typeface="Courier" charset="0"/>
              <a:ea typeface="Courier" charset="0"/>
              <a:cs typeface="Courier" charset="0"/>
            </a:endParaRPr>
          </a:p>
          <a:p>
            <a:pPr>
              <a:lnSpc>
                <a:spcPct val="80000"/>
              </a:lnSpc>
              <a:spcBef>
                <a:spcPts val="400"/>
              </a:spcBef>
              <a:buFont typeface="Monotype Sorts" charset="2"/>
              <a:buNone/>
              <a:defRPr/>
            </a:pPr>
            <a:r>
              <a:rPr lang="en-US" sz="2000" dirty="0">
                <a:latin typeface="Courier" charset="0"/>
                <a:ea typeface="Courier" charset="0"/>
                <a:cs typeface="Courier" charset="0"/>
              </a:rPr>
              <a:t>	return 0;</a:t>
            </a:r>
          </a:p>
          <a:p>
            <a:pPr>
              <a:lnSpc>
                <a:spcPct val="80000"/>
              </a:lnSpc>
              <a:spcBef>
                <a:spcPts val="400"/>
              </a:spcBef>
              <a:buFont typeface="Monotype Sorts" charset="2"/>
              <a:buNone/>
              <a:defRPr/>
            </a:pPr>
            <a:r>
              <a:rPr lang="en-US" sz="2000" dirty="0">
                <a:latin typeface="Courier" charset="0"/>
                <a:ea typeface="Courier" charset="0"/>
                <a:cs typeface="Courier"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a:xfrm>
            <a:off x="211138" y="0"/>
            <a:ext cx="8932862" cy="1143000"/>
          </a:xfrm>
        </p:spPr>
        <p:txBody>
          <a:bodyPr/>
          <a:lstStyle/>
          <a:p>
            <a:pPr>
              <a:defRPr/>
            </a:pPr>
            <a:r>
              <a:rPr lang="en-US" dirty="0">
                <a:solidFill>
                  <a:srgbClr val="CC3300"/>
                </a:solidFill>
              </a:rPr>
              <a:t>f</a:t>
            </a:r>
            <a:r>
              <a:rPr lang="en-US" b="1" dirty="0">
                <a:solidFill>
                  <a:srgbClr val="CC3300"/>
                </a:solidFill>
                <a:cs typeface="+mj-cs"/>
              </a:rPr>
              <a:t>ork:</a:t>
            </a:r>
            <a:r>
              <a:rPr lang="en-US" b="1" dirty="0">
                <a:solidFill>
                  <a:srgbClr val="000090"/>
                </a:solidFill>
                <a:cs typeface="+mj-cs"/>
              </a:rPr>
              <a:t> </a:t>
            </a:r>
            <a:r>
              <a:rPr lang="en-US" dirty="0">
                <a:solidFill>
                  <a:schemeClr val="accent6">
                    <a:lumMod val="90000"/>
                    <a:lumOff val="10000"/>
                  </a:schemeClr>
                </a:solidFill>
              </a:rPr>
              <a:t>P</a:t>
            </a:r>
            <a:r>
              <a:rPr lang="en-US" b="1" dirty="0">
                <a:solidFill>
                  <a:schemeClr val="accent6">
                    <a:lumMod val="90000"/>
                    <a:lumOff val="10000"/>
                  </a:schemeClr>
                </a:solidFill>
                <a:cs typeface="+mj-cs"/>
              </a:rPr>
              <a:t>arent and</a:t>
            </a:r>
            <a:r>
              <a:rPr lang="en-US" dirty="0">
                <a:solidFill>
                  <a:schemeClr val="accent6">
                    <a:lumMod val="90000"/>
                    <a:lumOff val="10000"/>
                  </a:schemeClr>
                </a:solidFill>
              </a:rPr>
              <a:t> Child</a:t>
            </a:r>
            <a:endParaRPr lang="en-US" b="1" dirty="0">
              <a:solidFill>
                <a:schemeClr val="accent6">
                  <a:lumMod val="90000"/>
                  <a:lumOff val="10000"/>
                </a:schemeClr>
              </a:solidFill>
              <a:cs typeface="+mj-cs"/>
            </a:endParaRPr>
          </a:p>
        </p:txBody>
      </p:sp>
      <p:sp>
        <p:nvSpPr>
          <p:cNvPr id="448515" name="Rectangle 3"/>
          <p:cNvSpPr>
            <a:spLocks noGrp="1" noChangeArrowheads="1"/>
          </p:cNvSpPr>
          <p:nvPr>
            <p:ph type="body" idx="1"/>
          </p:nvPr>
        </p:nvSpPr>
        <p:spPr>
          <a:xfrm>
            <a:off x="188913" y="1219200"/>
            <a:ext cx="8345487" cy="5199063"/>
          </a:xfrm>
        </p:spPr>
        <p:txBody>
          <a:bodyPr/>
          <a:lstStyle/>
          <a:p>
            <a:pPr>
              <a:defRPr/>
            </a:pPr>
            <a:r>
              <a:rPr lang="en-GB" dirty="0"/>
              <a:t>The child process inherits from parent</a:t>
            </a:r>
            <a:endParaRPr lang="en-US" dirty="0"/>
          </a:p>
          <a:p>
            <a:pPr lvl="1">
              <a:buClrTx/>
              <a:buSzPct val="100000"/>
              <a:buFont typeface="Lucida Grande"/>
              <a:buChar char="-"/>
              <a:defRPr/>
            </a:pPr>
            <a:r>
              <a:rPr lang="en-US" dirty="0">
                <a:latin typeface="Calibri" charset="0"/>
                <a:ea typeface="Calibri" charset="0"/>
                <a:cs typeface="Calibri" charset="0"/>
              </a:rPr>
              <a:t>identical copy of memory</a:t>
            </a:r>
          </a:p>
          <a:p>
            <a:pPr lvl="1">
              <a:buClrTx/>
              <a:buSzPct val="100000"/>
              <a:buFont typeface="Lucida Grande"/>
              <a:buChar char="-"/>
              <a:defRPr/>
            </a:pPr>
            <a:r>
              <a:rPr lang="en-US" dirty="0">
                <a:latin typeface="Calibri" charset="0"/>
                <a:ea typeface="Calibri" charset="0"/>
                <a:cs typeface="Calibri" charset="0"/>
              </a:rPr>
              <a:t>CPU registers</a:t>
            </a:r>
          </a:p>
          <a:p>
            <a:pPr lvl="1">
              <a:buClrTx/>
              <a:buSzPct val="100000"/>
              <a:buFont typeface="Lucida Grande"/>
              <a:buChar char="-"/>
              <a:defRPr/>
            </a:pPr>
            <a:r>
              <a:rPr lang="en-US" dirty="0">
                <a:latin typeface="Calibri" charset="0"/>
                <a:ea typeface="Calibri" charset="0"/>
                <a:cs typeface="Calibri" charset="0"/>
              </a:rPr>
              <a:t>all files that have been opened by the parent</a:t>
            </a:r>
          </a:p>
          <a:p>
            <a:pPr lvl="1">
              <a:defRPr/>
            </a:pPr>
            <a:endParaRPr lang="en-US" dirty="0">
              <a:latin typeface="Calibri" charset="0"/>
              <a:ea typeface="Calibri" charset="0"/>
              <a:cs typeface="Calibri" charset="0"/>
            </a:endParaRPr>
          </a:p>
          <a:p>
            <a:pPr>
              <a:defRPr/>
            </a:pPr>
            <a:r>
              <a:rPr lang="en-US" sz="3600" dirty="0"/>
              <a:t>Execution proceeds concurrently with the instruction following the </a:t>
            </a:r>
            <a:r>
              <a:rPr lang="en-US" sz="3600" dirty="0">
                <a:solidFill>
                  <a:srgbClr val="C00000"/>
                </a:solidFill>
              </a:rPr>
              <a:t>fork</a:t>
            </a:r>
            <a:r>
              <a:rPr lang="en-US" sz="3600" dirty="0"/>
              <a:t> system call</a:t>
            </a:r>
          </a:p>
          <a:p>
            <a:pPr lvl="1">
              <a:defRPr/>
            </a:pPr>
            <a:endParaRPr lang="en-US" sz="2000" dirty="0">
              <a:latin typeface="Calibri" charset="0"/>
              <a:ea typeface="Calibri" charset="0"/>
              <a:cs typeface="Calibri"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p:cNvSpPr>
            <a:spLocks noGrp="1" noChangeArrowheads="1"/>
          </p:cNvSpPr>
          <p:nvPr>
            <p:ph type="body" idx="1"/>
          </p:nvPr>
        </p:nvSpPr>
        <p:spPr/>
        <p:txBody>
          <a:bodyPr/>
          <a:lstStyle/>
          <a:p>
            <a:pPr eaLnBrk="1" hangingPunct="1">
              <a:defRPr/>
            </a:pPr>
            <a:endParaRPr lang="en-US"/>
          </a:p>
          <a:p>
            <a:pPr eaLnBrk="1" hangingPunct="1">
              <a:defRPr/>
            </a:pPr>
            <a:endParaRPr lang="en-US"/>
          </a:p>
        </p:txBody>
      </p:sp>
      <p:sp>
        <p:nvSpPr>
          <p:cNvPr id="897027" name="Rectangle 3"/>
          <p:cNvSpPr>
            <a:spLocks noGrp="1" noChangeArrowheads="1"/>
          </p:cNvSpPr>
          <p:nvPr>
            <p:ph type="title"/>
          </p:nvPr>
        </p:nvSpPr>
        <p:spPr/>
        <p:txBody>
          <a:bodyPr/>
          <a:lstStyle/>
          <a:p>
            <a:pPr algn="ctr" eaLnBrk="1" hangingPunct="1">
              <a:defRPr/>
            </a:pPr>
            <a:r>
              <a:rPr lang="en-US" b="1" dirty="0"/>
              <a:t>How </a:t>
            </a:r>
            <a:r>
              <a:rPr lang="en-US" b="1" dirty="0">
                <a:solidFill>
                  <a:srgbClr val="CC3300"/>
                </a:solidFill>
              </a:rPr>
              <a:t>fork</a:t>
            </a:r>
            <a:r>
              <a:rPr lang="en-US" b="1" dirty="0"/>
              <a:t> Works (1) </a:t>
            </a:r>
          </a:p>
        </p:txBody>
      </p:sp>
      <p:sp>
        <p:nvSpPr>
          <p:cNvPr id="897032" name="Line 8"/>
          <p:cNvSpPr>
            <a:spLocks noChangeShapeType="1"/>
          </p:cNvSpPr>
          <p:nvPr/>
        </p:nvSpPr>
        <p:spPr bwMode="auto">
          <a:xfrm flipH="1">
            <a:off x="3124200" y="2209800"/>
            <a:ext cx="685800"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33" name="Line 9"/>
          <p:cNvSpPr>
            <a:spLocks noChangeShapeType="1"/>
          </p:cNvSpPr>
          <p:nvPr/>
        </p:nvSpPr>
        <p:spPr bwMode="auto">
          <a:xfrm flipH="1">
            <a:off x="3124200" y="1828800"/>
            <a:ext cx="1676400"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34" name="AutoShape 10"/>
          <p:cNvSpPr>
            <a:spLocks noChangeArrowheads="1"/>
          </p:cNvSpPr>
          <p:nvPr/>
        </p:nvSpPr>
        <p:spPr bwMode="auto">
          <a:xfrm>
            <a:off x="1143000" y="1524000"/>
            <a:ext cx="1905000" cy="12192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35" name="Rectangle 11"/>
          <p:cNvSpPr>
            <a:spLocks noChangeArrowheads="1"/>
          </p:cNvSpPr>
          <p:nvPr/>
        </p:nvSpPr>
        <p:spPr bwMode="auto">
          <a:xfrm>
            <a:off x="1295400" y="1600200"/>
            <a:ext cx="762000" cy="685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36" name="Text Box 12"/>
          <p:cNvSpPr txBox="1">
            <a:spLocks noChangeArrowheads="1"/>
          </p:cNvSpPr>
          <p:nvPr/>
        </p:nvSpPr>
        <p:spPr bwMode="auto">
          <a:xfrm>
            <a:off x="1374775" y="1782763"/>
            <a:ext cx="579438" cy="336550"/>
          </a:xfrm>
          <a:prstGeom prst="rect">
            <a:avLst/>
          </a:prstGeom>
          <a:solidFill>
            <a:srgbClr val="F8F8F8"/>
          </a:solidFill>
          <a:ln>
            <a:noFill/>
          </a:ln>
          <a:effectLst/>
          <a:extLst>
            <a:ext uri="{91240B29-F687-4f45-9708-019B960494DF}">
              <a14:hiddenLine xmlns:a14="http://schemas.microsoft.com/office/drawing/2010/main" xmlns="" w="9525">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Text</a:t>
            </a:r>
          </a:p>
        </p:txBody>
      </p:sp>
      <p:sp>
        <p:nvSpPr>
          <p:cNvPr id="897037" name="Rectangle 13"/>
          <p:cNvSpPr>
            <a:spLocks noChangeArrowheads="1"/>
          </p:cNvSpPr>
          <p:nvPr/>
        </p:nvSpPr>
        <p:spPr bwMode="auto">
          <a:xfrm>
            <a:off x="1295400" y="2363788"/>
            <a:ext cx="1600200" cy="304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39" name="Rectangle 15"/>
          <p:cNvSpPr>
            <a:spLocks noChangeArrowheads="1"/>
          </p:cNvSpPr>
          <p:nvPr/>
        </p:nvSpPr>
        <p:spPr bwMode="auto">
          <a:xfrm>
            <a:off x="2136775" y="1982788"/>
            <a:ext cx="762000" cy="304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40" name="Text Box 16"/>
          <p:cNvSpPr txBox="1">
            <a:spLocks noChangeArrowheads="1"/>
          </p:cNvSpPr>
          <p:nvPr/>
        </p:nvSpPr>
        <p:spPr bwMode="auto">
          <a:xfrm>
            <a:off x="2133600" y="1979613"/>
            <a:ext cx="777875" cy="346075"/>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l" eaLnBrk="0" hangingPunct="0">
              <a:defRPr/>
            </a:pPr>
            <a:r>
              <a:rPr lang="en-US" sz="1600">
                <a:solidFill>
                  <a:srgbClr val="000000"/>
                </a:solidFill>
                <a:latin typeface="Times New Roman" charset="0"/>
                <a:cs typeface="ＭＳ Ｐゴシック" charset="0"/>
              </a:rPr>
              <a:t>Stack</a:t>
            </a:r>
          </a:p>
        </p:txBody>
      </p:sp>
      <p:sp>
        <p:nvSpPr>
          <p:cNvPr id="897041" name="Text Box 17"/>
          <p:cNvSpPr txBox="1">
            <a:spLocks noChangeArrowheads="1"/>
          </p:cNvSpPr>
          <p:nvPr/>
        </p:nvSpPr>
        <p:spPr bwMode="auto">
          <a:xfrm>
            <a:off x="2133600" y="1598613"/>
            <a:ext cx="762000" cy="346075"/>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defRPr/>
            </a:pPr>
            <a:r>
              <a:rPr lang="en-US" sz="1600">
                <a:solidFill>
                  <a:srgbClr val="000000"/>
                </a:solidFill>
                <a:latin typeface="Times New Roman" charset="0"/>
                <a:cs typeface="ＭＳ Ｐゴシック" charset="0"/>
              </a:rPr>
              <a:t>Data</a:t>
            </a:r>
          </a:p>
        </p:txBody>
      </p:sp>
      <p:sp>
        <p:nvSpPr>
          <p:cNvPr id="897042" name="AutoShape 18"/>
          <p:cNvSpPr>
            <a:spLocks noChangeArrowheads="1"/>
          </p:cNvSpPr>
          <p:nvPr/>
        </p:nvSpPr>
        <p:spPr bwMode="auto">
          <a:xfrm>
            <a:off x="3810000" y="20574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43" name="AutoShape 19"/>
          <p:cNvSpPr>
            <a:spLocks noChangeArrowheads="1"/>
          </p:cNvSpPr>
          <p:nvPr/>
        </p:nvSpPr>
        <p:spPr bwMode="auto">
          <a:xfrm>
            <a:off x="3962400" y="22098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44" name="Rectangle 20"/>
          <p:cNvSpPr>
            <a:spLocks noChangeArrowheads="1"/>
          </p:cNvSpPr>
          <p:nvPr/>
        </p:nvSpPr>
        <p:spPr bwMode="auto">
          <a:xfrm>
            <a:off x="4114800" y="2362200"/>
            <a:ext cx="990600" cy="381000"/>
          </a:xfrm>
          <a:prstGeom prst="rect">
            <a:avLst/>
          </a:prstGeom>
          <a:solidFill>
            <a:srgbClr val="F8F8F8"/>
          </a:solidFill>
          <a:ln w="9525">
            <a:solidFill>
              <a:srgbClr val="80808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hangingPunct="0">
              <a:defRPr/>
            </a:pPr>
            <a:r>
              <a:rPr lang="en-US" sz="1600">
                <a:solidFill>
                  <a:srgbClr val="000000"/>
                </a:solidFill>
                <a:latin typeface="Times New Roman" charset="0"/>
                <a:cs typeface="ＭＳ Ｐゴシック" charset="0"/>
              </a:rPr>
              <a:t>File</a:t>
            </a:r>
          </a:p>
        </p:txBody>
      </p:sp>
      <p:sp>
        <p:nvSpPr>
          <p:cNvPr id="897045" name="AutoShape 21"/>
          <p:cNvSpPr>
            <a:spLocks noChangeArrowheads="1"/>
          </p:cNvSpPr>
          <p:nvPr/>
        </p:nvSpPr>
        <p:spPr bwMode="auto">
          <a:xfrm>
            <a:off x="4800600" y="12954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46" name="AutoShape 22"/>
          <p:cNvSpPr>
            <a:spLocks noChangeArrowheads="1"/>
          </p:cNvSpPr>
          <p:nvPr/>
        </p:nvSpPr>
        <p:spPr bwMode="auto">
          <a:xfrm>
            <a:off x="4953000" y="14478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47" name="Rectangle 23"/>
          <p:cNvSpPr>
            <a:spLocks noChangeArrowheads="1"/>
          </p:cNvSpPr>
          <p:nvPr/>
        </p:nvSpPr>
        <p:spPr bwMode="auto">
          <a:xfrm>
            <a:off x="5105400" y="1600200"/>
            <a:ext cx="990600" cy="3810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hangingPunct="0">
              <a:defRPr/>
            </a:pPr>
            <a:r>
              <a:rPr lang="en-US" sz="1600">
                <a:solidFill>
                  <a:srgbClr val="000000"/>
                </a:solidFill>
                <a:latin typeface="Times New Roman" charset="0"/>
                <a:cs typeface="ＭＳ Ｐゴシック" charset="0"/>
              </a:rPr>
              <a:t>Resources</a:t>
            </a:r>
          </a:p>
        </p:txBody>
      </p:sp>
      <p:sp>
        <p:nvSpPr>
          <p:cNvPr id="897048" name="Freeform 24"/>
          <p:cNvSpPr>
            <a:spLocks/>
          </p:cNvSpPr>
          <p:nvPr/>
        </p:nvSpPr>
        <p:spPr bwMode="auto">
          <a:xfrm>
            <a:off x="736600" y="1828800"/>
            <a:ext cx="558800" cy="1447800"/>
          </a:xfrm>
          <a:custGeom>
            <a:avLst/>
            <a:gdLst>
              <a:gd name="T0" fmla="*/ 352 w 352"/>
              <a:gd name="T1" fmla="*/ 40 h 856"/>
              <a:gd name="T2" fmla="*/ 16 w 352"/>
              <a:gd name="T3" fmla="*/ 136 h 856"/>
              <a:gd name="T4" fmla="*/ 256 w 352"/>
              <a:gd name="T5" fmla="*/ 856 h 856"/>
            </a:gdLst>
            <a:ahLst/>
            <a:cxnLst>
              <a:cxn ang="0">
                <a:pos x="T0" y="T1"/>
              </a:cxn>
              <a:cxn ang="0">
                <a:pos x="T2" y="T3"/>
              </a:cxn>
              <a:cxn ang="0">
                <a:pos x="T4" y="T5"/>
              </a:cxn>
            </a:cxnLst>
            <a:rect l="0" t="0" r="r" b="b"/>
            <a:pathLst>
              <a:path w="352" h="856">
                <a:moveTo>
                  <a:pt x="352" y="40"/>
                </a:moveTo>
                <a:cubicBezTo>
                  <a:pt x="192" y="20"/>
                  <a:pt x="32" y="0"/>
                  <a:pt x="16" y="136"/>
                </a:cubicBezTo>
                <a:cubicBezTo>
                  <a:pt x="0" y="272"/>
                  <a:pt x="128" y="564"/>
                  <a:pt x="256" y="856"/>
                </a:cubicBezTo>
              </a:path>
            </a:pathLst>
          </a:custGeom>
          <a:noFill/>
          <a:ln w="19050" cmpd="sng">
            <a:solidFill>
              <a:srgbClr val="808080"/>
            </a:solidFill>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49" name="Text Box 25"/>
          <p:cNvSpPr txBox="1">
            <a:spLocks noChangeArrowheads="1"/>
          </p:cNvSpPr>
          <p:nvPr/>
        </p:nvSpPr>
        <p:spPr bwMode="auto">
          <a:xfrm>
            <a:off x="1604963" y="1133475"/>
            <a:ext cx="88741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pid = 25</a:t>
            </a:r>
          </a:p>
        </p:txBody>
      </p:sp>
      <p:sp>
        <p:nvSpPr>
          <p:cNvPr id="897050" name="Rectangle 26"/>
          <p:cNvSpPr>
            <a:spLocks noChangeArrowheads="1"/>
          </p:cNvSpPr>
          <p:nvPr/>
        </p:nvSpPr>
        <p:spPr bwMode="auto">
          <a:xfrm>
            <a:off x="990600" y="3276600"/>
            <a:ext cx="3048000" cy="3276600"/>
          </a:xfrm>
          <a:prstGeom prst="rect">
            <a:avLst/>
          </a:prstGeom>
          <a:solidFill>
            <a:srgbClr val="F8F8F8"/>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eaLnBrk="0" hangingPunct="0">
              <a:defRPr/>
            </a:pPr>
            <a:r>
              <a:rPr lang="en-GB" sz="1600" dirty="0">
                <a:solidFill>
                  <a:srgbClr val="000000"/>
                </a:solidFill>
                <a:latin typeface="Arial" charset="0"/>
                <a:cs typeface="ＭＳ Ｐゴシック" charset="0"/>
              </a:rPr>
              <a:t>ret = </a:t>
            </a:r>
            <a:r>
              <a:rPr lang="en-GB" sz="1600" dirty="0">
                <a:solidFill>
                  <a:srgbClr val="FF0000"/>
                </a:solidFill>
                <a:latin typeface="Arial" charset="0"/>
                <a:cs typeface="ＭＳ Ｐゴシック" charset="0"/>
              </a:rPr>
              <a:t>fork();</a:t>
            </a:r>
          </a:p>
          <a:p>
            <a:pPr algn="l" eaLnBrk="0" hangingPunct="0">
              <a:defRPr/>
            </a:pPr>
            <a:r>
              <a:rPr lang="en-GB" sz="1600" dirty="0">
                <a:solidFill>
                  <a:srgbClr val="000000"/>
                </a:solidFill>
                <a:latin typeface="Arial" charset="0"/>
                <a:cs typeface="ＭＳ Ｐゴシック" charset="0"/>
              </a:rPr>
              <a:t>switch(ret)</a:t>
            </a:r>
          </a:p>
          <a:p>
            <a:pPr algn="l" eaLnBrk="0" hangingPunct="0">
              <a:defRPr/>
            </a:pPr>
            <a:r>
              <a:rPr lang="en-GB" sz="1600" dirty="0">
                <a:solidFill>
                  <a:srgbClr val="000000"/>
                </a:solidFill>
                <a:latin typeface="Arial" charset="0"/>
                <a:cs typeface="ＭＳ Ｐゴシック" charset="0"/>
              </a:rPr>
              <a:t>{</a:t>
            </a:r>
          </a:p>
          <a:p>
            <a:pPr algn="l" eaLnBrk="0" hangingPunct="0">
              <a:defRPr/>
            </a:pPr>
            <a:r>
              <a:rPr lang="en-GB" sz="1600" dirty="0">
                <a:solidFill>
                  <a:srgbClr val="000000"/>
                </a:solidFill>
                <a:latin typeface="Arial" charset="0"/>
                <a:cs typeface="ＭＳ Ｐゴシック" charset="0"/>
              </a:rPr>
              <a:t>    case -1: </a:t>
            </a:r>
          </a:p>
          <a:p>
            <a:pPr lvl="1" algn="l" eaLnBrk="0" hangingPunct="0">
              <a:defRPr/>
            </a:pPr>
            <a:r>
              <a:rPr lang="en-GB" sz="1600" dirty="0">
                <a:solidFill>
                  <a:srgbClr val="000000"/>
                </a:solidFill>
                <a:latin typeface="Arial" charset="0"/>
                <a:cs typeface="ＭＳ Ｐゴシック" charset="0"/>
              </a:rPr>
              <a:t>    	</a:t>
            </a:r>
            <a:r>
              <a:rPr lang="en-GB" sz="1600" dirty="0" err="1">
                <a:solidFill>
                  <a:srgbClr val="000000"/>
                </a:solidFill>
                <a:latin typeface="Arial" charset="0"/>
                <a:cs typeface="ＭＳ Ｐゴシック" charset="0"/>
              </a:rPr>
              <a:t>printf</a:t>
            </a:r>
            <a:r>
              <a:rPr lang="en-GB" sz="1600" dirty="0">
                <a:solidFill>
                  <a:srgbClr val="000000"/>
                </a:solidFill>
                <a:latin typeface="Arial" charset="0"/>
                <a:cs typeface="ＭＳ Ｐゴシック" charset="0"/>
              </a:rPr>
              <a:t>(“fork error”);</a:t>
            </a:r>
          </a:p>
          <a:p>
            <a:pPr lvl="1" algn="l" eaLnBrk="0" hangingPunct="0">
              <a:defRPr/>
            </a:pPr>
            <a:r>
              <a:rPr lang="en-GB" sz="1600" dirty="0">
                <a:solidFill>
                  <a:srgbClr val="000000"/>
                </a:solidFill>
                <a:latin typeface="Arial" charset="0"/>
                <a:cs typeface="ＭＳ Ｐゴシック" charset="0"/>
              </a:rPr>
              <a:t>	exit(1);</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case 0:  // I am the child</a:t>
            </a:r>
          </a:p>
          <a:p>
            <a:pPr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child </a:t>
            </a:r>
            <a:r>
              <a:rPr lang="en-GB" sz="1600" dirty="0">
                <a:solidFill>
                  <a:srgbClr val="000000"/>
                </a:solidFill>
                <a:latin typeface="Arial" charset="0"/>
                <a:cs typeface="ＭＳ Ｐゴシック" charset="0"/>
              </a:rPr>
              <a:t>&gt;</a:t>
            </a:r>
          </a:p>
          <a:p>
            <a:pPr algn="l" eaLnBrk="0" hangingPunct="0">
              <a:defRPr/>
            </a:pPr>
            <a:r>
              <a:rPr lang="en-GB" sz="1600" dirty="0">
                <a:solidFill>
                  <a:srgbClr val="000000"/>
                </a:solidFill>
                <a:latin typeface="Arial" charset="0"/>
                <a:cs typeface="ＭＳ Ｐゴシック" charset="0"/>
              </a:rPr>
              <a:t>	exit(0);</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default:  // I am parent ...</a:t>
            </a:r>
          </a:p>
          <a:p>
            <a:pPr lvl="1"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parent </a:t>
            </a:r>
            <a:r>
              <a:rPr lang="en-GB" sz="1600" dirty="0">
                <a:solidFill>
                  <a:srgbClr val="000000"/>
                </a:solidFill>
                <a:latin typeface="Arial" charset="0"/>
                <a:cs typeface="ＭＳ Ｐゴシック" charset="0"/>
              </a:rPr>
              <a:t>&gt;</a:t>
            </a:r>
          </a:p>
          <a:p>
            <a:pPr lvl="1" algn="l" eaLnBrk="0" hangingPunct="0">
              <a:defRPr/>
            </a:pPr>
            <a:r>
              <a:rPr lang="en-GB" sz="1600" dirty="0">
                <a:solidFill>
                  <a:srgbClr val="000000"/>
                </a:solidFill>
                <a:latin typeface="Arial" charset="0"/>
                <a:cs typeface="ＭＳ Ｐゴシック" charset="0"/>
              </a:rPr>
              <a:t> 	wait(0);</a:t>
            </a:r>
          </a:p>
          <a:p>
            <a:pPr algn="l" eaLnBrk="0" hangingPunct="0">
              <a:defRPr/>
            </a:pPr>
            <a:r>
              <a:rPr lang="en-GB" sz="1600" dirty="0">
                <a:solidFill>
                  <a:srgbClr val="000000"/>
                </a:solidFill>
                <a:latin typeface="Arial" charset="0"/>
                <a:cs typeface="ＭＳ Ｐゴシック" charset="0"/>
              </a:rPr>
              <a:t>}</a:t>
            </a:r>
          </a:p>
        </p:txBody>
      </p:sp>
      <p:sp>
        <p:nvSpPr>
          <p:cNvPr id="897051" name="Line 27"/>
          <p:cNvSpPr>
            <a:spLocks noChangeShapeType="1"/>
          </p:cNvSpPr>
          <p:nvPr/>
        </p:nvSpPr>
        <p:spPr bwMode="auto">
          <a:xfrm>
            <a:off x="533400" y="3429000"/>
            <a:ext cx="457200" cy="0"/>
          </a:xfrm>
          <a:prstGeom prst="line">
            <a:avLst/>
          </a:prstGeom>
          <a:noFill/>
          <a:ln w="50800" cmpd="dbl">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53" name="Rectangle 29"/>
          <p:cNvSpPr>
            <a:spLocks noChangeArrowheads="1"/>
          </p:cNvSpPr>
          <p:nvPr/>
        </p:nvSpPr>
        <p:spPr bwMode="auto">
          <a:xfrm>
            <a:off x="1754188" y="2317750"/>
            <a:ext cx="6413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defRPr/>
            </a:pPr>
            <a:r>
              <a:rPr lang="en-US" sz="1800">
                <a:solidFill>
                  <a:srgbClr val="FF0000"/>
                </a:solidFill>
                <a:latin typeface="Times New Roman" charset="0"/>
                <a:cs typeface="ＭＳ Ｐゴシック" charset="0"/>
              </a:rPr>
              <a:t>PCB</a:t>
            </a:r>
          </a:p>
        </p:txBody>
      </p:sp>
      <p:sp>
        <p:nvSpPr>
          <p:cNvPr id="897054" name="Freeform 30"/>
          <p:cNvSpPr>
            <a:spLocks/>
          </p:cNvSpPr>
          <p:nvPr/>
        </p:nvSpPr>
        <p:spPr bwMode="auto">
          <a:xfrm>
            <a:off x="3343275" y="3341688"/>
            <a:ext cx="1905000" cy="1981200"/>
          </a:xfrm>
          <a:custGeom>
            <a:avLst/>
            <a:gdLst>
              <a:gd name="T0" fmla="*/ 0 w 480"/>
              <a:gd name="T1" fmla="*/ 64 h 1312"/>
              <a:gd name="T2" fmla="*/ 384 w 480"/>
              <a:gd name="T3" fmla="*/ 208 h 1312"/>
              <a:gd name="T4" fmla="*/ 480 w 480"/>
              <a:gd name="T5" fmla="*/ 1312 h 1312"/>
            </a:gdLst>
            <a:ahLst/>
            <a:cxnLst>
              <a:cxn ang="0">
                <a:pos x="T0" y="T1"/>
              </a:cxn>
              <a:cxn ang="0">
                <a:pos x="T2" y="T3"/>
              </a:cxn>
              <a:cxn ang="0">
                <a:pos x="T4" y="T5"/>
              </a:cxn>
            </a:cxnLst>
            <a:rect l="0" t="0" r="r" b="b"/>
            <a:pathLst>
              <a:path w="480" h="1312">
                <a:moveTo>
                  <a:pt x="0" y="64"/>
                </a:moveTo>
                <a:cubicBezTo>
                  <a:pt x="152" y="32"/>
                  <a:pt x="304" y="0"/>
                  <a:pt x="384" y="208"/>
                </a:cubicBezTo>
                <a:cubicBezTo>
                  <a:pt x="464" y="416"/>
                  <a:pt x="464" y="1128"/>
                  <a:pt x="480" y="1312"/>
                </a:cubicBezTo>
              </a:path>
            </a:pathLst>
          </a:custGeom>
          <a:noFill/>
          <a:ln w="19050" cmpd="sng">
            <a:solidFill>
              <a:srgbClr val="808080"/>
            </a:solidFill>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55" name="AutoShape 31"/>
          <p:cNvSpPr>
            <a:spLocks noChangeArrowheads="1"/>
          </p:cNvSpPr>
          <p:nvPr/>
        </p:nvSpPr>
        <p:spPr bwMode="auto">
          <a:xfrm>
            <a:off x="4824413" y="5305425"/>
            <a:ext cx="1676400" cy="9144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7056" name="Text Box 32"/>
          <p:cNvSpPr txBox="1">
            <a:spLocks noChangeArrowheads="1"/>
          </p:cNvSpPr>
          <p:nvPr/>
        </p:nvSpPr>
        <p:spPr bwMode="auto">
          <a:xfrm>
            <a:off x="5281613" y="5607050"/>
            <a:ext cx="711200" cy="346075"/>
          </a:xfrm>
          <a:prstGeom prst="rect">
            <a:avLst/>
          </a:prstGeom>
          <a:solidFill>
            <a:schemeClr val="tx1"/>
          </a:solidFill>
          <a:ln w="9525">
            <a:solidFill>
              <a:srgbClr val="333333"/>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UNIX</a:t>
            </a:r>
          </a:p>
        </p:txBody>
      </p:sp>
    </p:spTree>
    <p:extLst>
      <p:ext uri="{BB962C8B-B14F-4D97-AF65-F5344CB8AC3E}">
        <p14:creationId xmlns:p14="http://schemas.microsoft.com/office/powerpoint/2010/main" val="1870470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body" idx="1"/>
          </p:nvPr>
        </p:nvSpPr>
        <p:spPr/>
        <p:txBody>
          <a:bodyPr/>
          <a:lstStyle/>
          <a:p>
            <a:pPr eaLnBrk="1" hangingPunct="1">
              <a:defRPr/>
            </a:pPr>
            <a:endParaRPr lang="en-US"/>
          </a:p>
          <a:p>
            <a:pPr eaLnBrk="1" hangingPunct="1">
              <a:defRPr/>
            </a:pPr>
            <a:endParaRPr lang="en-US"/>
          </a:p>
        </p:txBody>
      </p:sp>
      <p:sp>
        <p:nvSpPr>
          <p:cNvPr id="899075" name="Rectangle 3"/>
          <p:cNvSpPr>
            <a:spLocks noGrp="1" noChangeArrowheads="1"/>
          </p:cNvSpPr>
          <p:nvPr>
            <p:ph type="title"/>
          </p:nvPr>
        </p:nvSpPr>
        <p:spPr/>
        <p:txBody>
          <a:bodyPr/>
          <a:lstStyle/>
          <a:p>
            <a:pPr algn="ctr" eaLnBrk="1" hangingPunct="1">
              <a:defRPr/>
            </a:pPr>
            <a:r>
              <a:rPr lang="en-US" b="1" dirty="0"/>
              <a:t>How </a:t>
            </a:r>
            <a:r>
              <a:rPr lang="en-US" b="1" dirty="0">
                <a:solidFill>
                  <a:srgbClr val="CC3300"/>
                </a:solidFill>
              </a:rPr>
              <a:t>fork</a:t>
            </a:r>
            <a:r>
              <a:rPr lang="en-US" b="1" dirty="0"/>
              <a:t> Works (2) </a:t>
            </a:r>
          </a:p>
        </p:txBody>
      </p:sp>
      <p:sp>
        <p:nvSpPr>
          <p:cNvPr id="899076" name="Line 4"/>
          <p:cNvSpPr>
            <a:spLocks noChangeShapeType="1"/>
          </p:cNvSpPr>
          <p:nvPr/>
        </p:nvSpPr>
        <p:spPr bwMode="auto">
          <a:xfrm flipH="1">
            <a:off x="2743200" y="2209800"/>
            <a:ext cx="685800"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77" name="Line 5"/>
          <p:cNvSpPr>
            <a:spLocks noChangeShapeType="1"/>
          </p:cNvSpPr>
          <p:nvPr/>
        </p:nvSpPr>
        <p:spPr bwMode="auto">
          <a:xfrm flipH="1">
            <a:off x="2743200" y="1828800"/>
            <a:ext cx="1676400"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78" name="AutoShape 6"/>
          <p:cNvSpPr>
            <a:spLocks noChangeArrowheads="1"/>
          </p:cNvSpPr>
          <p:nvPr/>
        </p:nvSpPr>
        <p:spPr bwMode="auto">
          <a:xfrm>
            <a:off x="762000" y="1524000"/>
            <a:ext cx="1905000" cy="12192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79" name="Rectangle 7"/>
          <p:cNvSpPr>
            <a:spLocks noChangeArrowheads="1"/>
          </p:cNvSpPr>
          <p:nvPr/>
        </p:nvSpPr>
        <p:spPr bwMode="auto">
          <a:xfrm>
            <a:off x="914400" y="1600200"/>
            <a:ext cx="762000" cy="685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80" name="Text Box 8"/>
          <p:cNvSpPr txBox="1">
            <a:spLocks noChangeArrowheads="1"/>
          </p:cNvSpPr>
          <p:nvPr/>
        </p:nvSpPr>
        <p:spPr bwMode="auto">
          <a:xfrm>
            <a:off x="993775" y="1782763"/>
            <a:ext cx="579438" cy="336550"/>
          </a:xfrm>
          <a:prstGeom prst="rect">
            <a:avLst/>
          </a:prstGeom>
          <a:solidFill>
            <a:srgbClr val="F8F8F8"/>
          </a:solidFill>
          <a:ln>
            <a:noFill/>
          </a:ln>
          <a:effectLst/>
          <a:extLst>
            <a:ext uri="{91240B29-F687-4f45-9708-019B960494DF}">
              <a14:hiddenLine xmlns:a14="http://schemas.microsoft.com/office/drawing/2010/main" xmlns="" w="9525">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Text</a:t>
            </a:r>
          </a:p>
        </p:txBody>
      </p:sp>
      <p:sp>
        <p:nvSpPr>
          <p:cNvPr id="899081" name="Rectangle 9"/>
          <p:cNvSpPr>
            <a:spLocks noChangeArrowheads="1"/>
          </p:cNvSpPr>
          <p:nvPr/>
        </p:nvSpPr>
        <p:spPr bwMode="auto">
          <a:xfrm>
            <a:off x="914400" y="2363788"/>
            <a:ext cx="1600200" cy="304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sz="1800">
                <a:solidFill>
                  <a:srgbClr val="FF0000"/>
                </a:solidFill>
                <a:latin typeface="Times New Roman" charset="0"/>
                <a:cs typeface="ＭＳ Ｐゴシック" charset="0"/>
              </a:rPr>
              <a:t>PCB</a:t>
            </a:r>
          </a:p>
        </p:txBody>
      </p:sp>
      <p:sp>
        <p:nvSpPr>
          <p:cNvPr id="899083" name="Rectangle 11"/>
          <p:cNvSpPr>
            <a:spLocks noChangeArrowheads="1"/>
          </p:cNvSpPr>
          <p:nvPr/>
        </p:nvSpPr>
        <p:spPr bwMode="auto">
          <a:xfrm>
            <a:off x="1755775" y="1982788"/>
            <a:ext cx="762000" cy="304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84" name="Text Box 12"/>
          <p:cNvSpPr txBox="1">
            <a:spLocks noChangeArrowheads="1"/>
          </p:cNvSpPr>
          <p:nvPr/>
        </p:nvSpPr>
        <p:spPr bwMode="auto">
          <a:xfrm>
            <a:off x="1752600" y="1979613"/>
            <a:ext cx="777875" cy="346075"/>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l" eaLnBrk="0" hangingPunct="0">
              <a:defRPr/>
            </a:pPr>
            <a:r>
              <a:rPr lang="en-US" sz="1600">
                <a:solidFill>
                  <a:srgbClr val="000000"/>
                </a:solidFill>
                <a:latin typeface="Times New Roman" charset="0"/>
                <a:cs typeface="ＭＳ Ｐゴシック" charset="0"/>
              </a:rPr>
              <a:t>Stack</a:t>
            </a:r>
          </a:p>
        </p:txBody>
      </p:sp>
      <p:sp>
        <p:nvSpPr>
          <p:cNvPr id="899085" name="Text Box 13"/>
          <p:cNvSpPr txBox="1">
            <a:spLocks noChangeArrowheads="1"/>
          </p:cNvSpPr>
          <p:nvPr/>
        </p:nvSpPr>
        <p:spPr bwMode="auto">
          <a:xfrm>
            <a:off x="1752600" y="1598613"/>
            <a:ext cx="762000" cy="346075"/>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defRPr/>
            </a:pPr>
            <a:r>
              <a:rPr lang="en-US" sz="1600">
                <a:solidFill>
                  <a:srgbClr val="000000"/>
                </a:solidFill>
                <a:latin typeface="Times New Roman" charset="0"/>
                <a:cs typeface="ＭＳ Ｐゴシック" charset="0"/>
              </a:rPr>
              <a:t>Data</a:t>
            </a:r>
          </a:p>
        </p:txBody>
      </p:sp>
      <p:sp>
        <p:nvSpPr>
          <p:cNvPr id="899086" name="AutoShape 14"/>
          <p:cNvSpPr>
            <a:spLocks noChangeArrowheads="1"/>
          </p:cNvSpPr>
          <p:nvPr/>
        </p:nvSpPr>
        <p:spPr bwMode="auto">
          <a:xfrm>
            <a:off x="3429000" y="20574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87" name="AutoShape 15"/>
          <p:cNvSpPr>
            <a:spLocks noChangeArrowheads="1"/>
          </p:cNvSpPr>
          <p:nvPr/>
        </p:nvSpPr>
        <p:spPr bwMode="auto">
          <a:xfrm>
            <a:off x="3581400" y="22098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88" name="Rectangle 16"/>
          <p:cNvSpPr>
            <a:spLocks noChangeArrowheads="1"/>
          </p:cNvSpPr>
          <p:nvPr/>
        </p:nvSpPr>
        <p:spPr bwMode="auto">
          <a:xfrm>
            <a:off x="3733800" y="2362200"/>
            <a:ext cx="990600" cy="381000"/>
          </a:xfrm>
          <a:prstGeom prst="rect">
            <a:avLst/>
          </a:prstGeom>
          <a:solidFill>
            <a:srgbClr val="F8F8F8"/>
          </a:solidFill>
          <a:ln w="9525">
            <a:solidFill>
              <a:srgbClr val="80808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hangingPunct="0">
              <a:defRPr/>
            </a:pPr>
            <a:r>
              <a:rPr lang="en-US" sz="1600">
                <a:solidFill>
                  <a:srgbClr val="000000"/>
                </a:solidFill>
                <a:latin typeface="Times New Roman" charset="0"/>
                <a:cs typeface="ＭＳ Ｐゴシック" charset="0"/>
              </a:rPr>
              <a:t>File</a:t>
            </a:r>
          </a:p>
        </p:txBody>
      </p:sp>
      <p:sp>
        <p:nvSpPr>
          <p:cNvPr id="899089" name="AutoShape 17"/>
          <p:cNvSpPr>
            <a:spLocks noChangeArrowheads="1"/>
          </p:cNvSpPr>
          <p:nvPr/>
        </p:nvSpPr>
        <p:spPr bwMode="auto">
          <a:xfrm>
            <a:off x="4419600" y="12954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90" name="AutoShape 18"/>
          <p:cNvSpPr>
            <a:spLocks noChangeArrowheads="1"/>
          </p:cNvSpPr>
          <p:nvPr/>
        </p:nvSpPr>
        <p:spPr bwMode="auto">
          <a:xfrm>
            <a:off x="4572000" y="14478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91" name="Rectangle 19"/>
          <p:cNvSpPr>
            <a:spLocks noChangeArrowheads="1"/>
          </p:cNvSpPr>
          <p:nvPr/>
        </p:nvSpPr>
        <p:spPr bwMode="auto">
          <a:xfrm>
            <a:off x="4724400" y="1600200"/>
            <a:ext cx="990600" cy="3810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hangingPunct="0">
              <a:defRPr/>
            </a:pPr>
            <a:r>
              <a:rPr lang="en-US" sz="1600">
                <a:solidFill>
                  <a:srgbClr val="000000"/>
                </a:solidFill>
                <a:latin typeface="Times New Roman" charset="0"/>
                <a:cs typeface="ＭＳ Ｐゴシック" charset="0"/>
              </a:rPr>
              <a:t>Resources</a:t>
            </a:r>
          </a:p>
        </p:txBody>
      </p:sp>
      <p:sp>
        <p:nvSpPr>
          <p:cNvPr id="899092" name="Freeform 20"/>
          <p:cNvSpPr>
            <a:spLocks/>
          </p:cNvSpPr>
          <p:nvPr/>
        </p:nvSpPr>
        <p:spPr bwMode="auto">
          <a:xfrm>
            <a:off x="381000" y="1752600"/>
            <a:ext cx="482600" cy="1447800"/>
          </a:xfrm>
          <a:custGeom>
            <a:avLst/>
            <a:gdLst>
              <a:gd name="T0" fmla="*/ 352 w 352"/>
              <a:gd name="T1" fmla="*/ 40 h 856"/>
              <a:gd name="T2" fmla="*/ 16 w 352"/>
              <a:gd name="T3" fmla="*/ 136 h 856"/>
              <a:gd name="T4" fmla="*/ 256 w 352"/>
              <a:gd name="T5" fmla="*/ 856 h 856"/>
            </a:gdLst>
            <a:ahLst/>
            <a:cxnLst>
              <a:cxn ang="0">
                <a:pos x="T0" y="T1"/>
              </a:cxn>
              <a:cxn ang="0">
                <a:pos x="T2" y="T3"/>
              </a:cxn>
              <a:cxn ang="0">
                <a:pos x="T4" y="T5"/>
              </a:cxn>
            </a:cxnLst>
            <a:rect l="0" t="0" r="r" b="b"/>
            <a:pathLst>
              <a:path w="352" h="856">
                <a:moveTo>
                  <a:pt x="352" y="40"/>
                </a:moveTo>
                <a:cubicBezTo>
                  <a:pt x="192" y="20"/>
                  <a:pt x="32" y="0"/>
                  <a:pt x="16" y="136"/>
                </a:cubicBezTo>
                <a:cubicBezTo>
                  <a:pt x="0" y="272"/>
                  <a:pt x="128" y="564"/>
                  <a:pt x="256" y="856"/>
                </a:cubicBezTo>
              </a:path>
            </a:pathLst>
          </a:custGeom>
          <a:noFill/>
          <a:ln w="19050" cmpd="sng">
            <a:solidFill>
              <a:srgbClr val="808080"/>
            </a:solidFill>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93" name="Line 21"/>
          <p:cNvSpPr>
            <a:spLocks noChangeShapeType="1"/>
          </p:cNvSpPr>
          <p:nvPr/>
        </p:nvSpPr>
        <p:spPr bwMode="auto">
          <a:xfrm>
            <a:off x="228600" y="3581400"/>
            <a:ext cx="457200" cy="0"/>
          </a:xfrm>
          <a:prstGeom prst="line">
            <a:avLst/>
          </a:prstGeom>
          <a:noFill/>
          <a:ln w="50800" cmpd="dbl">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94" name="Text Box 22"/>
          <p:cNvSpPr txBox="1">
            <a:spLocks noChangeArrowheads="1"/>
          </p:cNvSpPr>
          <p:nvPr/>
        </p:nvSpPr>
        <p:spPr bwMode="auto">
          <a:xfrm>
            <a:off x="1223963" y="1133475"/>
            <a:ext cx="88741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pid = 25</a:t>
            </a:r>
          </a:p>
        </p:txBody>
      </p:sp>
      <p:sp>
        <p:nvSpPr>
          <p:cNvPr id="899109" name="Rectangle 37"/>
          <p:cNvSpPr>
            <a:spLocks noChangeArrowheads="1"/>
          </p:cNvSpPr>
          <p:nvPr/>
        </p:nvSpPr>
        <p:spPr bwMode="auto">
          <a:xfrm>
            <a:off x="762000" y="3200400"/>
            <a:ext cx="3048000" cy="3276600"/>
          </a:xfrm>
          <a:prstGeom prst="rect">
            <a:avLst/>
          </a:prstGeom>
          <a:solidFill>
            <a:srgbClr val="F8F8F8"/>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eaLnBrk="0" hangingPunct="0">
              <a:defRPr/>
            </a:pPr>
            <a:r>
              <a:rPr lang="en-GB" sz="1600" dirty="0">
                <a:solidFill>
                  <a:srgbClr val="000000"/>
                </a:solidFill>
                <a:latin typeface="Arial" charset="0"/>
                <a:cs typeface="ＭＳ Ｐゴシック" charset="0"/>
              </a:rPr>
              <a:t>ret = fork();</a:t>
            </a:r>
          </a:p>
          <a:p>
            <a:pPr algn="l" eaLnBrk="0" hangingPunct="0">
              <a:defRPr/>
            </a:pPr>
            <a:r>
              <a:rPr lang="en-GB" sz="1600" dirty="0">
                <a:solidFill>
                  <a:srgbClr val="000000"/>
                </a:solidFill>
                <a:latin typeface="Arial" charset="0"/>
                <a:cs typeface="ＭＳ Ｐゴシック" charset="0"/>
              </a:rPr>
              <a:t>switch(ret)</a:t>
            </a:r>
          </a:p>
          <a:p>
            <a:pPr algn="l" eaLnBrk="0" hangingPunct="0">
              <a:defRPr/>
            </a:pPr>
            <a:r>
              <a:rPr lang="en-GB" sz="1600" dirty="0">
                <a:solidFill>
                  <a:srgbClr val="000000"/>
                </a:solidFill>
                <a:latin typeface="Arial" charset="0"/>
                <a:cs typeface="ＭＳ Ｐゴシック" charset="0"/>
              </a:rPr>
              <a:t>{</a:t>
            </a:r>
          </a:p>
          <a:p>
            <a:pPr algn="l" eaLnBrk="0" hangingPunct="0">
              <a:defRPr/>
            </a:pPr>
            <a:r>
              <a:rPr lang="en-GB" sz="1600" dirty="0">
                <a:solidFill>
                  <a:srgbClr val="000000"/>
                </a:solidFill>
                <a:latin typeface="Arial" charset="0"/>
                <a:cs typeface="ＭＳ Ｐゴシック" charset="0"/>
              </a:rPr>
              <a:t>    case -1: </a:t>
            </a:r>
          </a:p>
          <a:p>
            <a:pPr lvl="1" algn="l" eaLnBrk="0" hangingPunct="0">
              <a:defRPr/>
            </a:pPr>
            <a:r>
              <a:rPr lang="en-GB" sz="1600" dirty="0">
                <a:solidFill>
                  <a:srgbClr val="000000"/>
                </a:solidFill>
                <a:latin typeface="Arial" charset="0"/>
                <a:cs typeface="ＭＳ Ｐゴシック" charset="0"/>
              </a:rPr>
              <a:t>    	</a:t>
            </a:r>
            <a:r>
              <a:rPr lang="en-GB" sz="1600" dirty="0" err="1">
                <a:solidFill>
                  <a:srgbClr val="000000"/>
                </a:solidFill>
                <a:latin typeface="Arial" charset="0"/>
                <a:cs typeface="ＭＳ Ｐゴシック" charset="0"/>
              </a:rPr>
              <a:t>printf</a:t>
            </a:r>
            <a:r>
              <a:rPr lang="en-GB" sz="1600" dirty="0">
                <a:solidFill>
                  <a:srgbClr val="000000"/>
                </a:solidFill>
                <a:latin typeface="Arial" charset="0"/>
                <a:cs typeface="ＭＳ Ｐゴシック" charset="0"/>
              </a:rPr>
              <a:t>(“fork error”);</a:t>
            </a:r>
          </a:p>
          <a:p>
            <a:pPr lvl="1" algn="l" eaLnBrk="0" hangingPunct="0">
              <a:defRPr/>
            </a:pPr>
            <a:r>
              <a:rPr lang="en-GB" sz="1600" dirty="0">
                <a:solidFill>
                  <a:srgbClr val="000000"/>
                </a:solidFill>
                <a:latin typeface="Arial" charset="0"/>
                <a:cs typeface="ＭＳ Ｐゴシック" charset="0"/>
              </a:rPr>
              <a:t>	exit(1);</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case 0:  // I am the child</a:t>
            </a:r>
          </a:p>
          <a:p>
            <a:pPr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child </a:t>
            </a:r>
            <a:r>
              <a:rPr lang="en-GB" sz="1600" dirty="0">
                <a:solidFill>
                  <a:srgbClr val="000000"/>
                </a:solidFill>
                <a:latin typeface="Arial" charset="0"/>
                <a:cs typeface="ＭＳ Ｐゴシック" charset="0"/>
              </a:rPr>
              <a:t>&gt;</a:t>
            </a:r>
          </a:p>
          <a:p>
            <a:pPr algn="l" eaLnBrk="0" hangingPunct="0">
              <a:defRPr/>
            </a:pPr>
            <a:r>
              <a:rPr lang="en-GB" sz="1600" dirty="0">
                <a:solidFill>
                  <a:srgbClr val="000000"/>
                </a:solidFill>
                <a:latin typeface="Arial" charset="0"/>
                <a:cs typeface="ＭＳ Ｐゴシック" charset="0"/>
              </a:rPr>
              <a:t>	exit(0);</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default:  // I am parent ...</a:t>
            </a:r>
          </a:p>
          <a:p>
            <a:pPr lvl="1"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parent </a:t>
            </a:r>
            <a:r>
              <a:rPr lang="en-GB" sz="1600" dirty="0">
                <a:solidFill>
                  <a:srgbClr val="000000"/>
                </a:solidFill>
                <a:latin typeface="Arial" charset="0"/>
                <a:cs typeface="ＭＳ Ｐゴシック" charset="0"/>
              </a:rPr>
              <a:t>&gt;</a:t>
            </a:r>
          </a:p>
          <a:p>
            <a:pPr lvl="1" algn="l" eaLnBrk="0" hangingPunct="0">
              <a:defRPr/>
            </a:pPr>
            <a:r>
              <a:rPr lang="en-GB" sz="1600" dirty="0">
                <a:solidFill>
                  <a:srgbClr val="000000"/>
                </a:solidFill>
                <a:latin typeface="Arial" charset="0"/>
                <a:cs typeface="ＭＳ Ｐゴシック" charset="0"/>
              </a:rPr>
              <a:t> 	wait(0);</a:t>
            </a:r>
          </a:p>
          <a:p>
            <a:pPr algn="l" eaLnBrk="0" hangingPunct="0">
              <a:defRPr/>
            </a:pPr>
            <a:r>
              <a:rPr lang="en-GB" sz="1600" dirty="0">
                <a:solidFill>
                  <a:srgbClr val="000000"/>
                </a:solidFill>
                <a:latin typeface="Arial" charset="0"/>
                <a:cs typeface="ＭＳ Ｐゴシック" charset="0"/>
              </a:rPr>
              <a:t>}</a:t>
            </a:r>
          </a:p>
        </p:txBody>
      </p:sp>
      <p:sp>
        <p:nvSpPr>
          <p:cNvPr id="899112" name="AutoShape 40"/>
          <p:cNvSpPr>
            <a:spLocks noChangeArrowheads="1"/>
          </p:cNvSpPr>
          <p:nvPr/>
        </p:nvSpPr>
        <p:spPr bwMode="auto">
          <a:xfrm>
            <a:off x="4038600" y="5334000"/>
            <a:ext cx="1676400" cy="9144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113" name="Text Box 41"/>
          <p:cNvSpPr txBox="1">
            <a:spLocks noChangeArrowheads="1"/>
          </p:cNvSpPr>
          <p:nvPr/>
        </p:nvSpPr>
        <p:spPr bwMode="auto">
          <a:xfrm>
            <a:off x="4495800" y="5635625"/>
            <a:ext cx="711200" cy="346075"/>
          </a:xfrm>
          <a:prstGeom prst="rect">
            <a:avLst/>
          </a:prstGeom>
          <a:solidFill>
            <a:schemeClr val="tx1"/>
          </a:solidFill>
          <a:ln w="9525">
            <a:solidFill>
              <a:srgbClr val="333333"/>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UNIX</a:t>
            </a:r>
          </a:p>
        </p:txBody>
      </p:sp>
      <p:sp>
        <p:nvSpPr>
          <p:cNvPr id="899114" name="Text Box 42"/>
          <p:cNvSpPr txBox="1">
            <a:spLocks noChangeArrowheads="1"/>
          </p:cNvSpPr>
          <p:nvPr/>
        </p:nvSpPr>
        <p:spPr bwMode="auto">
          <a:xfrm>
            <a:off x="2743200" y="3197225"/>
            <a:ext cx="76993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400">
                <a:solidFill>
                  <a:srgbClr val="FF0000"/>
                </a:solidFill>
                <a:latin typeface="Times New Roman" charset="0"/>
                <a:cs typeface="ＭＳ Ｐゴシック" charset="0"/>
              </a:rPr>
              <a:t>ret = 26</a:t>
            </a:r>
          </a:p>
        </p:txBody>
      </p:sp>
      <p:grpSp>
        <p:nvGrpSpPr>
          <p:cNvPr id="103449" name="Group 45"/>
          <p:cNvGrpSpPr>
            <a:grpSpLocks/>
          </p:cNvGrpSpPr>
          <p:nvPr/>
        </p:nvGrpSpPr>
        <p:grpSpPr bwMode="auto">
          <a:xfrm>
            <a:off x="4953000" y="1133475"/>
            <a:ext cx="3962400" cy="5267325"/>
            <a:chOff x="3120" y="714"/>
            <a:chExt cx="2496" cy="3318"/>
          </a:xfrm>
        </p:grpSpPr>
        <p:sp>
          <p:nvSpPr>
            <p:cNvPr id="899107" name="Freeform 35"/>
            <p:cNvSpPr>
              <a:spLocks/>
            </p:cNvSpPr>
            <p:nvPr/>
          </p:nvSpPr>
          <p:spPr bwMode="auto">
            <a:xfrm>
              <a:off x="4032" y="1104"/>
              <a:ext cx="336" cy="864"/>
            </a:xfrm>
            <a:custGeom>
              <a:avLst/>
              <a:gdLst>
                <a:gd name="T0" fmla="*/ 352 w 352"/>
                <a:gd name="T1" fmla="*/ 40 h 856"/>
                <a:gd name="T2" fmla="*/ 16 w 352"/>
                <a:gd name="T3" fmla="*/ 136 h 856"/>
                <a:gd name="T4" fmla="*/ 256 w 352"/>
                <a:gd name="T5" fmla="*/ 856 h 856"/>
              </a:gdLst>
              <a:ahLst/>
              <a:cxnLst>
                <a:cxn ang="0">
                  <a:pos x="T0" y="T1"/>
                </a:cxn>
                <a:cxn ang="0">
                  <a:pos x="T2" y="T3"/>
                </a:cxn>
                <a:cxn ang="0">
                  <a:pos x="T4" y="T5"/>
                </a:cxn>
              </a:cxnLst>
              <a:rect l="0" t="0" r="r" b="b"/>
              <a:pathLst>
                <a:path w="352" h="856">
                  <a:moveTo>
                    <a:pt x="352" y="40"/>
                  </a:moveTo>
                  <a:cubicBezTo>
                    <a:pt x="192" y="20"/>
                    <a:pt x="32" y="0"/>
                    <a:pt x="16" y="136"/>
                  </a:cubicBezTo>
                  <a:cubicBezTo>
                    <a:pt x="0" y="272"/>
                    <a:pt x="128" y="564"/>
                    <a:pt x="256" y="856"/>
                  </a:cubicBezTo>
                </a:path>
              </a:pathLst>
            </a:custGeom>
            <a:noFill/>
            <a:ln w="19050" cmpd="sng">
              <a:solidFill>
                <a:srgbClr val="808080"/>
              </a:solidFill>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95" name="Line 23"/>
            <p:cNvSpPr>
              <a:spLocks noChangeShapeType="1"/>
            </p:cNvSpPr>
            <p:nvPr/>
          </p:nvSpPr>
          <p:spPr bwMode="auto">
            <a:xfrm flipH="1">
              <a:off x="3120" y="1488"/>
              <a:ext cx="1152"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96" name="Line 24"/>
            <p:cNvSpPr>
              <a:spLocks noChangeShapeType="1"/>
            </p:cNvSpPr>
            <p:nvPr/>
          </p:nvSpPr>
          <p:spPr bwMode="auto">
            <a:xfrm flipH="1">
              <a:off x="3744" y="1056"/>
              <a:ext cx="528"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97" name="AutoShape 25"/>
            <p:cNvSpPr>
              <a:spLocks noChangeArrowheads="1"/>
            </p:cNvSpPr>
            <p:nvPr/>
          </p:nvSpPr>
          <p:spPr bwMode="auto">
            <a:xfrm>
              <a:off x="4272" y="960"/>
              <a:ext cx="1200" cy="768"/>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98" name="Rectangle 26"/>
            <p:cNvSpPr>
              <a:spLocks noChangeArrowheads="1"/>
            </p:cNvSpPr>
            <p:nvPr/>
          </p:nvSpPr>
          <p:spPr bwMode="auto">
            <a:xfrm>
              <a:off x="4368" y="1008"/>
              <a:ext cx="480" cy="432"/>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099" name="Text Box 27"/>
            <p:cNvSpPr txBox="1">
              <a:spLocks noChangeArrowheads="1"/>
            </p:cNvSpPr>
            <p:nvPr/>
          </p:nvSpPr>
          <p:spPr bwMode="auto">
            <a:xfrm>
              <a:off x="4418" y="1123"/>
              <a:ext cx="365" cy="212"/>
            </a:xfrm>
            <a:prstGeom prst="rect">
              <a:avLst/>
            </a:prstGeom>
            <a:solidFill>
              <a:srgbClr val="F8F8F8"/>
            </a:solidFill>
            <a:ln>
              <a:noFill/>
            </a:ln>
            <a:effectLst/>
            <a:extLst>
              <a:ext uri="{91240B29-F687-4f45-9708-019B960494DF}">
                <a14:hiddenLine xmlns:a14="http://schemas.microsoft.com/office/drawing/2010/main" xmlns="" w="9525">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Text</a:t>
              </a:r>
            </a:p>
          </p:txBody>
        </p:sp>
        <p:sp>
          <p:nvSpPr>
            <p:cNvPr id="899100" name="Rectangle 28"/>
            <p:cNvSpPr>
              <a:spLocks noChangeArrowheads="1"/>
            </p:cNvSpPr>
            <p:nvPr/>
          </p:nvSpPr>
          <p:spPr bwMode="auto">
            <a:xfrm>
              <a:off x="4368" y="1489"/>
              <a:ext cx="1008" cy="192"/>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sz="1800">
                  <a:solidFill>
                    <a:srgbClr val="FF0000"/>
                  </a:solidFill>
                  <a:latin typeface="Times New Roman" charset="0"/>
                  <a:cs typeface="ＭＳ Ｐゴシック" charset="0"/>
                </a:rPr>
                <a:t>PCB</a:t>
              </a:r>
            </a:p>
          </p:txBody>
        </p:sp>
        <p:sp>
          <p:nvSpPr>
            <p:cNvPr id="899102" name="Rectangle 30"/>
            <p:cNvSpPr>
              <a:spLocks noChangeArrowheads="1"/>
            </p:cNvSpPr>
            <p:nvPr/>
          </p:nvSpPr>
          <p:spPr bwMode="auto">
            <a:xfrm>
              <a:off x="4898" y="1249"/>
              <a:ext cx="480" cy="192"/>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103" name="Text Box 31"/>
            <p:cNvSpPr txBox="1">
              <a:spLocks noChangeArrowheads="1"/>
            </p:cNvSpPr>
            <p:nvPr/>
          </p:nvSpPr>
          <p:spPr bwMode="auto">
            <a:xfrm>
              <a:off x="4896" y="1247"/>
              <a:ext cx="490" cy="218"/>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l" eaLnBrk="0" hangingPunct="0">
                <a:defRPr/>
              </a:pPr>
              <a:r>
                <a:rPr lang="en-US" sz="1600">
                  <a:solidFill>
                    <a:srgbClr val="000000"/>
                  </a:solidFill>
                  <a:latin typeface="Times New Roman" charset="0"/>
                  <a:cs typeface="ＭＳ Ｐゴシック" charset="0"/>
                </a:rPr>
                <a:t>Stack</a:t>
              </a:r>
            </a:p>
          </p:txBody>
        </p:sp>
        <p:sp>
          <p:nvSpPr>
            <p:cNvPr id="899104" name="Text Box 32"/>
            <p:cNvSpPr txBox="1">
              <a:spLocks noChangeArrowheads="1"/>
            </p:cNvSpPr>
            <p:nvPr/>
          </p:nvSpPr>
          <p:spPr bwMode="auto">
            <a:xfrm>
              <a:off x="4896" y="1007"/>
              <a:ext cx="480" cy="218"/>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defRPr/>
              </a:pPr>
              <a:r>
                <a:rPr lang="en-US" sz="1600">
                  <a:solidFill>
                    <a:srgbClr val="000000"/>
                  </a:solidFill>
                  <a:latin typeface="Times New Roman" charset="0"/>
                  <a:cs typeface="ＭＳ Ｐゴシック" charset="0"/>
                </a:rPr>
                <a:t>Data</a:t>
              </a:r>
            </a:p>
          </p:txBody>
        </p:sp>
        <p:sp>
          <p:nvSpPr>
            <p:cNvPr id="899105" name="Text Box 33"/>
            <p:cNvSpPr txBox="1">
              <a:spLocks noChangeArrowheads="1"/>
            </p:cNvSpPr>
            <p:nvPr/>
          </p:nvSpPr>
          <p:spPr bwMode="auto">
            <a:xfrm>
              <a:off x="4563" y="714"/>
              <a:ext cx="559"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pid = 26</a:t>
              </a:r>
            </a:p>
          </p:txBody>
        </p:sp>
        <p:sp>
          <p:nvSpPr>
            <p:cNvPr id="899106" name="Freeform 34"/>
            <p:cNvSpPr>
              <a:spLocks/>
            </p:cNvSpPr>
            <p:nvPr/>
          </p:nvSpPr>
          <p:spPr bwMode="auto">
            <a:xfrm>
              <a:off x="3168" y="1632"/>
              <a:ext cx="1104" cy="1728"/>
            </a:xfrm>
            <a:custGeom>
              <a:avLst/>
              <a:gdLst>
                <a:gd name="T0" fmla="*/ 88 w 616"/>
                <a:gd name="T1" fmla="*/ 2208 h 2208"/>
                <a:gd name="T2" fmla="*/ 88 w 616"/>
                <a:gd name="T3" fmla="*/ 672 h 2208"/>
                <a:gd name="T4" fmla="*/ 616 w 616"/>
                <a:gd name="T5" fmla="*/ 0 h 2208"/>
              </a:gdLst>
              <a:ahLst/>
              <a:cxnLst>
                <a:cxn ang="0">
                  <a:pos x="T0" y="T1"/>
                </a:cxn>
                <a:cxn ang="0">
                  <a:pos x="T2" y="T3"/>
                </a:cxn>
                <a:cxn ang="0">
                  <a:pos x="T4" y="T5"/>
                </a:cxn>
              </a:cxnLst>
              <a:rect l="0" t="0" r="r" b="b"/>
              <a:pathLst>
                <a:path w="616" h="2208">
                  <a:moveTo>
                    <a:pt x="88" y="2208"/>
                  </a:moveTo>
                  <a:cubicBezTo>
                    <a:pt x="44" y="1624"/>
                    <a:pt x="0" y="1040"/>
                    <a:pt x="88" y="672"/>
                  </a:cubicBezTo>
                  <a:cubicBezTo>
                    <a:pt x="176" y="304"/>
                    <a:pt x="396" y="152"/>
                    <a:pt x="616" y="0"/>
                  </a:cubicBezTo>
                </a:path>
              </a:pathLst>
            </a:custGeom>
            <a:noFill/>
            <a:ln w="19050" cmpd="sng">
              <a:solidFill>
                <a:srgbClr val="808080"/>
              </a:solidFill>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110" name="Rectangle 38"/>
            <p:cNvSpPr>
              <a:spLocks noChangeArrowheads="1"/>
            </p:cNvSpPr>
            <p:nvPr/>
          </p:nvSpPr>
          <p:spPr bwMode="auto">
            <a:xfrm>
              <a:off x="3696" y="1968"/>
              <a:ext cx="1920" cy="2064"/>
            </a:xfrm>
            <a:prstGeom prst="rect">
              <a:avLst/>
            </a:prstGeom>
            <a:solidFill>
              <a:srgbClr val="F8F8F8"/>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eaLnBrk="0" hangingPunct="0">
                <a:defRPr/>
              </a:pPr>
              <a:r>
                <a:rPr lang="en-GB" sz="1600" dirty="0">
                  <a:solidFill>
                    <a:srgbClr val="000000"/>
                  </a:solidFill>
                  <a:latin typeface="Arial" charset="0"/>
                  <a:cs typeface="ＭＳ Ｐゴシック" charset="0"/>
                </a:rPr>
                <a:t>ret = fork();</a:t>
              </a:r>
            </a:p>
            <a:p>
              <a:pPr algn="l" eaLnBrk="0" hangingPunct="0">
                <a:defRPr/>
              </a:pPr>
              <a:r>
                <a:rPr lang="en-GB" sz="1600" dirty="0">
                  <a:solidFill>
                    <a:srgbClr val="000000"/>
                  </a:solidFill>
                  <a:latin typeface="Arial" charset="0"/>
                  <a:cs typeface="ＭＳ Ｐゴシック" charset="0"/>
                </a:rPr>
                <a:t>switch(ret)</a:t>
              </a:r>
            </a:p>
            <a:p>
              <a:pPr algn="l" eaLnBrk="0" hangingPunct="0">
                <a:defRPr/>
              </a:pPr>
              <a:r>
                <a:rPr lang="en-GB" sz="1600" dirty="0">
                  <a:solidFill>
                    <a:srgbClr val="000000"/>
                  </a:solidFill>
                  <a:latin typeface="Arial" charset="0"/>
                  <a:cs typeface="ＭＳ Ｐゴシック" charset="0"/>
                </a:rPr>
                <a:t>{</a:t>
              </a:r>
            </a:p>
            <a:p>
              <a:pPr algn="l" eaLnBrk="0" hangingPunct="0">
                <a:defRPr/>
              </a:pPr>
              <a:r>
                <a:rPr lang="en-GB" sz="1600" dirty="0">
                  <a:solidFill>
                    <a:srgbClr val="000000"/>
                  </a:solidFill>
                  <a:latin typeface="Arial" charset="0"/>
                  <a:cs typeface="ＭＳ Ｐゴシック" charset="0"/>
                </a:rPr>
                <a:t>    case -1: </a:t>
              </a:r>
            </a:p>
            <a:p>
              <a:pPr lvl="1" algn="l" eaLnBrk="0" hangingPunct="0">
                <a:defRPr/>
              </a:pPr>
              <a:r>
                <a:rPr lang="en-GB" sz="1600" dirty="0">
                  <a:solidFill>
                    <a:srgbClr val="000000"/>
                  </a:solidFill>
                  <a:latin typeface="Arial" charset="0"/>
                  <a:cs typeface="ＭＳ Ｐゴシック" charset="0"/>
                </a:rPr>
                <a:t>    	</a:t>
              </a:r>
              <a:r>
                <a:rPr lang="en-GB" sz="1600" dirty="0" err="1">
                  <a:solidFill>
                    <a:srgbClr val="000000"/>
                  </a:solidFill>
                  <a:latin typeface="Arial" charset="0"/>
                  <a:cs typeface="ＭＳ Ｐゴシック" charset="0"/>
                </a:rPr>
                <a:t>printf</a:t>
              </a:r>
              <a:r>
                <a:rPr lang="en-GB" sz="1600" dirty="0">
                  <a:solidFill>
                    <a:srgbClr val="000000"/>
                  </a:solidFill>
                  <a:latin typeface="Arial" charset="0"/>
                  <a:cs typeface="ＭＳ Ｐゴシック" charset="0"/>
                </a:rPr>
                <a:t>(“fork error”);</a:t>
              </a:r>
            </a:p>
            <a:p>
              <a:pPr lvl="1" algn="l" eaLnBrk="0" hangingPunct="0">
                <a:defRPr/>
              </a:pPr>
              <a:r>
                <a:rPr lang="en-GB" sz="1600" dirty="0">
                  <a:solidFill>
                    <a:srgbClr val="000000"/>
                  </a:solidFill>
                  <a:latin typeface="Arial" charset="0"/>
                  <a:cs typeface="ＭＳ Ｐゴシック" charset="0"/>
                </a:rPr>
                <a:t>	exit(1);</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case 0:  // I am the child</a:t>
              </a:r>
            </a:p>
            <a:p>
              <a:pPr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child </a:t>
              </a:r>
              <a:r>
                <a:rPr lang="en-GB" sz="1600" dirty="0">
                  <a:solidFill>
                    <a:srgbClr val="000000"/>
                  </a:solidFill>
                  <a:latin typeface="Arial" charset="0"/>
                  <a:cs typeface="ＭＳ Ｐゴシック" charset="0"/>
                </a:rPr>
                <a:t>&gt;</a:t>
              </a:r>
            </a:p>
            <a:p>
              <a:pPr algn="l" eaLnBrk="0" hangingPunct="0">
                <a:defRPr/>
              </a:pPr>
              <a:r>
                <a:rPr lang="en-GB" sz="1600" dirty="0">
                  <a:solidFill>
                    <a:srgbClr val="000000"/>
                  </a:solidFill>
                  <a:latin typeface="Arial" charset="0"/>
                  <a:cs typeface="ＭＳ Ｐゴシック" charset="0"/>
                </a:rPr>
                <a:t>	exit(0);</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default:  // I am parent ...</a:t>
              </a:r>
            </a:p>
            <a:p>
              <a:pPr lvl="1"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parent </a:t>
              </a:r>
              <a:r>
                <a:rPr lang="en-GB" sz="1600" dirty="0">
                  <a:solidFill>
                    <a:srgbClr val="000000"/>
                  </a:solidFill>
                  <a:latin typeface="Arial" charset="0"/>
                  <a:cs typeface="ＭＳ Ｐゴシック" charset="0"/>
                </a:rPr>
                <a:t>&gt;</a:t>
              </a:r>
            </a:p>
            <a:p>
              <a:pPr lvl="1" algn="l" eaLnBrk="0" hangingPunct="0">
                <a:defRPr/>
              </a:pPr>
              <a:r>
                <a:rPr lang="en-GB" sz="1600" dirty="0">
                  <a:solidFill>
                    <a:srgbClr val="000000"/>
                  </a:solidFill>
                  <a:latin typeface="Arial" charset="0"/>
                  <a:cs typeface="ＭＳ Ｐゴシック" charset="0"/>
                </a:rPr>
                <a:t> 	wait(0);</a:t>
              </a:r>
            </a:p>
            <a:p>
              <a:pPr algn="l" eaLnBrk="0" hangingPunct="0">
                <a:defRPr/>
              </a:pPr>
              <a:r>
                <a:rPr lang="en-GB" sz="1600" dirty="0">
                  <a:solidFill>
                    <a:srgbClr val="000000"/>
                  </a:solidFill>
                  <a:latin typeface="Arial" charset="0"/>
                  <a:cs typeface="ＭＳ Ｐゴシック" charset="0"/>
                </a:rPr>
                <a:t>}</a:t>
              </a:r>
            </a:p>
          </p:txBody>
        </p:sp>
        <p:sp>
          <p:nvSpPr>
            <p:cNvPr id="899111" name="Line 39"/>
            <p:cNvSpPr>
              <a:spLocks noChangeShapeType="1"/>
            </p:cNvSpPr>
            <p:nvPr/>
          </p:nvSpPr>
          <p:spPr bwMode="auto">
            <a:xfrm>
              <a:off x="3360" y="2256"/>
              <a:ext cx="288" cy="0"/>
            </a:xfrm>
            <a:prstGeom prst="line">
              <a:avLst/>
            </a:prstGeom>
            <a:noFill/>
            <a:ln w="50800" cmpd="dbl">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899115" name="Text Box 43"/>
            <p:cNvSpPr txBox="1">
              <a:spLocks noChangeArrowheads="1"/>
            </p:cNvSpPr>
            <p:nvPr/>
          </p:nvSpPr>
          <p:spPr bwMode="auto">
            <a:xfrm>
              <a:off x="5108" y="1966"/>
              <a:ext cx="429"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defRPr/>
              </a:pPr>
              <a:r>
                <a:rPr lang="en-US" sz="1400">
                  <a:solidFill>
                    <a:srgbClr val="FF0000"/>
                  </a:solidFill>
                  <a:latin typeface="Times New Roman" charset="0"/>
                  <a:cs typeface="ＭＳ Ｐゴシック" charset="0"/>
                </a:rPr>
                <a:t>ret = 0</a:t>
              </a:r>
            </a:p>
          </p:txBody>
        </p:sp>
      </p:grpSp>
    </p:spTree>
    <p:extLst>
      <p:ext uri="{BB962C8B-B14F-4D97-AF65-F5344CB8AC3E}">
        <p14:creationId xmlns:p14="http://schemas.microsoft.com/office/powerpoint/2010/main" val="2076876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ChangeArrowheads="1"/>
          </p:cNvSpPr>
          <p:nvPr>
            <p:ph type="body" idx="1"/>
          </p:nvPr>
        </p:nvSpPr>
        <p:spPr/>
        <p:txBody>
          <a:bodyPr/>
          <a:lstStyle/>
          <a:p>
            <a:pPr eaLnBrk="1" hangingPunct="1">
              <a:defRPr/>
            </a:pPr>
            <a:endParaRPr lang="en-US"/>
          </a:p>
          <a:p>
            <a:pPr eaLnBrk="1" hangingPunct="1">
              <a:defRPr/>
            </a:pPr>
            <a:endParaRPr lang="en-US"/>
          </a:p>
        </p:txBody>
      </p:sp>
      <p:sp>
        <p:nvSpPr>
          <p:cNvPr id="901123" name="Rectangle 3"/>
          <p:cNvSpPr>
            <a:spLocks noGrp="1" noChangeArrowheads="1"/>
          </p:cNvSpPr>
          <p:nvPr>
            <p:ph type="title"/>
          </p:nvPr>
        </p:nvSpPr>
        <p:spPr/>
        <p:txBody>
          <a:bodyPr/>
          <a:lstStyle/>
          <a:p>
            <a:pPr algn="ctr" eaLnBrk="1" hangingPunct="1">
              <a:defRPr/>
            </a:pPr>
            <a:r>
              <a:rPr lang="en-US" b="1" dirty="0"/>
              <a:t>How </a:t>
            </a:r>
            <a:r>
              <a:rPr lang="en-US" b="1" dirty="0">
                <a:solidFill>
                  <a:srgbClr val="CC3300"/>
                </a:solidFill>
              </a:rPr>
              <a:t>fork</a:t>
            </a:r>
            <a:r>
              <a:rPr lang="en-US" b="1" dirty="0"/>
              <a:t> Works (3)  </a:t>
            </a:r>
          </a:p>
        </p:txBody>
      </p:sp>
      <p:sp>
        <p:nvSpPr>
          <p:cNvPr id="901124" name="Line 4"/>
          <p:cNvSpPr>
            <a:spLocks noChangeShapeType="1"/>
          </p:cNvSpPr>
          <p:nvPr/>
        </p:nvSpPr>
        <p:spPr bwMode="auto">
          <a:xfrm flipH="1">
            <a:off x="2743200" y="2209800"/>
            <a:ext cx="685800"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25" name="Line 5"/>
          <p:cNvSpPr>
            <a:spLocks noChangeShapeType="1"/>
          </p:cNvSpPr>
          <p:nvPr/>
        </p:nvSpPr>
        <p:spPr bwMode="auto">
          <a:xfrm flipH="1">
            <a:off x="2743200" y="1828800"/>
            <a:ext cx="1676400"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26" name="AutoShape 6"/>
          <p:cNvSpPr>
            <a:spLocks noChangeArrowheads="1"/>
          </p:cNvSpPr>
          <p:nvPr/>
        </p:nvSpPr>
        <p:spPr bwMode="auto">
          <a:xfrm>
            <a:off x="762000" y="1524000"/>
            <a:ext cx="1905000" cy="12192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27" name="Rectangle 7"/>
          <p:cNvSpPr>
            <a:spLocks noChangeArrowheads="1"/>
          </p:cNvSpPr>
          <p:nvPr/>
        </p:nvSpPr>
        <p:spPr bwMode="auto">
          <a:xfrm>
            <a:off x="914400" y="1600200"/>
            <a:ext cx="762000" cy="685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28" name="Text Box 8"/>
          <p:cNvSpPr txBox="1">
            <a:spLocks noChangeArrowheads="1"/>
          </p:cNvSpPr>
          <p:nvPr/>
        </p:nvSpPr>
        <p:spPr bwMode="auto">
          <a:xfrm>
            <a:off x="993775" y="1782763"/>
            <a:ext cx="579438" cy="336550"/>
          </a:xfrm>
          <a:prstGeom prst="rect">
            <a:avLst/>
          </a:prstGeom>
          <a:solidFill>
            <a:srgbClr val="F8F8F8"/>
          </a:solidFill>
          <a:ln>
            <a:noFill/>
          </a:ln>
          <a:effectLst/>
          <a:extLst>
            <a:ext uri="{91240B29-F687-4f45-9708-019B960494DF}">
              <a14:hiddenLine xmlns:a14="http://schemas.microsoft.com/office/drawing/2010/main" xmlns="" w="9525">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Text</a:t>
            </a:r>
          </a:p>
        </p:txBody>
      </p:sp>
      <p:sp>
        <p:nvSpPr>
          <p:cNvPr id="901129" name="Rectangle 9"/>
          <p:cNvSpPr>
            <a:spLocks noChangeArrowheads="1"/>
          </p:cNvSpPr>
          <p:nvPr/>
        </p:nvSpPr>
        <p:spPr bwMode="auto">
          <a:xfrm>
            <a:off x="914400" y="2363788"/>
            <a:ext cx="1600200" cy="304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sz="1800">
                <a:solidFill>
                  <a:srgbClr val="FF0000"/>
                </a:solidFill>
                <a:latin typeface="Times New Roman" charset="0"/>
                <a:cs typeface="ＭＳ Ｐゴシック" charset="0"/>
              </a:rPr>
              <a:t>PCB</a:t>
            </a:r>
          </a:p>
        </p:txBody>
      </p:sp>
      <p:sp>
        <p:nvSpPr>
          <p:cNvPr id="901131" name="Rectangle 11"/>
          <p:cNvSpPr>
            <a:spLocks noChangeArrowheads="1"/>
          </p:cNvSpPr>
          <p:nvPr/>
        </p:nvSpPr>
        <p:spPr bwMode="auto">
          <a:xfrm>
            <a:off x="1755775" y="1982788"/>
            <a:ext cx="762000" cy="304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32" name="Text Box 12"/>
          <p:cNvSpPr txBox="1">
            <a:spLocks noChangeArrowheads="1"/>
          </p:cNvSpPr>
          <p:nvPr/>
        </p:nvSpPr>
        <p:spPr bwMode="auto">
          <a:xfrm>
            <a:off x="1752600" y="1979613"/>
            <a:ext cx="777875" cy="346075"/>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l" eaLnBrk="0" hangingPunct="0">
              <a:defRPr/>
            </a:pPr>
            <a:r>
              <a:rPr lang="en-US" sz="1600">
                <a:solidFill>
                  <a:srgbClr val="000000"/>
                </a:solidFill>
                <a:latin typeface="Times New Roman" charset="0"/>
                <a:cs typeface="ＭＳ Ｐゴシック" charset="0"/>
              </a:rPr>
              <a:t>Stack</a:t>
            </a:r>
          </a:p>
        </p:txBody>
      </p:sp>
      <p:sp>
        <p:nvSpPr>
          <p:cNvPr id="901133" name="Text Box 13"/>
          <p:cNvSpPr txBox="1">
            <a:spLocks noChangeArrowheads="1"/>
          </p:cNvSpPr>
          <p:nvPr/>
        </p:nvSpPr>
        <p:spPr bwMode="auto">
          <a:xfrm>
            <a:off x="1752600" y="1598613"/>
            <a:ext cx="762000" cy="346075"/>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defRPr/>
            </a:pPr>
            <a:r>
              <a:rPr lang="en-US" sz="1600">
                <a:solidFill>
                  <a:srgbClr val="000000"/>
                </a:solidFill>
                <a:latin typeface="Times New Roman" charset="0"/>
                <a:cs typeface="ＭＳ Ｐゴシック" charset="0"/>
              </a:rPr>
              <a:t>Data</a:t>
            </a:r>
          </a:p>
        </p:txBody>
      </p:sp>
      <p:sp>
        <p:nvSpPr>
          <p:cNvPr id="901134" name="AutoShape 14"/>
          <p:cNvSpPr>
            <a:spLocks noChangeArrowheads="1"/>
          </p:cNvSpPr>
          <p:nvPr/>
        </p:nvSpPr>
        <p:spPr bwMode="auto">
          <a:xfrm>
            <a:off x="3429000" y="20574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35" name="AutoShape 15"/>
          <p:cNvSpPr>
            <a:spLocks noChangeArrowheads="1"/>
          </p:cNvSpPr>
          <p:nvPr/>
        </p:nvSpPr>
        <p:spPr bwMode="auto">
          <a:xfrm>
            <a:off x="3581400" y="22098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36" name="Rectangle 16"/>
          <p:cNvSpPr>
            <a:spLocks noChangeArrowheads="1"/>
          </p:cNvSpPr>
          <p:nvPr/>
        </p:nvSpPr>
        <p:spPr bwMode="auto">
          <a:xfrm>
            <a:off x="3733800" y="2362200"/>
            <a:ext cx="990600" cy="381000"/>
          </a:xfrm>
          <a:prstGeom prst="rect">
            <a:avLst/>
          </a:prstGeom>
          <a:solidFill>
            <a:srgbClr val="F8F8F8"/>
          </a:solidFill>
          <a:ln w="9525">
            <a:solidFill>
              <a:srgbClr val="80808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hangingPunct="0">
              <a:defRPr/>
            </a:pPr>
            <a:r>
              <a:rPr lang="en-US" sz="1600">
                <a:solidFill>
                  <a:srgbClr val="000000"/>
                </a:solidFill>
                <a:latin typeface="Times New Roman" charset="0"/>
                <a:cs typeface="ＭＳ Ｐゴシック" charset="0"/>
              </a:rPr>
              <a:t>File</a:t>
            </a:r>
          </a:p>
        </p:txBody>
      </p:sp>
      <p:sp>
        <p:nvSpPr>
          <p:cNvPr id="901137" name="AutoShape 17"/>
          <p:cNvSpPr>
            <a:spLocks noChangeArrowheads="1"/>
          </p:cNvSpPr>
          <p:nvPr/>
        </p:nvSpPr>
        <p:spPr bwMode="auto">
          <a:xfrm>
            <a:off x="4419600" y="12954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38" name="AutoShape 18"/>
          <p:cNvSpPr>
            <a:spLocks noChangeArrowheads="1"/>
          </p:cNvSpPr>
          <p:nvPr/>
        </p:nvSpPr>
        <p:spPr bwMode="auto">
          <a:xfrm>
            <a:off x="4572000" y="14478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39" name="Rectangle 19"/>
          <p:cNvSpPr>
            <a:spLocks noChangeArrowheads="1"/>
          </p:cNvSpPr>
          <p:nvPr/>
        </p:nvSpPr>
        <p:spPr bwMode="auto">
          <a:xfrm>
            <a:off x="4724400" y="1600200"/>
            <a:ext cx="990600" cy="3810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hangingPunct="0">
              <a:defRPr/>
            </a:pPr>
            <a:r>
              <a:rPr lang="en-US" sz="1600">
                <a:solidFill>
                  <a:srgbClr val="000000"/>
                </a:solidFill>
                <a:latin typeface="Times New Roman" charset="0"/>
                <a:cs typeface="ＭＳ Ｐゴシック" charset="0"/>
              </a:rPr>
              <a:t>Resources</a:t>
            </a:r>
          </a:p>
        </p:txBody>
      </p:sp>
      <p:sp>
        <p:nvSpPr>
          <p:cNvPr id="901140" name="Freeform 20"/>
          <p:cNvSpPr>
            <a:spLocks/>
          </p:cNvSpPr>
          <p:nvPr/>
        </p:nvSpPr>
        <p:spPr bwMode="auto">
          <a:xfrm>
            <a:off x="381000" y="1752600"/>
            <a:ext cx="482600" cy="1447800"/>
          </a:xfrm>
          <a:custGeom>
            <a:avLst/>
            <a:gdLst>
              <a:gd name="T0" fmla="*/ 352 w 352"/>
              <a:gd name="T1" fmla="*/ 40 h 856"/>
              <a:gd name="T2" fmla="*/ 16 w 352"/>
              <a:gd name="T3" fmla="*/ 136 h 856"/>
              <a:gd name="T4" fmla="*/ 256 w 352"/>
              <a:gd name="T5" fmla="*/ 856 h 856"/>
            </a:gdLst>
            <a:ahLst/>
            <a:cxnLst>
              <a:cxn ang="0">
                <a:pos x="T0" y="T1"/>
              </a:cxn>
              <a:cxn ang="0">
                <a:pos x="T2" y="T3"/>
              </a:cxn>
              <a:cxn ang="0">
                <a:pos x="T4" y="T5"/>
              </a:cxn>
            </a:cxnLst>
            <a:rect l="0" t="0" r="r" b="b"/>
            <a:pathLst>
              <a:path w="352" h="856">
                <a:moveTo>
                  <a:pt x="352" y="40"/>
                </a:moveTo>
                <a:cubicBezTo>
                  <a:pt x="192" y="20"/>
                  <a:pt x="32" y="0"/>
                  <a:pt x="16" y="136"/>
                </a:cubicBezTo>
                <a:cubicBezTo>
                  <a:pt x="0" y="272"/>
                  <a:pt x="128" y="564"/>
                  <a:pt x="256" y="856"/>
                </a:cubicBezTo>
              </a:path>
            </a:pathLst>
          </a:custGeom>
          <a:noFill/>
          <a:ln w="19050" cmpd="sng">
            <a:solidFill>
              <a:srgbClr val="808080"/>
            </a:solidFill>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41" name="Text Box 21"/>
          <p:cNvSpPr txBox="1">
            <a:spLocks noChangeArrowheads="1"/>
          </p:cNvSpPr>
          <p:nvPr/>
        </p:nvSpPr>
        <p:spPr bwMode="auto">
          <a:xfrm>
            <a:off x="1223963" y="1133475"/>
            <a:ext cx="88741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pid = 25</a:t>
            </a:r>
          </a:p>
        </p:txBody>
      </p:sp>
      <p:sp>
        <p:nvSpPr>
          <p:cNvPr id="901142" name="Line 22"/>
          <p:cNvSpPr>
            <a:spLocks noChangeShapeType="1"/>
          </p:cNvSpPr>
          <p:nvPr/>
        </p:nvSpPr>
        <p:spPr bwMode="auto">
          <a:xfrm flipH="1">
            <a:off x="4953000" y="2362200"/>
            <a:ext cx="1828800"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43" name="Line 23"/>
          <p:cNvSpPr>
            <a:spLocks noChangeShapeType="1"/>
          </p:cNvSpPr>
          <p:nvPr/>
        </p:nvSpPr>
        <p:spPr bwMode="auto">
          <a:xfrm flipH="1">
            <a:off x="5943600" y="1676400"/>
            <a:ext cx="838200"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44" name="AutoShape 24"/>
          <p:cNvSpPr>
            <a:spLocks noChangeArrowheads="1"/>
          </p:cNvSpPr>
          <p:nvPr/>
        </p:nvSpPr>
        <p:spPr bwMode="auto">
          <a:xfrm>
            <a:off x="6781800" y="1524000"/>
            <a:ext cx="1905000" cy="12192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45" name="Rectangle 25"/>
          <p:cNvSpPr>
            <a:spLocks noChangeArrowheads="1"/>
          </p:cNvSpPr>
          <p:nvPr/>
        </p:nvSpPr>
        <p:spPr bwMode="auto">
          <a:xfrm>
            <a:off x="6934200" y="1600200"/>
            <a:ext cx="762000" cy="685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46" name="Text Box 26"/>
          <p:cNvSpPr txBox="1">
            <a:spLocks noChangeArrowheads="1"/>
          </p:cNvSpPr>
          <p:nvPr/>
        </p:nvSpPr>
        <p:spPr bwMode="auto">
          <a:xfrm>
            <a:off x="7013575" y="1782763"/>
            <a:ext cx="579438" cy="336550"/>
          </a:xfrm>
          <a:prstGeom prst="rect">
            <a:avLst/>
          </a:prstGeom>
          <a:solidFill>
            <a:srgbClr val="F8F8F8"/>
          </a:solidFill>
          <a:ln>
            <a:noFill/>
          </a:ln>
          <a:effectLst/>
          <a:extLst>
            <a:ext uri="{91240B29-F687-4f45-9708-019B960494DF}">
              <a14:hiddenLine xmlns:a14="http://schemas.microsoft.com/office/drawing/2010/main" xmlns="" w="9525">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Text</a:t>
            </a:r>
          </a:p>
        </p:txBody>
      </p:sp>
      <p:sp>
        <p:nvSpPr>
          <p:cNvPr id="901147" name="Rectangle 27"/>
          <p:cNvSpPr>
            <a:spLocks noChangeArrowheads="1"/>
          </p:cNvSpPr>
          <p:nvPr/>
        </p:nvSpPr>
        <p:spPr bwMode="auto">
          <a:xfrm>
            <a:off x="6934200" y="2363788"/>
            <a:ext cx="1600200" cy="304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sz="1800">
                <a:solidFill>
                  <a:srgbClr val="FF0000"/>
                </a:solidFill>
                <a:latin typeface="Times New Roman" charset="0"/>
                <a:cs typeface="ＭＳ Ｐゴシック" charset="0"/>
              </a:rPr>
              <a:t>PCB</a:t>
            </a:r>
          </a:p>
        </p:txBody>
      </p:sp>
      <p:sp>
        <p:nvSpPr>
          <p:cNvPr id="901149" name="Rectangle 29"/>
          <p:cNvSpPr>
            <a:spLocks noChangeArrowheads="1"/>
          </p:cNvSpPr>
          <p:nvPr/>
        </p:nvSpPr>
        <p:spPr bwMode="auto">
          <a:xfrm>
            <a:off x="7775575" y="1982788"/>
            <a:ext cx="762000" cy="304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50" name="Text Box 30"/>
          <p:cNvSpPr txBox="1">
            <a:spLocks noChangeArrowheads="1"/>
          </p:cNvSpPr>
          <p:nvPr/>
        </p:nvSpPr>
        <p:spPr bwMode="auto">
          <a:xfrm>
            <a:off x="7772400" y="1979613"/>
            <a:ext cx="777875" cy="346075"/>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l" eaLnBrk="0" hangingPunct="0">
              <a:defRPr/>
            </a:pPr>
            <a:r>
              <a:rPr lang="en-US" sz="1600">
                <a:solidFill>
                  <a:srgbClr val="000000"/>
                </a:solidFill>
                <a:latin typeface="Times New Roman" charset="0"/>
                <a:cs typeface="ＭＳ Ｐゴシック" charset="0"/>
              </a:rPr>
              <a:t>Stack</a:t>
            </a:r>
          </a:p>
        </p:txBody>
      </p:sp>
      <p:sp>
        <p:nvSpPr>
          <p:cNvPr id="901151" name="Text Box 31"/>
          <p:cNvSpPr txBox="1">
            <a:spLocks noChangeArrowheads="1"/>
          </p:cNvSpPr>
          <p:nvPr/>
        </p:nvSpPr>
        <p:spPr bwMode="auto">
          <a:xfrm>
            <a:off x="7772400" y="1598613"/>
            <a:ext cx="762000" cy="346075"/>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defRPr/>
            </a:pPr>
            <a:r>
              <a:rPr lang="en-US" sz="1600">
                <a:solidFill>
                  <a:srgbClr val="000000"/>
                </a:solidFill>
                <a:latin typeface="Times New Roman" charset="0"/>
                <a:cs typeface="ＭＳ Ｐゴシック" charset="0"/>
              </a:rPr>
              <a:t>Data</a:t>
            </a:r>
          </a:p>
        </p:txBody>
      </p:sp>
      <p:sp>
        <p:nvSpPr>
          <p:cNvPr id="901152" name="Text Box 32"/>
          <p:cNvSpPr txBox="1">
            <a:spLocks noChangeArrowheads="1"/>
          </p:cNvSpPr>
          <p:nvPr/>
        </p:nvSpPr>
        <p:spPr bwMode="auto">
          <a:xfrm>
            <a:off x="7243763" y="1133475"/>
            <a:ext cx="88741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pid = 26</a:t>
            </a:r>
          </a:p>
        </p:txBody>
      </p:sp>
      <p:sp>
        <p:nvSpPr>
          <p:cNvPr id="901153" name="Freeform 33"/>
          <p:cNvSpPr>
            <a:spLocks/>
          </p:cNvSpPr>
          <p:nvPr/>
        </p:nvSpPr>
        <p:spPr bwMode="auto">
          <a:xfrm>
            <a:off x="6400800" y="1752600"/>
            <a:ext cx="533400" cy="1371600"/>
          </a:xfrm>
          <a:custGeom>
            <a:avLst/>
            <a:gdLst>
              <a:gd name="T0" fmla="*/ 352 w 352"/>
              <a:gd name="T1" fmla="*/ 40 h 856"/>
              <a:gd name="T2" fmla="*/ 16 w 352"/>
              <a:gd name="T3" fmla="*/ 136 h 856"/>
              <a:gd name="T4" fmla="*/ 256 w 352"/>
              <a:gd name="T5" fmla="*/ 856 h 856"/>
            </a:gdLst>
            <a:ahLst/>
            <a:cxnLst>
              <a:cxn ang="0">
                <a:pos x="T0" y="T1"/>
              </a:cxn>
              <a:cxn ang="0">
                <a:pos x="T2" y="T3"/>
              </a:cxn>
              <a:cxn ang="0">
                <a:pos x="T4" y="T5"/>
              </a:cxn>
            </a:cxnLst>
            <a:rect l="0" t="0" r="r" b="b"/>
            <a:pathLst>
              <a:path w="352" h="856">
                <a:moveTo>
                  <a:pt x="352" y="40"/>
                </a:moveTo>
                <a:cubicBezTo>
                  <a:pt x="192" y="20"/>
                  <a:pt x="32" y="0"/>
                  <a:pt x="16" y="136"/>
                </a:cubicBezTo>
                <a:cubicBezTo>
                  <a:pt x="0" y="272"/>
                  <a:pt x="128" y="564"/>
                  <a:pt x="256" y="856"/>
                </a:cubicBezTo>
              </a:path>
            </a:pathLst>
          </a:custGeom>
          <a:noFill/>
          <a:ln w="19050" cmpd="sng">
            <a:solidFill>
              <a:srgbClr val="808080"/>
            </a:solidFill>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54" name="Rectangle 34"/>
          <p:cNvSpPr>
            <a:spLocks noChangeArrowheads="1"/>
          </p:cNvSpPr>
          <p:nvPr/>
        </p:nvSpPr>
        <p:spPr bwMode="auto">
          <a:xfrm>
            <a:off x="762000" y="3200400"/>
            <a:ext cx="3048000" cy="3276600"/>
          </a:xfrm>
          <a:prstGeom prst="rect">
            <a:avLst/>
          </a:prstGeom>
          <a:solidFill>
            <a:srgbClr val="F8F8F8"/>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eaLnBrk="0" hangingPunct="0">
              <a:defRPr/>
            </a:pPr>
            <a:r>
              <a:rPr lang="en-GB" sz="1600" dirty="0">
                <a:solidFill>
                  <a:srgbClr val="000000"/>
                </a:solidFill>
                <a:latin typeface="Arial" charset="0"/>
                <a:cs typeface="ＭＳ Ｐゴシック" charset="0"/>
              </a:rPr>
              <a:t>ret = fork();</a:t>
            </a:r>
          </a:p>
          <a:p>
            <a:pPr algn="l" eaLnBrk="0" hangingPunct="0">
              <a:defRPr/>
            </a:pPr>
            <a:r>
              <a:rPr lang="en-GB" sz="1600" dirty="0">
                <a:solidFill>
                  <a:srgbClr val="000000"/>
                </a:solidFill>
                <a:latin typeface="Arial" charset="0"/>
                <a:cs typeface="ＭＳ Ｐゴシック" charset="0"/>
              </a:rPr>
              <a:t>switch(ret)</a:t>
            </a:r>
          </a:p>
          <a:p>
            <a:pPr algn="l" eaLnBrk="0" hangingPunct="0">
              <a:defRPr/>
            </a:pPr>
            <a:r>
              <a:rPr lang="en-GB" sz="1600" dirty="0">
                <a:solidFill>
                  <a:srgbClr val="000000"/>
                </a:solidFill>
                <a:latin typeface="Arial" charset="0"/>
                <a:cs typeface="ＭＳ Ｐゴシック" charset="0"/>
              </a:rPr>
              <a:t>{</a:t>
            </a:r>
          </a:p>
          <a:p>
            <a:pPr algn="l" eaLnBrk="0" hangingPunct="0">
              <a:defRPr/>
            </a:pPr>
            <a:r>
              <a:rPr lang="en-GB" sz="1600" dirty="0">
                <a:solidFill>
                  <a:srgbClr val="000000"/>
                </a:solidFill>
                <a:latin typeface="Arial" charset="0"/>
                <a:cs typeface="ＭＳ Ｐゴシック" charset="0"/>
              </a:rPr>
              <a:t>    case -1: </a:t>
            </a:r>
          </a:p>
          <a:p>
            <a:pPr lvl="1" algn="l" eaLnBrk="0" hangingPunct="0">
              <a:defRPr/>
            </a:pPr>
            <a:r>
              <a:rPr lang="en-GB" sz="1600" dirty="0">
                <a:solidFill>
                  <a:srgbClr val="000000"/>
                </a:solidFill>
                <a:latin typeface="Arial" charset="0"/>
                <a:cs typeface="ＭＳ Ｐゴシック" charset="0"/>
              </a:rPr>
              <a:t>    	</a:t>
            </a:r>
            <a:r>
              <a:rPr lang="en-GB" sz="1600" dirty="0" err="1">
                <a:solidFill>
                  <a:srgbClr val="000000"/>
                </a:solidFill>
                <a:latin typeface="Arial" charset="0"/>
                <a:cs typeface="ＭＳ Ｐゴシック" charset="0"/>
              </a:rPr>
              <a:t>printf</a:t>
            </a:r>
            <a:r>
              <a:rPr lang="en-GB" sz="1600" dirty="0">
                <a:solidFill>
                  <a:srgbClr val="000000"/>
                </a:solidFill>
                <a:latin typeface="Arial" charset="0"/>
                <a:cs typeface="ＭＳ Ｐゴシック" charset="0"/>
              </a:rPr>
              <a:t>(“fork error”);</a:t>
            </a:r>
          </a:p>
          <a:p>
            <a:pPr lvl="1" algn="l" eaLnBrk="0" hangingPunct="0">
              <a:defRPr/>
            </a:pPr>
            <a:r>
              <a:rPr lang="en-GB" sz="1600" dirty="0">
                <a:solidFill>
                  <a:srgbClr val="000000"/>
                </a:solidFill>
                <a:latin typeface="Arial" charset="0"/>
                <a:cs typeface="ＭＳ Ｐゴシック" charset="0"/>
              </a:rPr>
              <a:t>	exit(1);</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case 0:  // I am the child</a:t>
            </a:r>
          </a:p>
          <a:p>
            <a:pPr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child </a:t>
            </a:r>
            <a:r>
              <a:rPr lang="en-GB" sz="1600" dirty="0">
                <a:solidFill>
                  <a:srgbClr val="000000"/>
                </a:solidFill>
                <a:latin typeface="Arial" charset="0"/>
                <a:cs typeface="ＭＳ Ｐゴシック" charset="0"/>
              </a:rPr>
              <a:t>&gt;</a:t>
            </a:r>
          </a:p>
          <a:p>
            <a:pPr algn="l" eaLnBrk="0" hangingPunct="0">
              <a:defRPr/>
            </a:pPr>
            <a:r>
              <a:rPr lang="en-GB" sz="1600" dirty="0">
                <a:solidFill>
                  <a:srgbClr val="000000"/>
                </a:solidFill>
                <a:latin typeface="Arial" charset="0"/>
                <a:cs typeface="ＭＳ Ｐゴシック" charset="0"/>
              </a:rPr>
              <a:t>	exit(0);</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default:  // I am parent ...</a:t>
            </a:r>
          </a:p>
          <a:p>
            <a:pPr lvl="1"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parent </a:t>
            </a:r>
            <a:r>
              <a:rPr lang="en-GB" sz="1600" dirty="0">
                <a:solidFill>
                  <a:srgbClr val="000000"/>
                </a:solidFill>
                <a:latin typeface="Arial" charset="0"/>
                <a:cs typeface="ＭＳ Ｐゴシック" charset="0"/>
              </a:rPr>
              <a:t>&gt;</a:t>
            </a:r>
          </a:p>
          <a:p>
            <a:pPr lvl="1" algn="l" eaLnBrk="0" hangingPunct="0">
              <a:defRPr/>
            </a:pPr>
            <a:r>
              <a:rPr lang="en-GB" sz="1600" dirty="0">
                <a:solidFill>
                  <a:srgbClr val="000000"/>
                </a:solidFill>
                <a:latin typeface="Arial" charset="0"/>
                <a:cs typeface="ＭＳ Ｐゴシック" charset="0"/>
              </a:rPr>
              <a:t> 	wait(0);</a:t>
            </a:r>
          </a:p>
          <a:p>
            <a:pPr algn="l" eaLnBrk="0" hangingPunct="0">
              <a:defRPr/>
            </a:pPr>
            <a:r>
              <a:rPr lang="en-GB" sz="1600" dirty="0">
                <a:solidFill>
                  <a:srgbClr val="000000"/>
                </a:solidFill>
                <a:latin typeface="Arial" charset="0"/>
                <a:cs typeface="ＭＳ Ｐゴシック" charset="0"/>
              </a:rPr>
              <a:t>}</a:t>
            </a:r>
          </a:p>
        </p:txBody>
      </p:sp>
      <p:sp>
        <p:nvSpPr>
          <p:cNvPr id="901155" name="Rectangle 35"/>
          <p:cNvSpPr>
            <a:spLocks noChangeArrowheads="1"/>
          </p:cNvSpPr>
          <p:nvPr/>
        </p:nvSpPr>
        <p:spPr bwMode="auto">
          <a:xfrm>
            <a:off x="5867400" y="3124200"/>
            <a:ext cx="3048000" cy="3276600"/>
          </a:xfrm>
          <a:prstGeom prst="rect">
            <a:avLst/>
          </a:prstGeom>
          <a:solidFill>
            <a:srgbClr val="F8F8F8"/>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eaLnBrk="0" hangingPunct="0">
              <a:defRPr/>
            </a:pPr>
            <a:r>
              <a:rPr lang="en-GB" sz="1600" dirty="0">
                <a:solidFill>
                  <a:srgbClr val="000000"/>
                </a:solidFill>
                <a:latin typeface="Arial" charset="0"/>
                <a:cs typeface="ＭＳ Ｐゴシック" charset="0"/>
              </a:rPr>
              <a:t>ret = fork();</a:t>
            </a:r>
          </a:p>
          <a:p>
            <a:pPr algn="l" eaLnBrk="0" hangingPunct="0">
              <a:defRPr/>
            </a:pPr>
            <a:r>
              <a:rPr lang="en-GB" sz="1600" dirty="0">
                <a:solidFill>
                  <a:srgbClr val="000000"/>
                </a:solidFill>
                <a:latin typeface="Arial" charset="0"/>
                <a:cs typeface="ＭＳ Ｐゴシック" charset="0"/>
              </a:rPr>
              <a:t>switch(ret)</a:t>
            </a:r>
          </a:p>
          <a:p>
            <a:pPr algn="l" eaLnBrk="0" hangingPunct="0">
              <a:defRPr/>
            </a:pPr>
            <a:r>
              <a:rPr lang="en-GB" sz="1600" dirty="0">
                <a:solidFill>
                  <a:srgbClr val="000000"/>
                </a:solidFill>
                <a:latin typeface="Arial" charset="0"/>
                <a:cs typeface="ＭＳ Ｐゴシック" charset="0"/>
              </a:rPr>
              <a:t>{</a:t>
            </a:r>
          </a:p>
          <a:p>
            <a:pPr algn="l" eaLnBrk="0" hangingPunct="0">
              <a:defRPr/>
            </a:pPr>
            <a:r>
              <a:rPr lang="en-GB" sz="1600" dirty="0">
                <a:solidFill>
                  <a:srgbClr val="000000"/>
                </a:solidFill>
                <a:latin typeface="Arial" charset="0"/>
                <a:cs typeface="ＭＳ Ｐゴシック" charset="0"/>
              </a:rPr>
              <a:t>    case -1: </a:t>
            </a:r>
          </a:p>
          <a:p>
            <a:pPr lvl="1" algn="l" eaLnBrk="0" hangingPunct="0">
              <a:defRPr/>
            </a:pPr>
            <a:r>
              <a:rPr lang="en-GB" sz="1600" dirty="0">
                <a:solidFill>
                  <a:srgbClr val="000000"/>
                </a:solidFill>
                <a:latin typeface="Arial" charset="0"/>
                <a:cs typeface="ＭＳ Ｐゴシック" charset="0"/>
              </a:rPr>
              <a:t>    	</a:t>
            </a:r>
            <a:r>
              <a:rPr lang="en-GB" sz="1600" dirty="0" err="1">
                <a:solidFill>
                  <a:srgbClr val="000000"/>
                </a:solidFill>
                <a:latin typeface="Arial" charset="0"/>
                <a:cs typeface="ＭＳ Ｐゴシック" charset="0"/>
              </a:rPr>
              <a:t>printf</a:t>
            </a:r>
            <a:r>
              <a:rPr lang="en-GB" sz="1600" dirty="0">
                <a:solidFill>
                  <a:srgbClr val="000000"/>
                </a:solidFill>
                <a:latin typeface="Arial" charset="0"/>
                <a:cs typeface="ＭＳ Ｐゴシック" charset="0"/>
              </a:rPr>
              <a:t>(“fork error”);</a:t>
            </a:r>
          </a:p>
          <a:p>
            <a:pPr lvl="1" algn="l" eaLnBrk="0" hangingPunct="0">
              <a:defRPr/>
            </a:pPr>
            <a:r>
              <a:rPr lang="en-GB" sz="1600" dirty="0">
                <a:solidFill>
                  <a:srgbClr val="000000"/>
                </a:solidFill>
                <a:latin typeface="Arial" charset="0"/>
                <a:cs typeface="ＭＳ Ｐゴシック" charset="0"/>
              </a:rPr>
              <a:t>	exit(1);</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case 0:  // I am the child</a:t>
            </a:r>
          </a:p>
          <a:p>
            <a:pPr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child </a:t>
            </a:r>
            <a:r>
              <a:rPr lang="en-GB" sz="1600" dirty="0">
                <a:solidFill>
                  <a:srgbClr val="000000"/>
                </a:solidFill>
                <a:latin typeface="Arial" charset="0"/>
                <a:cs typeface="ＭＳ Ｐゴシック" charset="0"/>
              </a:rPr>
              <a:t>&gt;</a:t>
            </a:r>
          </a:p>
          <a:p>
            <a:pPr algn="l" eaLnBrk="0" hangingPunct="0">
              <a:defRPr/>
            </a:pPr>
            <a:r>
              <a:rPr lang="en-GB" sz="1600" dirty="0">
                <a:solidFill>
                  <a:srgbClr val="000000"/>
                </a:solidFill>
                <a:latin typeface="Arial" charset="0"/>
                <a:cs typeface="ＭＳ Ｐゴシック" charset="0"/>
              </a:rPr>
              <a:t>	exit(0);</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default:  // I am parent ...</a:t>
            </a:r>
          </a:p>
          <a:p>
            <a:pPr lvl="1"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parent </a:t>
            </a:r>
            <a:r>
              <a:rPr lang="en-GB" sz="1600" dirty="0">
                <a:solidFill>
                  <a:srgbClr val="000000"/>
                </a:solidFill>
                <a:latin typeface="Arial" charset="0"/>
                <a:cs typeface="ＭＳ Ｐゴシック" charset="0"/>
              </a:rPr>
              <a:t>&gt;</a:t>
            </a:r>
          </a:p>
          <a:p>
            <a:pPr lvl="1" algn="l" eaLnBrk="0" hangingPunct="0">
              <a:defRPr/>
            </a:pPr>
            <a:r>
              <a:rPr lang="en-GB" sz="1600" dirty="0">
                <a:solidFill>
                  <a:srgbClr val="000000"/>
                </a:solidFill>
                <a:latin typeface="Arial" charset="0"/>
                <a:cs typeface="ＭＳ Ｐゴシック" charset="0"/>
              </a:rPr>
              <a:t> 	wait(0);</a:t>
            </a:r>
          </a:p>
          <a:p>
            <a:pPr algn="l" eaLnBrk="0" hangingPunct="0">
              <a:defRPr/>
            </a:pPr>
            <a:r>
              <a:rPr lang="en-GB" sz="1600" dirty="0">
                <a:solidFill>
                  <a:srgbClr val="000000"/>
                </a:solidFill>
                <a:latin typeface="Arial" charset="0"/>
                <a:cs typeface="ＭＳ Ｐゴシック" charset="0"/>
              </a:rPr>
              <a:t>}</a:t>
            </a:r>
          </a:p>
        </p:txBody>
      </p:sp>
      <p:sp>
        <p:nvSpPr>
          <p:cNvPr id="901156" name="AutoShape 36"/>
          <p:cNvSpPr>
            <a:spLocks noChangeArrowheads="1"/>
          </p:cNvSpPr>
          <p:nvPr/>
        </p:nvSpPr>
        <p:spPr bwMode="auto">
          <a:xfrm>
            <a:off x="4038600" y="5334000"/>
            <a:ext cx="1676400" cy="9144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57" name="Text Box 37"/>
          <p:cNvSpPr txBox="1">
            <a:spLocks noChangeArrowheads="1"/>
          </p:cNvSpPr>
          <p:nvPr/>
        </p:nvSpPr>
        <p:spPr bwMode="auto">
          <a:xfrm>
            <a:off x="4495800" y="5635625"/>
            <a:ext cx="711200" cy="346075"/>
          </a:xfrm>
          <a:prstGeom prst="rect">
            <a:avLst/>
          </a:prstGeom>
          <a:solidFill>
            <a:schemeClr val="tx1"/>
          </a:solidFill>
          <a:ln w="9525">
            <a:solidFill>
              <a:srgbClr val="333333"/>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UNIX</a:t>
            </a:r>
          </a:p>
        </p:txBody>
      </p:sp>
      <p:sp>
        <p:nvSpPr>
          <p:cNvPr id="901158" name="Line 38"/>
          <p:cNvSpPr>
            <a:spLocks noChangeShapeType="1"/>
          </p:cNvSpPr>
          <p:nvPr/>
        </p:nvSpPr>
        <p:spPr bwMode="auto">
          <a:xfrm>
            <a:off x="304800" y="5791200"/>
            <a:ext cx="490538" cy="3175"/>
          </a:xfrm>
          <a:prstGeom prst="line">
            <a:avLst/>
          </a:prstGeom>
          <a:noFill/>
          <a:ln w="50800" cmpd="dbl">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59" name="Freeform 39"/>
          <p:cNvSpPr>
            <a:spLocks/>
          </p:cNvSpPr>
          <p:nvPr/>
        </p:nvSpPr>
        <p:spPr bwMode="auto">
          <a:xfrm>
            <a:off x="381000" y="3657600"/>
            <a:ext cx="406400" cy="2133600"/>
          </a:xfrm>
          <a:custGeom>
            <a:avLst/>
            <a:gdLst>
              <a:gd name="T0" fmla="*/ 224 w 224"/>
              <a:gd name="T1" fmla="*/ 32 h 512"/>
              <a:gd name="T2" fmla="*/ 32 w 224"/>
              <a:gd name="T3" fmla="*/ 80 h 512"/>
              <a:gd name="T4" fmla="*/ 32 w 224"/>
              <a:gd name="T5" fmla="*/ 512 h 512"/>
            </a:gdLst>
            <a:ahLst/>
            <a:cxnLst>
              <a:cxn ang="0">
                <a:pos x="T0" y="T1"/>
              </a:cxn>
              <a:cxn ang="0">
                <a:pos x="T2" y="T3"/>
              </a:cxn>
              <a:cxn ang="0">
                <a:pos x="T4" y="T5"/>
              </a:cxn>
            </a:cxnLst>
            <a:rect l="0" t="0" r="r" b="b"/>
            <a:pathLst>
              <a:path w="224" h="512">
                <a:moveTo>
                  <a:pt x="224" y="32"/>
                </a:moveTo>
                <a:cubicBezTo>
                  <a:pt x="144" y="16"/>
                  <a:pt x="64" y="0"/>
                  <a:pt x="32" y="80"/>
                </a:cubicBezTo>
                <a:cubicBezTo>
                  <a:pt x="0" y="160"/>
                  <a:pt x="32" y="440"/>
                  <a:pt x="32" y="512"/>
                </a:cubicBezTo>
              </a:path>
            </a:pathLst>
          </a:custGeom>
          <a:noFill/>
          <a:ln w="5080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60" name="Text Box 40"/>
          <p:cNvSpPr txBox="1">
            <a:spLocks noChangeArrowheads="1"/>
          </p:cNvSpPr>
          <p:nvPr/>
        </p:nvSpPr>
        <p:spPr bwMode="auto">
          <a:xfrm>
            <a:off x="2743200" y="3197225"/>
            <a:ext cx="76993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400">
                <a:solidFill>
                  <a:srgbClr val="FF0000"/>
                </a:solidFill>
                <a:latin typeface="Times New Roman" charset="0"/>
                <a:cs typeface="ＭＳ Ｐゴシック" charset="0"/>
              </a:rPr>
              <a:t>ret = 26</a:t>
            </a:r>
          </a:p>
        </p:txBody>
      </p:sp>
      <p:sp>
        <p:nvSpPr>
          <p:cNvPr id="901161" name="Text Box 41"/>
          <p:cNvSpPr txBox="1">
            <a:spLocks noChangeArrowheads="1"/>
          </p:cNvSpPr>
          <p:nvPr/>
        </p:nvSpPr>
        <p:spPr bwMode="auto">
          <a:xfrm>
            <a:off x="8108950" y="3121025"/>
            <a:ext cx="68103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defRPr/>
            </a:pPr>
            <a:r>
              <a:rPr lang="en-US" sz="1400">
                <a:solidFill>
                  <a:srgbClr val="FF0000"/>
                </a:solidFill>
                <a:latin typeface="Times New Roman" charset="0"/>
                <a:cs typeface="ＭＳ Ｐゴシック" charset="0"/>
              </a:rPr>
              <a:t>ret = 0</a:t>
            </a:r>
          </a:p>
        </p:txBody>
      </p:sp>
      <p:sp>
        <p:nvSpPr>
          <p:cNvPr id="901162" name="Line 42"/>
          <p:cNvSpPr>
            <a:spLocks noChangeShapeType="1"/>
          </p:cNvSpPr>
          <p:nvPr/>
        </p:nvSpPr>
        <p:spPr bwMode="auto">
          <a:xfrm>
            <a:off x="5410200" y="5029200"/>
            <a:ext cx="457200" cy="0"/>
          </a:xfrm>
          <a:prstGeom prst="line">
            <a:avLst/>
          </a:prstGeom>
          <a:noFill/>
          <a:ln w="50800" cmpd="dbl">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1163" name="Freeform 43"/>
          <p:cNvSpPr>
            <a:spLocks/>
          </p:cNvSpPr>
          <p:nvPr/>
        </p:nvSpPr>
        <p:spPr bwMode="auto">
          <a:xfrm>
            <a:off x="5486400" y="3505200"/>
            <a:ext cx="355600" cy="1524000"/>
          </a:xfrm>
          <a:custGeom>
            <a:avLst/>
            <a:gdLst>
              <a:gd name="T0" fmla="*/ 224 w 224"/>
              <a:gd name="T1" fmla="*/ 32 h 512"/>
              <a:gd name="T2" fmla="*/ 32 w 224"/>
              <a:gd name="T3" fmla="*/ 80 h 512"/>
              <a:gd name="T4" fmla="*/ 32 w 224"/>
              <a:gd name="T5" fmla="*/ 512 h 512"/>
            </a:gdLst>
            <a:ahLst/>
            <a:cxnLst>
              <a:cxn ang="0">
                <a:pos x="T0" y="T1"/>
              </a:cxn>
              <a:cxn ang="0">
                <a:pos x="T2" y="T3"/>
              </a:cxn>
              <a:cxn ang="0">
                <a:pos x="T4" y="T5"/>
              </a:cxn>
            </a:cxnLst>
            <a:rect l="0" t="0" r="r" b="b"/>
            <a:pathLst>
              <a:path w="224" h="512">
                <a:moveTo>
                  <a:pt x="224" y="32"/>
                </a:moveTo>
                <a:cubicBezTo>
                  <a:pt x="144" y="16"/>
                  <a:pt x="64" y="0"/>
                  <a:pt x="32" y="80"/>
                </a:cubicBezTo>
                <a:cubicBezTo>
                  <a:pt x="0" y="160"/>
                  <a:pt x="32" y="440"/>
                  <a:pt x="32" y="512"/>
                </a:cubicBezTo>
              </a:path>
            </a:pathLst>
          </a:custGeom>
          <a:noFill/>
          <a:ln w="5080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Tree>
    <p:extLst>
      <p:ext uri="{BB962C8B-B14F-4D97-AF65-F5344CB8AC3E}">
        <p14:creationId xmlns:p14="http://schemas.microsoft.com/office/powerpoint/2010/main" val="1979667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879711-8D9E-534C-8189-19DF87AB6F16}"/>
              </a:ext>
            </a:extLst>
          </p:cNvPr>
          <p:cNvSpPr>
            <a:spLocks noGrp="1"/>
          </p:cNvSpPr>
          <p:nvPr>
            <p:ph idx="1"/>
          </p:nvPr>
        </p:nvSpPr>
        <p:spPr>
          <a:xfrm>
            <a:off x="-228625" y="87765"/>
            <a:ext cx="9372625" cy="6541635"/>
          </a:xfrm>
        </p:spPr>
        <p:txBody>
          <a:bodyPr/>
          <a:lstStyle/>
          <a:p>
            <a:r>
              <a:rPr lang="en-IN" dirty="0"/>
              <a:t>#include&lt;stdio.h&gt;</a:t>
            </a:r>
            <a:br>
              <a:rPr lang="en-IN" dirty="0"/>
            </a:br>
            <a:r>
              <a:rPr lang="en-IN" dirty="0"/>
              <a:t>#include&lt;unistd.h&gt;</a:t>
            </a:r>
            <a:br>
              <a:rPr lang="en-IN" dirty="0"/>
            </a:br>
            <a:r>
              <a:rPr lang="en-IN" dirty="0"/>
              <a:t>int main()</a:t>
            </a:r>
            <a:br>
              <a:rPr lang="en-IN" dirty="0"/>
            </a:br>
            <a:r>
              <a:rPr lang="en-IN" dirty="0"/>
              <a:t>{</a:t>
            </a:r>
            <a:br>
              <a:rPr lang="en-IN" dirty="0"/>
            </a:br>
            <a:r>
              <a:rPr lang="en-IN" dirty="0"/>
              <a:t>  </a:t>
            </a:r>
            <a:r>
              <a:rPr lang="en-IN" dirty="0" err="1"/>
              <a:t>printf</a:t>
            </a:r>
            <a:r>
              <a:rPr lang="en-IN" dirty="0"/>
              <a:t>("Entering into </a:t>
            </a:r>
            <a:r>
              <a:rPr lang="en-IN" dirty="0" err="1"/>
              <a:t>pgm</a:t>
            </a:r>
            <a:r>
              <a:rPr lang="en-IN" dirty="0"/>
              <a:t>\n");</a:t>
            </a:r>
            <a:br>
              <a:rPr lang="en-IN" dirty="0"/>
            </a:br>
            <a:r>
              <a:rPr lang="en-IN" dirty="0"/>
              <a:t>  int a=fork();</a:t>
            </a:r>
            <a:br>
              <a:rPr lang="en-IN" dirty="0"/>
            </a:br>
            <a:r>
              <a:rPr lang="en-IN" dirty="0"/>
              <a:t>  if(a==0)</a:t>
            </a:r>
            <a:br>
              <a:rPr lang="en-IN" dirty="0"/>
            </a:br>
            <a:r>
              <a:rPr lang="en-IN" dirty="0"/>
              <a:t>  {</a:t>
            </a:r>
            <a:br>
              <a:rPr lang="en-IN" dirty="0"/>
            </a:br>
            <a:r>
              <a:rPr lang="en-IN" dirty="0"/>
              <a:t>  </a:t>
            </a:r>
            <a:r>
              <a:rPr lang="en-IN" dirty="0" err="1"/>
              <a:t>printf</a:t>
            </a:r>
            <a:r>
              <a:rPr lang="en-IN" dirty="0"/>
              <a:t>("I am child %d and my parent is %d", </a:t>
            </a:r>
            <a:r>
              <a:rPr lang="en-IN" dirty="0" err="1"/>
              <a:t>getpid</a:t>
            </a:r>
            <a:r>
              <a:rPr lang="en-IN" dirty="0"/>
              <a:t>(), </a:t>
            </a:r>
            <a:r>
              <a:rPr lang="en-IN" dirty="0" err="1"/>
              <a:t>getppid</a:t>
            </a:r>
            <a:r>
              <a:rPr lang="en-IN" dirty="0"/>
              <a:t>());</a:t>
            </a:r>
            <a:br>
              <a:rPr lang="en-IN" dirty="0"/>
            </a:br>
            <a:r>
              <a:rPr lang="en-IN" dirty="0"/>
              <a:t>  }</a:t>
            </a:r>
            <a:br>
              <a:rPr lang="en-IN" dirty="0"/>
            </a:br>
            <a:r>
              <a:rPr lang="en-IN" dirty="0"/>
              <a:t>  else</a:t>
            </a:r>
            <a:br>
              <a:rPr lang="en-IN" dirty="0"/>
            </a:br>
            <a:r>
              <a:rPr lang="en-IN" dirty="0"/>
              <a:t>  {</a:t>
            </a:r>
            <a:br>
              <a:rPr lang="en-IN" dirty="0"/>
            </a:br>
            <a:r>
              <a:rPr lang="en-IN" dirty="0"/>
              <a:t>   </a:t>
            </a:r>
            <a:r>
              <a:rPr lang="en-IN" dirty="0" err="1"/>
              <a:t>printf</a:t>
            </a:r>
            <a:r>
              <a:rPr lang="en-IN" dirty="0"/>
              <a:t>("I am parent %d and my parent is %d",</a:t>
            </a:r>
            <a:r>
              <a:rPr lang="en-IN" dirty="0" err="1"/>
              <a:t>getpid</a:t>
            </a:r>
            <a:r>
              <a:rPr lang="en-IN" dirty="0"/>
              <a:t>(),</a:t>
            </a:r>
            <a:r>
              <a:rPr lang="en-IN" dirty="0" err="1"/>
              <a:t>getppid</a:t>
            </a:r>
            <a:r>
              <a:rPr lang="en-IN" dirty="0"/>
              <a:t>());</a:t>
            </a:r>
            <a:br>
              <a:rPr lang="en-IN" dirty="0"/>
            </a:br>
            <a:r>
              <a:rPr lang="en-IN" dirty="0"/>
              <a:t>  }</a:t>
            </a:r>
            <a:br>
              <a:rPr lang="en-IN" dirty="0"/>
            </a:br>
            <a:r>
              <a:rPr lang="en-IN" dirty="0"/>
              <a:t>  </a:t>
            </a:r>
            <a:r>
              <a:rPr lang="en-IN" dirty="0" err="1"/>
              <a:t>printf</a:t>
            </a:r>
            <a:r>
              <a:rPr lang="en-IN" dirty="0"/>
              <a:t>("\</a:t>
            </a:r>
            <a:r>
              <a:rPr lang="en-IN" dirty="0" err="1"/>
              <a:t>nExiting</a:t>
            </a:r>
            <a:r>
              <a:rPr lang="en-IN" dirty="0"/>
              <a:t>");</a:t>
            </a:r>
            <a:br>
              <a:rPr lang="en-IN" dirty="0"/>
            </a:br>
            <a:r>
              <a:rPr lang="en-IN" dirty="0"/>
              <a:t>  return 0;</a:t>
            </a:r>
            <a:br>
              <a:rPr lang="en-IN" dirty="0"/>
            </a:br>
            <a:r>
              <a:rPr lang="en-IN" dirty="0"/>
              <a:t> }</a:t>
            </a:r>
          </a:p>
        </p:txBody>
      </p:sp>
      <p:sp>
        <p:nvSpPr>
          <p:cNvPr id="4" name="Slide Number Placeholder 3">
            <a:extLst>
              <a:ext uri="{FF2B5EF4-FFF2-40B4-BE49-F238E27FC236}">
                <a16:creationId xmlns:a16="http://schemas.microsoft.com/office/drawing/2014/main" id="{0BAE2548-2E96-32F0-4389-6B52336203EA}"/>
              </a:ext>
            </a:extLst>
          </p:cNvPr>
          <p:cNvSpPr>
            <a:spLocks noGrp="1"/>
          </p:cNvSpPr>
          <p:nvPr>
            <p:ph type="sldNum" sz="quarter" idx="10"/>
          </p:nvPr>
        </p:nvSpPr>
        <p:spPr/>
        <p:txBody>
          <a:bodyPr/>
          <a:lstStyle/>
          <a:p>
            <a:pPr>
              <a:defRPr/>
            </a:pPr>
            <a:fld id="{DFC895FC-3311-3447-AC0F-6BB3B51992DA}" type="slidenum">
              <a:rPr lang="en-US" smtClean="0"/>
              <a:pPr>
                <a:defRPr/>
              </a:pPr>
              <a:t>17</a:t>
            </a:fld>
            <a:endParaRPr lang="en-US"/>
          </a:p>
        </p:txBody>
      </p:sp>
    </p:spTree>
    <p:extLst>
      <p:ext uri="{BB962C8B-B14F-4D97-AF65-F5344CB8AC3E}">
        <p14:creationId xmlns:p14="http://schemas.microsoft.com/office/powerpoint/2010/main" val="1417443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3EBE1-7F12-5197-F022-B130EBEB97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508027-43DD-4BD9-1F58-092F5DF9C36F}"/>
              </a:ext>
            </a:extLst>
          </p:cNvPr>
          <p:cNvSpPr>
            <a:spLocks noGrp="1"/>
          </p:cNvSpPr>
          <p:nvPr>
            <p:ph idx="1"/>
          </p:nvPr>
        </p:nvSpPr>
        <p:spPr>
          <a:xfrm>
            <a:off x="-228625" y="113385"/>
            <a:ext cx="9372625" cy="6541635"/>
          </a:xfrm>
        </p:spPr>
        <p:txBody>
          <a:bodyPr/>
          <a:lstStyle/>
          <a:p>
            <a:r>
              <a:rPr lang="en-IN" dirty="0"/>
              <a:t>#include&lt;stdio.h&gt;</a:t>
            </a:r>
            <a:br>
              <a:rPr lang="en-IN" dirty="0"/>
            </a:br>
            <a:r>
              <a:rPr lang="en-IN" dirty="0"/>
              <a:t>#include&lt;unistd.h&gt;</a:t>
            </a:r>
            <a:br>
              <a:rPr lang="en-IN" dirty="0"/>
            </a:br>
            <a:r>
              <a:rPr lang="en-IN" dirty="0"/>
              <a:t>int main()</a:t>
            </a:r>
            <a:br>
              <a:rPr lang="en-IN" dirty="0"/>
            </a:br>
            <a:r>
              <a:rPr lang="en-IN" dirty="0"/>
              <a:t>{</a:t>
            </a:r>
            <a:br>
              <a:rPr lang="en-IN" dirty="0"/>
            </a:br>
            <a:r>
              <a:rPr lang="en-IN" dirty="0"/>
              <a:t>  </a:t>
            </a:r>
            <a:r>
              <a:rPr lang="en-IN" dirty="0" err="1"/>
              <a:t>printf</a:t>
            </a:r>
            <a:r>
              <a:rPr lang="en-IN" dirty="0"/>
              <a:t>("Entering into </a:t>
            </a:r>
            <a:r>
              <a:rPr lang="en-IN" dirty="0" err="1"/>
              <a:t>pgm</a:t>
            </a:r>
            <a:r>
              <a:rPr lang="en-IN" dirty="0"/>
              <a:t>\n");</a:t>
            </a:r>
            <a:br>
              <a:rPr lang="en-IN" dirty="0"/>
            </a:br>
            <a:r>
              <a:rPr lang="en-IN" dirty="0"/>
              <a:t>  int a=fork();</a:t>
            </a:r>
            <a:br>
              <a:rPr lang="en-IN" dirty="0"/>
            </a:br>
            <a:r>
              <a:rPr lang="en-IN" dirty="0"/>
              <a:t>  </a:t>
            </a:r>
            <a:br>
              <a:rPr lang="en-IN" dirty="0"/>
            </a:br>
            <a:r>
              <a:rPr lang="en-IN" dirty="0"/>
              <a:t>  if(a == 0) </a:t>
            </a:r>
            <a:br>
              <a:rPr lang="en-IN" dirty="0"/>
            </a:br>
            <a:r>
              <a:rPr lang="en-IN" dirty="0"/>
              <a:t>  {</a:t>
            </a:r>
          </a:p>
          <a:p>
            <a:r>
              <a:rPr lang="en-IN" dirty="0"/>
              <a:t>    </a:t>
            </a:r>
            <a:r>
              <a:rPr lang="en-IN" dirty="0" err="1"/>
              <a:t>printf</a:t>
            </a:r>
            <a:r>
              <a:rPr lang="en-IN" dirty="0"/>
              <a:t>("Child's parent now: %d\n", </a:t>
            </a:r>
            <a:r>
              <a:rPr lang="en-IN" dirty="0" err="1"/>
              <a:t>getppid</a:t>
            </a:r>
            <a:r>
              <a:rPr lang="en-IN" dirty="0"/>
              <a:t>());</a:t>
            </a:r>
            <a:br>
              <a:rPr lang="en-IN" dirty="0"/>
            </a:br>
            <a:r>
              <a:rPr lang="en-IN" dirty="0"/>
              <a:t>    sleep(2);</a:t>
            </a:r>
            <a:br>
              <a:rPr lang="en-IN" dirty="0"/>
            </a:br>
            <a:r>
              <a:rPr lang="en-IN" dirty="0"/>
              <a:t>    </a:t>
            </a:r>
            <a:r>
              <a:rPr lang="en-IN" dirty="0" err="1"/>
              <a:t>printf</a:t>
            </a:r>
            <a:r>
              <a:rPr lang="en-IN" dirty="0"/>
              <a:t>("Child's parent now: %d\n", </a:t>
            </a:r>
            <a:r>
              <a:rPr lang="en-IN" dirty="0" err="1"/>
              <a:t>getppid</a:t>
            </a:r>
            <a:r>
              <a:rPr lang="en-IN" dirty="0"/>
              <a:t>());</a:t>
            </a:r>
            <a:br>
              <a:rPr lang="en-IN" dirty="0"/>
            </a:br>
            <a:r>
              <a:rPr lang="en-IN" dirty="0"/>
              <a:t>  } </a:t>
            </a:r>
            <a:br>
              <a:rPr lang="en-IN" dirty="0"/>
            </a:br>
            <a:r>
              <a:rPr lang="en-IN" dirty="0"/>
              <a:t>  else {</a:t>
            </a:r>
            <a:br>
              <a:rPr lang="en-IN" dirty="0"/>
            </a:br>
            <a:r>
              <a:rPr lang="en-IN" dirty="0"/>
              <a:t>    </a:t>
            </a:r>
            <a:r>
              <a:rPr lang="en-IN" dirty="0" err="1"/>
              <a:t>printf</a:t>
            </a:r>
            <a:r>
              <a:rPr lang="en-IN" dirty="0"/>
              <a:t>(“My </a:t>
            </a:r>
            <a:r>
              <a:rPr lang="en-IN" dirty="0" err="1"/>
              <a:t>pid</a:t>
            </a:r>
            <a:r>
              <a:rPr lang="en-IN" dirty="0"/>
              <a:t> is %d and Parent exiting\n“, </a:t>
            </a:r>
            <a:r>
              <a:rPr lang="en-IN" dirty="0" err="1"/>
              <a:t>getpid</a:t>
            </a:r>
            <a:r>
              <a:rPr lang="en-IN" dirty="0"/>
              <a:t>());</a:t>
            </a:r>
            <a:br>
              <a:rPr lang="en-IN" dirty="0"/>
            </a:br>
            <a:r>
              <a:rPr lang="en-IN" dirty="0"/>
              <a:t>    return 0;</a:t>
            </a:r>
            <a:br>
              <a:rPr lang="en-IN" dirty="0"/>
            </a:br>
            <a:r>
              <a:rPr lang="en-IN" dirty="0"/>
              <a:t>  }} </a:t>
            </a:r>
            <a:br>
              <a:rPr lang="en-IN" dirty="0"/>
            </a:br>
            <a:endParaRPr lang="en-IN" dirty="0"/>
          </a:p>
        </p:txBody>
      </p:sp>
      <p:sp>
        <p:nvSpPr>
          <p:cNvPr id="4" name="Slide Number Placeholder 3">
            <a:extLst>
              <a:ext uri="{FF2B5EF4-FFF2-40B4-BE49-F238E27FC236}">
                <a16:creationId xmlns:a16="http://schemas.microsoft.com/office/drawing/2014/main" id="{DEF1732F-285A-9B3D-4D94-1F8A603A8F1E}"/>
              </a:ext>
            </a:extLst>
          </p:cNvPr>
          <p:cNvSpPr>
            <a:spLocks noGrp="1"/>
          </p:cNvSpPr>
          <p:nvPr>
            <p:ph type="sldNum" sz="quarter" idx="10"/>
          </p:nvPr>
        </p:nvSpPr>
        <p:spPr/>
        <p:txBody>
          <a:bodyPr/>
          <a:lstStyle/>
          <a:p>
            <a:pPr>
              <a:defRPr/>
            </a:pPr>
            <a:fld id="{DFC895FC-3311-3447-AC0F-6BB3B51992DA}" type="slidenum">
              <a:rPr lang="en-US" smtClean="0"/>
              <a:pPr>
                <a:defRPr/>
              </a:pPr>
              <a:t>18</a:t>
            </a:fld>
            <a:endParaRPr lang="en-US"/>
          </a:p>
        </p:txBody>
      </p:sp>
      <p:sp>
        <p:nvSpPr>
          <p:cNvPr id="2" name="TextBox 1">
            <a:extLst>
              <a:ext uri="{FF2B5EF4-FFF2-40B4-BE49-F238E27FC236}">
                <a16:creationId xmlns:a16="http://schemas.microsoft.com/office/drawing/2014/main" id="{9659F7E7-F2F8-3BF8-5D36-F784835B8B53}"/>
              </a:ext>
            </a:extLst>
          </p:cNvPr>
          <p:cNvSpPr txBox="1"/>
          <p:nvPr/>
        </p:nvSpPr>
        <p:spPr>
          <a:xfrm>
            <a:off x="4959075" y="2350986"/>
            <a:ext cx="4032525" cy="1015663"/>
          </a:xfrm>
          <a:prstGeom prst="rect">
            <a:avLst/>
          </a:prstGeom>
          <a:noFill/>
        </p:spPr>
        <p:txBody>
          <a:bodyPr wrap="square" rtlCol="0">
            <a:spAutoFit/>
          </a:bodyPr>
          <a:lstStyle/>
          <a:p>
            <a:r>
              <a:rPr lang="en-IN" sz="3600" dirty="0">
                <a:solidFill>
                  <a:srgbClr val="FF0000"/>
                </a:solidFill>
              </a:rPr>
              <a:t>ORPHAN PROCESS</a:t>
            </a:r>
          </a:p>
          <a:p>
            <a:r>
              <a:rPr lang="en-IN" sz="2400" dirty="0" err="1">
                <a:solidFill>
                  <a:srgbClr val="FF0000"/>
                </a:solidFill>
              </a:rPr>
              <a:t>pidof</a:t>
            </a:r>
            <a:r>
              <a:rPr lang="en-IN" sz="2400" dirty="0">
                <a:solidFill>
                  <a:srgbClr val="FF0000"/>
                </a:solidFill>
              </a:rPr>
              <a:t> </a:t>
            </a:r>
            <a:r>
              <a:rPr lang="en-IN" sz="2400" dirty="0" err="1">
                <a:solidFill>
                  <a:srgbClr val="FF0000"/>
                </a:solidFill>
              </a:rPr>
              <a:t>systemd</a:t>
            </a:r>
            <a:endParaRPr lang="en-IN" sz="2400" dirty="0">
              <a:solidFill>
                <a:srgbClr val="FF0000"/>
              </a:solidFill>
            </a:endParaRPr>
          </a:p>
        </p:txBody>
      </p:sp>
    </p:spTree>
    <p:extLst>
      <p:ext uri="{BB962C8B-B14F-4D97-AF65-F5344CB8AC3E}">
        <p14:creationId xmlns:p14="http://schemas.microsoft.com/office/powerpoint/2010/main" val="2211790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30A01-9EDA-D5DC-89DF-AE738C41B36F}"/>
              </a:ext>
            </a:extLst>
          </p:cNvPr>
          <p:cNvSpPr>
            <a:spLocks noGrp="1"/>
          </p:cNvSpPr>
          <p:nvPr>
            <p:ph type="title"/>
          </p:nvPr>
        </p:nvSpPr>
        <p:spPr/>
        <p:txBody>
          <a:bodyPr/>
          <a:lstStyle/>
          <a:p>
            <a:r>
              <a:rPr lang="en-IN" dirty="0"/>
              <a:t>ORPHAN PROCESS</a:t>
            </a:r>
          </a:p>
        </p:txBody>
      </p:sp>
      <p:sp>
        <p:nvSpPr>
          <p:cNvPr id="3" name="Content Placeholder 2">
            <a:extLst>
              <a:ext uri="{FF2B5EF4-FFF2-40B4-BE49-F238E27FC236}">
                <a16:creationId xmlns:a16="http://schemas.microsoft.com/office/drawing/2014/main" id="{9981F5E3-2955-3765-2020-5FDC1997D9C8}"/>
              </a:ext>
            </a:extLst>
          </p:cNvPr>
          <p:cNvSpPr>
            <a:spLocks noGrp="1"/>
          </p:cNvSpPr>
          <p:nvPr>
            <p:ph idx="1"/>
          </p:nvPr>
        </p:nvSpPr>
        <p:spPr/>
        <p:txBody>
          <a:bodyPr/>
          <a:lstStyle/>
          <a:p>
            <a:pPr algn="just">
              <a:lnSpc>
                <a:spcPct val="150000"/>
              </a:lnSpc>
              <a:buFont typeface="Wingdings" panose="05000000000000000000" pitchFamily="2" charset="2"/>
              <a:buChar char="§"/>
            </a:pPr>
            <a:r>
              <a:rPr lang="en-IN" dirty="0">
                <a:solidFill>
                  <a:srgbClr val="000000"/>
                </a:solidFill>
                <a:latin typeface="Bookman Old Style" panose="02050604050505020204" pitchFamily="18" charset="0"/>
              </a:rPr>
              <a:t>If parent exits before child finishes, then</a:t>
            </a:r>
          </a:p>
          <a:p>
            <a:pPr lvl="1">
              <a:lnSpc>
                <a:spcPct val="150000"/>
              </a:lnSpc>
              <a:buFont typeface="Wingdings" panose="05000000000000000000" pitchFamily="2" charset="2"/>
              <a:buChar char="§"/>
            </a:pPr>
            <a:r>
              <a:rPr lang="en-IN" dirty="0">
                <a:solidFill>
                  <a:srgbClr val="000000"/>
                </a:solidFill>
                <a:latin typeface="Bookman Old Style" panose="02050604050505020204" pitchFamily="18" charset="0"/>
              </a:rPr>
              <a:t>OS automatically adopts the child under </a:t>
            </a:r>
            <a:r>
              <a:rPr lang="en-IN" dirty="0" err="1">
                <a:solidFill>
                  <a:srgbClr val="000000"/>
                </a:solidFill>
                <a:latin typeface="Bookman Old Style" panose="02050604050505020204" pitchFamily="18" charset="0"/>
              </a:rPr>
              <a:t>init</a:t>
            </a:r>
            <a:r>
              <a:rPr lang="en-IN" dirty="0">
                <a:solidFill>
                  <a:srgbClr val="000000"/>
                </a:solidFill>
                <a:latin typeface="Bookman Old Style" panose="02050604050505020204" pitchFamily="18" charset="0"/>
              </a:rPr>
              <a:t> (PID 1) or </a:t>
            </a:r>
            <a:r>
              <a:rPr lang="en-IN" dirty="0" err="1">
                <a:solidFill>
                  <a:srgbClr val="000000"/>
                </a:solidFill>
                <a:latin typeface="Bookman Old Style" panose="02050604050505020204" pitchFamily="18" charset="0"/>
              </a:rPr>
              <a:t>systemd</a:t>
            </a:r>
            <a:endParaRPr lang="en-IN" dirty="0">
              <a:solidFill>
                <a:srgbClr val="000000"/>
              </a:solidFill>
              <a:latin typeface="Bookman Old Style" panose="02050604050505020204" pitchFamily="18" charset="0"/>
            </a:endParaRPr>
          </a:p>
          <a:p>
            <a:pPr lvl="1">
              <a:lnSpc>
                <a:spcPct val="150000"/>
              </a:lnSpc>
              <a:buFont typeface="Wingdings" panose="05000000000000000000" pitchFamily="2" charset="2"/>
              <a:buChar char="§"/>
            </a:pPr>
            <a:r>
              <a:rPr lang="en-IN" dirty="0">
                <a:solidFill>
                  <a:srgbClr val="000000"/>
                </a:solidFill>
                <a:latin typeface="Bookman Old Style" panose="02050604050505020204" pitchFamily="18" charset="0"/>
              </a:rPr>
              <a:t>The child’s </a:t>
            </a:r>
            <a:r>
              <a:rPr lang="en-IN" dirty="0" err="1">
                <a:solidFill>
                  <a:srgbClr val="000000"/>
                </a:solidFill>
                <a:latin typeface="Bookman Old Style" panose="02050604050505020204" pitchFamily="18" charset="0"/>
              </a:rPr>
              <a:t>getppid</a:t>
            </a:r>
            <a:r>
              <a:rPr lang="en-IN" dirty="0">
                <a:solidFill>
                  <a:srgbClr val="000000"/>
                </a:solidFill>
                <a:latin typeface="Bookman Old Style" panose="02050604050505020204" pitchFamily="18" charset="0"/>
              </a:rPr>
              <a:t>() changes to 1 or </a:t>
            </a:r>
            <a:r>
              <a:rPr lang="en-IN" dirty="0" err="1">
                <a:solidFill>
                  <a:srgbClr val="000000"/>
                </a:solidFill>
                <a:latin typeface="Bookman Old Style" panose="02050604050505020204" pitchFamily="18" charset="0"/>
              </a:rPr>
              <a:t>pid</a:t>
            </a:r>
            <a:r>
              <a:rPr lang="en-IN" dirty="0">
                <a:solidFill>
                  <a:srgbClr val="000000"/>
                </a:solidFill>
                <a:latin typeface="Bookman Old Style" panose="02050604050505020204" pitchFamily="18" charset="0"/>
              </a:rPr>
              <a:t> of </a:t>
            </a:r>
            <a:r>
              <a:rPr lang="en-IN" dirty="0" err="1">
                <a:solidFill>
                  <a:srgbClr val="000000"/>
                </a:solidFill>
                <a:latin typeface="Bookman Old Style" panose="02050604050505020204" pitchFamily="18" charset="0"/>
              </a:rPr>
              <a:t>sytsemd</a:t>
            </a:r>
            <a:endParaRPr lang="en-IN" dirty="0">
              <a:solidFill>
                <a:srgbClr val="000000"/>
              </a:solidFill>
              <a:latin typeface="Bookman Old Style" panose="02050604050505020204" pitchFamily="18" charset="0"/>
            </a:endParaRPr>
          </a:p>
          <a:p>
            <a:pPr>
              <a:lnSpc>
                <a:spcPct val="150000"/>
              </a:lnSpc>
              <a:buFont typeface="Wingdings" panose="05000000000000000000" pitchFamily="2" charset="2"/>
              <a:buChar char="§"/>
            </a:pPr>
            <a:r>
              <a:rPr lang="en-IN" dirty="0">
                <a:solidFill>
                  <a:srgbClr val="000000"/>
                </a:solidFill>
                <a:latin typeface="Bookman Old Style" panose="02050604050505020204" pitchFamily="18" charset="0"/>
              </a:rPr>
              <a:t>Then the child is an orphan</a:t>
            </a:r>
          </a:p>
          <a:p>
            <a:pPr>
              <a:lnSpc>
                <a:spcPct val="150000"/>
              </a:lnSpc>
              <a:buFont typeface="Wingdings" panose="05000000000000000000" pitchFamily="2" charset="2"/>
              <a:buChar char="§"/>
            </a:pPr>
            <a:br>
              <a:rPr lang="en-IN" dirty="0"/>
            </a:br>
            <a:endParaRPr lang="en-IN" dirty="0"/>
          </a:p>
          <a:p>
            <a:pPr>
              <a:lnSpc>
                <a:spcPct val="150000"/>
              </a:lnSpc>
              <a:buFont typeface="Wingdings" panose="05000000000000000000" pitchFamily="2" charset="2"/>
              <a:buChar char="§"/>
            </a:pPr>
            <a:br>
              <a:rPr lang="en-IN" dirty="0">
                <a:solidFill>
                  <a:srgbClr val="000000"/>
                </a:solidFill>
                <a:latin typeface="Bookman Old Style" panose="02050604050505020204" pitchFamily="18" charset="0"/>
              </a:rPr>
            </a:br>
            <a:endParaRPr lang="en-IN" dirty="0">
              <a:solidFill>
                <a:srgbClr val="000000"/>
              </a:solidFill>
              <a:latin typeface="Bookman Old Style" panose="02050604050505020204" pitchFamily="18" charset="0"/>
            </a:endParaRPr>
          </a:p>
          <a:p>
            <a:pPr algn="just">
              <a:lnSpc>
                <a:spcPct val="150000"/>
              </a:lnSpc>
            </a:pPr>
            <a:endParaRPr lang="en-IN" dirty="0">
              <a:solidFill>
                <a:srgbClr val="000000"/>
              </a:solidFill>
              <a:latin typeface="Bookman Old Style" panose="02050604050505020204" pitchFamily="18" charset="0"/>
            </a:endParaRPr>
          </a:p>
        </p:txBody>
      </p:sp>
      <p:sp>
        <p:nvSpPr>
          <p:cNvPr id="4" name="Slide Number Placeholder 3">
            <a:extLst>
              <a:ext uri="{FF2B5EF4-FFF2-40B4-BE49-F238E27FC236}">
                <a16:creationId xmlns:a16="http://schemas.microsoft.com/office/drawing/2014/main" id="{BA6EAA9B-A3ED-C366-F31E-9BE2F3B95E61}"/>
              </a:ext>
            </a:extLst>
          </p:cNvPr>
          <p:cNvSpPr>
            <a:spLocks noGrp="1"/>
          </p:cNvSpPr>
          <p:nvPr>
            <p:ph type="sldNum" sz="quarter" idx="10"/>
          </p:nvPr>
        </p:nvSpPr>
        <p:spPr/>
        <p:txBody>
          <a:bodyPr/>
          <a:lstStyle/>
          <a:p>
            <a:pPr>
              <a:defRPr/>
            </a:pPr>
            <a:fld id="{DFC895FC-3311-3447-AC0F-6BB3B51992DA}" type="slidenum">
              <a:rPr lang="en-US" smtClean="0"/>
              <a:pPr>
                <a:defRPr/>
              </a:pPr>
              <a:t>19</a:t>
            </a:fld>
            <a:endParaRPr lang="en-US"/>
          </a:p>
        </p:txBody>
      </p:sp>
    </p:spTree>
    <p:extLst>
      <p:ext uri="{BB962C8B-B14F-4D97-AF65-F5344CB8AC3E}">
        <p14:creationId xmlns:p14="http://schemas.microsoft.com/office/powerpoint/2010/main" val="2560292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C3C5D-EA03-691A-00BD-C10939FA73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E04FC-035C-F330-60F6-3CBCFED397B6}"/>
              </a:ext>
            </a:extLst>
          </p:cNvPr>
          <p:cNvSpPr>
            <a:spLocks noGrp="1"/>
          </p:cNvSpPr>
          <p:nvPr>
            <p:ph type="title"/>
          </p:nvPr>
        </p:nvSpPr>
        <p:spPr/>
        <p:txBody>
          <a:bodyPr/>
          <a:lstStyle/>
          <a:p>
            <a:r>
              <a:rPr lang="en-IN" dirty="0"/>
              <a:t>Wait system call</a:t>
            </a:r>
          </a:p>
        </p:txBody>
      </p:sp>
      <p:sp>
        <p:nvSpPr>
          <p:cNvPr id="3" name="Content Placeholder 2">
            <a:extLst>
              <a:ext uri="{FF2B5EF4-FFF2-40B4-BE49-F238E27FC236}">
                <a16:creationId xmlns:a16="http://schemas.microsoft.com/office/drawing/2014/main" id="{50BD28D8-57FA-2CF6-9ECD-74192375D962}"/>
              </a:ext>
            </a:extLst>
          </p:cNvPr>
          <p:cNvSpPr>
            <a:spLocks noGrp="1"/>
          </p:cNvSpPr>
          <p:nvPr>
            <p:ph idx="1"/>
          </p:nvPr>
        </p:nvSpPr>
        <p:spPr/>
        <p:txBody>
          <a:bodyPr/>
          <a:lstStyle/>
          <a:p>
            <a:r>
              <a:rPr lang="en-IN" sz="2000" dirty="0"/>
              <a:t>#include&lt;stdio.h&gt;</a:t>
            </a:r>
            <a:br>
              <a:rPr lang="en-IN" sz="2000" dirty="0"/>
            </a:br>
            <a:r>
              <a:rPr lang="en-IN" sz="2000" dirty="0"/>
              <a:t>#include&lt;unistd.h&gt;</a:t>
            </a:r>
            <a:br>
              <a:rPr lang="en-IN" sz="2000" dirty="0"/>
            </a:br>
            <a:r>
              <a:rPr lang="en-IN" sz="2000" dirty="0"/>
              <a:t>#include &lt;sys/</a:t>
            </a:r>
            <a:r>
              <a:rPr lang="en-IN" sz="2000" dirty="0" err="1"/>
              <a:t>wait.h</a:t>
            </a:r>
            <a:r>
              <a:rPr lang="en-IN" sz="2000" dirty="0"/>
              <a:t>&gt;</a:t>
            </a:r>
            <a:br>
              <a:rPr lang="en-IN" sz="2000" dirty="0"/>
            </a:br>
            <a:r>
              <a:rPr lang="en-IN" sz="2000" dirty="0"/>
              <a:t>int main()</a:t>
            </a:r>
            <a:br>
              <a:rPr lang="en-IN" sz="2000" dirty="0"/>
            </a:br>
            <a:r>
              <a:rPr lang="en-IN" sz="2000" dirty="0"/>
              <a:t>{</a:t>
            </a:r>
            <a:br>
              <a:rPr lang="en-IN" sz="2000" dirty="0"/>
            </a:br>
            <a:r>
              <a:rPr lang="en-IN" sz="2000" dirty="0"/>
              <a:t>  </a:t>
            </a:r>
            <a:r>
              <a:rPr lang="en-IN" sz="2000" dirty="0" err="1"/>
              <a:t>printf</a:t>
            </a:r>
            <a:r>
              <a:rPr lang="en-IN" sz="2000" dirty="0"/>
              <a:t>("Entering into </a:t>
            </a:r>
            <a:r>
              <a:rPr lang="en-IN" sz="2000" dirty="0" err="1"/>
              <a:t>pgm</a:t>
            </a:r>
            <a:r>
              <a:rPr lang="en-IN" sz="2000" dirty="0"/>
              <a:t>\n");</a:t>
            </a:r>
            <a:br>
              <a:rPr lang="en-IN" sz="2000" dirty="0"/>
            </a:br>
            <a:r>
              <a:rPr lang="en-IN" sz="2000" dirty="0"/>
              <a:t>  int a=fork();</a:t>
            </a:r>
            <a:br>
              <a:rPr lang="en-IN" sz="2000" dirty="0"/>
            </a:br>
            <a:r>
              <a:rPr lang="en-IN" sz="2000" dirty="0"/>
              <a:t>   if(a == 0) </a:t>
            </a:r>
            <a:br>
              <a:rPr lang="en-IN" sz="2000" dirty="0"/>
            </a:br>
            <a:r>
              <a:rPr lang="en-IN" sz="2000" dirty="0"/>
              <a:t>  {</a:t>
            </a:r>
            <a:br>
              <a:rPr lang="en-IN" sz="2000" dirty="0"/>
            </a:br>
            <a:r>
              <a:rPr lang="en-IN" sz="2000" dirty="0"/>
              <a:t>    sleep(2);</a:t>
            </a:r>
            <a:br>
              <a:rPr lang="en-IN" sz="2000" dirty="0"/>
            </a:br>
            <a:r>
              <a:rPr lang="en-IN" sz="2000" dirty="0"/>
              <a:t>    </a:t>
            </a:r>
            <a:r>
              <a:rPr lang="en-IN" sz="2000" dirty="0" err="1"/>
              <a:t>printf</a:t>
            </a:r>
            <a:r>
              <a:rPr lang="en-IN" sz="2000" dirty="0"/>
              <a:t>("Child's parent now: %d\n", </a:t>
            </a:r>
            <a:r>
              <a:rPr lang="en-IN" sz="2000" dirty="0" err="1"/>
              <a:t>getppid</a:t>
            </a:r>
            <a:r>
              <a:rPr lang="en-IN" sz="2000" dirty="0"/>
              <a:t>());</a:t>
            </a:r>
          </a:p>
          <a:p>
            <a:r>
              <a:rPr lang="en-IN" sz="2000" dirty="0"/>
              <a:t>    exit (0);</a:t>
            </a:r>
            <a:br>
              <a:rPr lang="en-IN" sz="2000" dirty="0"/>
            </a:br>
            <a:r>
              <a:rPr lang="en-IN" sz="2000" dirty="0"/>
              <a:t>  } </a:t>
            </a:r>
            <a:br>
              <a:rPr lang="en-IN" sz="2000" dirty="0"/>
            </a:br>
            <a:r>
              <a:rPr lang="en-IN" sz="2000" dirty="0"/>
              <a:t>  else {</a:t>
            </a:r>
            <a:br>
              <a:rPr lang="en-IN" sz="2000" dirty="0"/>
            </a:br>
            <a:r>
              <a:rPr lang="en-IN" sz="2000" dirty="0"/>
              <a:t>    wait(NULL); or wait(0);</a:t>
            </a:r>
            <a:br>
              <a:rPr lang="en-IN" sz="2000" dirty="0"/>
            </a:br>
            <a:r>
              <a:rPr lang="en-IN" sz="2000" dirty="0"/>
              <a:t>    </a:t>
            </a:r>
            <a:r>
              <a:rPr lang="en-IN" sz="2000" dirty="0" err="1"/>
              <a:t>printf</a:t>
            </a:r>
            <a:r>
              <a:rPr lang="en-IN" sz="2000" dirty="0"/>
              <a:t>("Parent exiting with </a:t>
            </a:r>
            <a:r>
              <a:rPr lang="en-IN" sz="2000" dirty="0" err="1"/>
              <a:t>pid</a:t>
            </a:r>
            <a:r>
              <a:rPr lang="en-IN" sz="2000" dirty="0"/>
              <a:t> %d\n",</a:t>
            </a:r>
            <a:r>
              <a:rPr lang="en-IN" sz="2000" dirty="0" err="1"/>
              <a:t>getpid</a:t>
            </a:r>
            <a:r>
              <a:rPr lang="en-IN" sz="2000" dirty="0"/>
              <a:t>());</a:t>
            </a:r>
            <a:br>
              <a:rPr lang="en-IN" sz="2000" dirty="0"/>
            </a:br>
            <a:r>
              <a:rPr lang="en-IN" sz="2000" dirty="0"/>
              <a:t>    return 0;</a:t>
            </a:r>
            <a:br>
              <a:rPr lang="en-IN" sz="2000" dirty="0"/>
            </a:br>
            <a:r>
              <a:rPr lang="en-IN" sz="2000" dirty="0"/>
              <a:t>  }</a:t>
            </a:r>
            <a:br>
              <a:rPr lang="en-IN" sz="2000" dirty="0"/>
            </a:br>
            <a:r>
              <a:rPr lang="en-IN" sz="2000" dirty="0"/>
              <a:t>}</a:t>
            </a:r>
            <a:br>
              <a:rPr lang="en-IN" sz="2000" dirty="0"/>
            </a:br>
            <a:endParaRPr lang="en-IN" sz="2000" dirty="0"/>
          </a:p>
        </p:txBody>
      </p:sp>
      <p:sp>
        <p:nvSpPr>
          <p:cNvPr id="4" name="Slide Number Placeholder 3">
            <a:extLst>
              <a:ext uri="{FF2B5EF4-FFF2-40B4-BE49-F238E27FC236}">
                <a16:creationId xmlns:a16="http://schemas.microsoft.com/office/drawing/2014/main" id="{2ED067DB-8C3C-430C-F4EF-AC9AE2A01EF6}"/>
              </a:ext>
            </a:extLst>
          </p:cNvPr>
          <p:cNvSpPr>
            <a:spLocks noGrp="1"/>
          </p:cNvSpPr>
          <p:nvPr>
            <p:ph type="sldNum" sz="quarter" idx="10"/>
          </p:nvPr>
        </p:nvSpPr>
        <p:spPr/>
        <p:txBody>
          <a:bodyPr/>
          <a:lstStyle/>
          <a:p>
            <a:pPr>
              <a:defRPr/>
            </a:pPr>
            <a:fld id="{DFC895FC-3311-3447-AC0F-6BB3B51992DA}" type="slidenum">
              <a:rPr lang="en-US" smtClean="0"/>
              <a:pPr>
                <a:defRPr/>
              </a:pPr>
              <a:t>20</a:t>
            </a:fld>
            <a:endParaRPr lang="en-US"/>
          </a:p>
        </p:txBody>
      </p:sp>
    </p:spTree>
    <p:extLst>
      <p:ext uri="{BB962C8B-B14F-4D97-AF65-F5344CB8AC3E}">
        <p14:creationId xmlns:p14="http://schemas.microsoft.com/office/powerpoint/2010/main" val="1023033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EFDF0-7DD4-02A4-E046-C8FD1BAC2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5A23A-4A42-3B04-8D99-5A2DD4318171}"/>
              </a:ext>
            </a:extLst>
          </p:cNvPr>
          <p:cNvSpPr>
            <a:spLocks noGrp="1"/>
          </p:cNvSpPr>
          <p:nvPr>
            <p:ph type="title"/>
          </p:nvPr>
        </p:nvSpPr>
        <p:spPr/>
        <p:txBody>
          <a:bodyPr/>
          <a:lstStyle/>
          <a:p>
            <a:r>
              <a:rPr lang="en-IN" dirty="0"/>
              <a:t>Wait system call</a:t>
            </a:r>
          </a:p>
        </p:txBody>
      </p:sp>
      <p:sp>
        <p:nvSpPr>
          <p:cNvPr id="3" name="Content Placeholder 2">
            <a:extLst>
              <a:ext uri="{FF2B5EF4-FFF2-40B4-BE49-F238E27FC236}">
                <a16:creationId xmlns:a16="http://schemas.microsoft.com/office/drawing/2014/main" id="{0F01766A-03BF-83B7-D4DD-704B9B4A3584}"/>
              </a:ext>
            </a:extLst>
          </p:cNvPr>
          <p:cNvSpPr>
            <a:spLocks noGrp="1"/>
          </p:cNvSpPr>
          <p:nvPr>
            <p:ph idx="1"/>
          </p:nvPr>
        </p:nvSpPr>
        <p:spPr/>
        <p:txBody>
          <a:bodyPr/>
          <a:lstStyle/>
          <a:p>
            <a:r>
              <a:rPr lang="en-IN" sz="2000" dirty="0"/>
              <a:t>#include&lt;stdio.h&gt;</a:t>
            </a:r>
            <a:br>
              <a:rPr lang="en-IN" sz="2000" dirty="0"/>
            </a:br>
            <a:r>
              <a:rPr lang="en-IN" sz="2000" dirty="0"/>
              <a:t>#include&lt;unistd.h&gt;</a:t>
            </a:r>
            <a:br>
              <a:rPr lang="en-IN" sz="2000" dirty="0"/>
            </a:br>
            <a:r>
              <a:rPr lang="en-IN" sz="2000" dirty="0"/>
              <a:t>#include &lt;sys/</a:t>
            </a:r>
            <a:r>
              <a:rPr lang="en-IN" sz="2000" dirty="0" err="1"/>
              <a:t>wait.h</a:t>
            </a:r>
            <a:r>
              <a:rPr lang="en-IN" sz="2000" dirty="0"/>
              <a:t>&gt;</a:t>
            </a:r>
            <a:br>
              <a:rPr lang="en-IN" sz="2000" dirty="0"/>
            </a:br>
            <a:r>
              <a:rPr lang="en-IN" sz="2000" dirty="0"/>
              <a:t>int main()</a:t>
            </a:r>
            <a:br>
              <a:rPr lang="en-IN" sz="2000" dirty="0"/>
            </a:br>
            <a:r>
              <a:rPr lang="en-IN" sz="2000" dirty="0"/>
              <a:t>{</a:t>
            </a:r>
            <a:br>
              <a:rPr lang="en-IN" sz="2000" dirty="0"/>
            </a:br>
            <a:r>
              <a:rPr lang="en-IN" sz="2000" dirty="0"/>
              <a:t>  </a:t>
            </a:r>
            <a:r>
              <a:rPr lang="en-IN" sz="2000" dirty="0" err="1"/>
              <a:t>printf</a:t>
            </a:r>
            <a:r>
              <a:rPr lang="en-IN" sz="2000" dirty="0"/>
              <a:t>("Entering into </a:t>
            </a:r>
            <a:r>
              <a:rPr lang="en-IN" sz="2000" dirty="0" err="1"/>
              <a:t>pgm</a:t>
            </a:r>
            <a:r>
              <a:rPr lang="en-IN" sz="2000" dirty="0"/>
              <a:t>\n");</a:t>
            </a:r>
            <a:br>
              <a:rPr lang="en-IN" sz="2000" dirty="0"/>
            </a:br>
            <a:r>
              <a:rPr lang="en-IN" sz="2000" dirty="0"/>
              <a:t>  int a=fork();</a:t>
            </a:r>
            <a:br>
              <a:rPr lang="en-IN" sz="2000" dirty="0"/>
            </a:br>
            <a:r>
              <a:rPr lang="en-US" sz="2000" dirty="0"/>
              <a:t>if (a == 0) {</a:t>
            </a:r>
          </a:p>
          <a:p>
            <a:r>
              <a:rPr lang="en-US" sz="2000" dirty="0"/>
              <a:t>    sleep(2);</a:t>
            </a:r>
          </a:p>
          <a:p>
            <a:r>
              <a:rPr lang="en-US" sz="2000" dirty="0"/>
              <a:t>    </a:t>
            </a:r>
            <a:r>
              <a:rPr lang="en-US" sz="2000" dirty="0" err="1"/>
              <a:t>printf</a:t>
            </a:r>
            <a:r>
              <a:rPr lang="en-US" sz="2000" dirty="0"/>
              <a:t>("Child exiting\n");</a:t>
            </a:r>
          </a:p>
          <a:p>
            <a:r>
              <a:rPr lang="en-US" sz="2000" dirty="0"/>
              <a:t>    exit(0);</a:t>
            </a:r>
          </a:p>
          <a:p>
            <a:r>
              <a:rPr lang="en-US" sz="2000" dirty="0"/>
              <a:t>} else {</a:t>
            </a:r>
          </a:p>
          <a:p>
            <a:r>
              <a:rPr lang="en-US" sz="2000" dirty="0"/>
              <a:t>    sleep(10);   // Parent does NOT call wait</a:t>
            </a:r>
          </a:p>
          <a:p>
            <a:r>
              <a:rPr lang="en-US" sz="2000" dirty="0"/>
              <a:t>    </a:t>
            </a:r>
            <a:r>
              <a:rPr lang="en-US" sz="2000" dirty="0" err="1"/>
              <a:t>printf</a:t>
            </a:r>
            <a:r>
              <a:rPr lang="en-US" sz="2000" dirty="0"/>
              <a:t>("Parent exiting\n");</a:t>
            </a:r>
          </a:p>
          <a:p>
            <a:r>
              <a:rPr lang="en-US" sz="2000" dirty="0"/>
              <a:t>}</a:t>
            </a:r>
            <a:endParaRPr lang="en-IN" sz="2000" dirty="0"/>
          </a:p>
        </p:txBody>
      </p:sp>
      <p:sp>
        <p:nvSpPr>
          <p:cNvPr id="4" name="Slide Number Placeholder 3">
            <a:extLst>
              <a:ext uri="{FF2B5EF4-FFF2-40B4-BE49-F238E27FC236}">
                <a16:creationId xmlns:a16="http://schemas.microsoft.com/office/drawing/2014/main" id="{3858BDBC-8265-5B8E-9910-C96708D1E1FD}"/>
              </a:ext>
            </a:extLst>
          </p:cNvPr>
          <p:cNvSpPr>
            <a:spLocks noGrp="1"/>
          </p:cNvSpPr>
          <p:nvPr>
            <p:ph type="sldNum" sz="quarter" idx="10"/>
          </p:nvPr>
        </p:nvSpPr>
        <p:spPr/>
        <p:txBody>
          <a:bodyPr/>
          <a:lstStyle/>
          <a:p>
            <a:pPr>
              <a:defRPr/>
            </a:pPr>
            <a:fld id="{DFC895FC-3311-3447-AC0F-6BB3B51992DA}" type="slidenum">
              <a:rPr lang="en-US" smtClean="0"/>
              <a:pPr>
                <a:defRPr/>
              </a:pPr>
              <a:t>21</a:t>
            </a:fld>
            <a:endParaRPr lang="en-US"/>
          </a:p>
        </p:txBody>
      </p:sp>
      <p:sp>
        <p:nvSpPr>
          <p:cNvPr id="8" name="TextBox 7">
            <a:extLst>
              <a:ext uri="{FF2B5EF4-FFF2-40B4-BE49-F238E27FC236}">
                <a16:creationId xmlns:a16="http://schemas.microsoft.com/office/drawing/2014/main" id="{C72C1F36-2DC3-B0C5-6CC4-730DF73395E1}"/>
              </a:ext>
            </a:extLst>
          </p:cNvPr>
          <p:cNvSpPr txBox="1"/>
          <p:nvPr/>
        </p:nvSpPr>
        <p:spPr>
          <a:xfrm>
            <a:off x="3074205" y="762000"/>
            <a:ext cx="6223415" cy="1631216"/>
          </a:xfrm>
          <a:prstGeom prst="rect">
            <a:avLst/>
          </a:prstGeom>
          <a:noFill/>
        </p:spPr>
        <p:txBody>
          <a:bodyPr wrap="square">
            <a:spAutoFit/>
          </a:bodyPr>
          <a:lstStyle/>
          <a:p>
            <a:r>
              <a:rPr lang="en-US" dirty="0">
                <a:solidFill>
                  <a:srgbClr val="000000"/>
                </a:solidFill>
              </a:rPr>
              <a:t>Time 0  : fork()</a:t>
            </a:r>
          </a:p>
          <a:p>
            <a:r>
              <a:rPr lang="en-US" dirty="0">
                <a:solidFill>
                  <a:srgbClr val="000000"/>
                </a:solidFill>
              </a:rPr>
              <a:t>Time 2s : Child exits  → becomes ZOMBIE</a:t>
            </a:r>
          </a:p>
          <a:p>
            <a:r>
              <a:rPr lang="en-US" dirty="0">
                <a:solidFill>
                  <a:srgbClr val="000000"/>
                </a:solidFill>
              </a:rPr>
              <a:t>Time 2–10s : Zombie exists</a:t>
            </a:r>
          </a:p>
          <a:p>
            <a:r>
              <a:rPr lang="en-US" dirty="0">
                <a:solidFill>
                  <a:srgbClr val="000000"/>
                </a:solidFill>
              </a:rPr>
              <a:t>Time 10s : Parent exits → zombie removed automatically</a:t>
            </a:r>
          </a:p>
        </p:txBody>
      </p:sp>
    </p:spTree>
    <p:extLst>
      <p:ext uri="{BB962C8B-B14F-4D97-AF65-F5344CB8AC3E}">
        <p14:creationId xmlns:p14="http://schemas.microsoft.com/office/powerpoint/2010/main" val="651194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0469D-2539-990D-C43F-D7D5046980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EA8221-44E9-1DFC-1489-3B29C79344D2}"/>
              </a:ext>
            </a:extLst>
          </p:cNvPr>
          <p:cNvSpPr>
            <a:spLocks noGrp="1"/>
          </p:cNvSpPr>
          <p:nvPr>
            <p:ph idx="1"/>
          </p:nvPr>
        </p:nvSpPr>
        <p:spPr/>
        <p:txBody>
          <a:bodyPr/>
          <a:lstStyle/>
          <a:p>
            <a:r>
              <a:rPr lang="en-US" dirty="0"/>
              <a:t>How to SEE a zombie </a:t>
            </a:r>
          </a:p>
          <a:p>
            <a:r>
              <a:rPr lang="en-US" dirty="0"/>
              <a:t>Run program and in another terminal:</a:t>
            </a:r>
          </a:p>
          <a:p>
            <a:pPr lvl="1"/>
            <a:r>
              <a:rPr lang="en-US" dirty="0" err="1"/>
              <a:t>ps</a:t>
            </a:r>
            <a:r>
              <a:rPr lang="en-US" dirty="0"/>
              <a:t> -elf | grep Z</a:t>
            </a:r>
          </a:p>
          <a:p>
            <a:r>
              <a:rPr lang="en-US" dirty="0"/>
              <a:t>You will </a:t>
            </a:r>
            <a:r>
              <a:rPr lang="en-US" dirty="0" err="1"/>
              <a:t>see:Z</a:t>
            </a:r>
            <a:r>
              <a:rPr lang="en-US" dirty="0"/>
              <a:t>  &lt;</a:t>
            </a:r>
            <a:r>
              <a:rPr lang="en-US" dirty="0" err="1"/>
              <a:t>pid</a:t>
            </a:r>
            <a:r>
              <a:rPr lang="en-US" dirty="0"/>
              <a:t>&gt;  &lt;</a:t>
            </a:r>
            <a:r>
              <a:rPr lang="en-US" dirty="0" err="1"/>
              <a:t>ppid</a:t>
            </a:r>
            <a:r>
              <a:rPr lang="en-US" dirty="0"/>
              <a:t>&gt;  </a:t>
            </a:r>
            <a:r>
              <a:rPr lang="en-US" dirty="0" err="1"/>
              <a:t>a.out</a:t>
            </a:r>
            <a:endParaRPr lang="en-US"/>
          </a:p>
          <a:p>
            <a:r>
              <a:rPr lang="en-US"/>
              <a:t>Z </a:t>
            </a:r>
            <a:r>
              <a:rPr lang="en-US" dirty="0"/>
              <a:t>= Zombie</a:t>
            </a:r>
            <a:endParaRPr lang="en-IN" dirty="0"/>
          </a:p>
        </p:txBody>
      </p:sp>
      <p:sp>
        <p:nvSpPr>
          <p:cNvPr id="4" name="Slide Number Placeholder 3">
            <a:extLst>
              <a:ext uri="{FF2B5EF4-FFF2-40B4-BE49-F238E27FC236}">
                <a16:creationId xmlns:a16="http://schemas.microsoft.com/office/drawing/2014/main" id="{CD2A6260-2FCF-905C-E20A-21CF34998B43}"/>
              </a:ext>
            </a:extLst>
          </p:cNvPr>
          <p:cNvSpPr>
            <a:spLocks noGrp="1"/>
          </p:cNvSpPr>
          <p:nvPr>
            <p:ph type="sldNum" sz="quarter" idx="10"/>
          </p:nvPr>
        </p:nvSpPr>
        <p:spPr/>
        <p:txBody>
          <a:bodyPr/>
          <a:lstStyle/>
          <a:p>
            <a:pPr>
              <a:defRPr/>
            </a:pPr>
            <a:fld id="{DFC895FC-3311-3447-AC0F-6BB3B51992DA}" type="slidenum">
              <a:rPr lang="en-US" smtClean="0"/>
              <a:pPr>
                <a:defRPr/>
              </a:pPr>
              <a:t>22</a:t>
            </a:fld>
            <a:endParaRPr lang="en-US"/>
          </a:p>
        </p:txBody>
      </p:sp>
    </p:spTree>
    <p:extLst>
      <p:ext uri="{BB962C8B-B14F-4D97-AF65-F5344CB8AC3E}">
        <p14:creationId xmlns:p14="http://schemas.microsoft.com/office/powerpoint/2010/main" val="1038554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2"/>
          <p:cNvSpPr>
            <a:spLocks noGrp="1" noChangeArrowheads="1"/>
          </p:cNvSpPr>
          <p:nvPr>
            <p:ph type="body" idx="1"/>
          </p:nvPr>
        </p:nvSpPr>
        <p:spPr/>
        <p:txBody>
          <a:bodyPr/>
          <a:lstStyle/>
          <a:p>
            <a:pPr eaLnBrk="1" hangingPunct="1">
              <a:defRPr/>
            </a:pPr>
            <a:endParaRPr lang="en-US" dirty="0"/>
          </a:p>
          <a:p>
            <a:pPr eaLnBrk="1" hangingPunct="1">
              <a:defRPr/>
            </a:pPr>
            <a:endParaRPr lang="en-US" dirty="0"/>
          </a:p>
        </p:txBody>
      </p:sp>
      <p:sp>
        <p:nvSpPr>
          <p:cNvPr id="903171" name="Rectangle 3"/>
          <p:cNvSpPr>
            <a:spLocks noGrp="1" noChangeArrowheads="1"/>
          </p:cNvSpPr>
          <p:nvPr>
            <p:ph type="title"/>
          </p:nvPr>
        </p:nvSpPr>
        <p:spPr/>
        <p:txBody>
          <a:bodyPr/>
          <a:lstStyle/>
          <a:p>
            <a:pPr algn="ctr" eaLnBrk="1" hangingPunct="1">
              <a:defRPr/>
            </a:pPr>
            <a:r>
              <a:rPr lang="en-US" b="1" dirty="0"/>
              <a:t>How </a:t>
            </a:r>
            <a:r>
              <a:rPr lang="en-US" b="1" dirty="0">
                <a:solidFill>
                  <a:srgbClr val="CC3300"/>
                </a:solidFill>
              </a:rPr>
              <a:t>wait</a:t>
            </a:r>
            <a:r>
              <a:rPr lang="en-US" b="1" dirty="0"/>
              <a:t> Works </a:t>
            </a:r>
          </a:p>
        </p:txBody>
      </p:sp>
      <p:sp>
        <p:nvSpPr>
          <p:cNvPr id="903202" name="Rectangle 34"/>
          <p:cNvSpPr>
            <a:spLocks noChangeArrowheads="1"/>
          </p:cNvSpPr>
          <p:nvPr/>
        </p:nvSpPr>
        <p:spPr bwMode="auto">
          <a:xfrm>
            <a:off x="304800" y="3200400"/>
            <a:ext cx="3048000" cy="3276600"/>
          </a:xfrm>
          <a:prstGeom prst="rect">
            <a:avLst/>
          </a:prstGeom>
          <a:solidFill>
            <a:srgbClr val="F8F8F8"/>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eaLnBrk="0" hangingPunct="0">
              <a:defRPr/>
            </a:pPr>
            <a:r>
              <a:rPr lang="en-GB" sz="1600" dirty="0">
                <a:solidFill>
                  <a:srgbClr val="000000"/>
                </a:solidFill>
                <a:latin typeface="Arial" charset="0"/>
                <a:cs typeface="ＭＳ Ｐゴシック" charset="0"/>
              </a:rPr>
              <a:t>ret = fork();</a:t>
            </a:r>
          </a:p>
          <a:p>
            <a:pPr algn="l" eaLnBrk="0" hangingPunct="0">
              <a:defRPr/>
            </a:pPr>
            <a:r>
              <a:rPr lang="en-GB" sz="1600" dirty="0">
                <a:solidFill>
                  <a:srgbClr val="000000"/>
                </a:solidFill>
                <a:latin typeface="Arial" charset="0"/>
                <a:cs typeface="ＭＳ Ｐゴシック" charset="0"/>
              </a:rPr>
              <a:t>switch(ret)</a:t>
            </a:r>
          </a:p>
          <a:p>
            <a:pPr algn="l" eaLnBrk="0" hangingPunct="0">
              <a:defRPr/>
            </a:pPr>
            <a:r>
              <a:rPr lang="en-GB" sz="1600" dirty="0">
                <a:solidFill>
                  <a:srgbClr val="000000"/>
                </a:solidFill>
                <a:latin typeface="Arial" charset="0"/>
                <a:cs typeface="ＭＳ Ｐゴシック" charset="0"/>
              </a:rPr>
              <a:t>{</a:t>
            </a:r>
          </a:p>
          <a:p>
            <a:pPr algn="l" eaLnBrk="0" hangingPunct="0">
              <a:defRPr/>
            </a:pPr>
            <a:r>
              <a:rPr lang="en-GB" sz="1600" dirty="0">
                <a:solidFill>
                  <a:srgbClr val="000000"/>
                </a:solidFill>
                <a:latin typeface="Arial" charset="0"/>
                <a:cs typeface="ＭＳ Ｐゴシック" charset="0"/>
              </a:rPr>
              <a:t>    case -1: </a:t>
            </a:r>
          </a:p>
          <a:p>
            <a:pPr lvl="1" algn="l" eaLnBrk="0" hangingPunct="0">
              <a:defRPr/>
            </a:pPr>
            <a:r>
              <a:rPr lang="en-GB" sz="1600" dirty="0">
                <a:solidFill>
                  <a:srgbClr val="000000"/>
                </a:solidFill>
                <a:latin typeface="Arial" charset="0"/>
                <a:cs typeface="ＭＳ Ｐゴシック" charset="0"/>
              </a:rPr>
              <a:t>    	</a:t>
            </a:r>
            <a:r>
              <a:rPr lang="en-GB" sz="1600" dirty="0" err="1">
                <a:solidFill>
                  <a:srgbClr val="000000"/>
                </a:solidFill>
                <a:latin typeface="Arial" charset="0"/>
                <a:cs typeface="ＭＳ Ｐゴシック" charset="0"/>
              </a:rPr>
              <a:t>printf</a:t>
            </a:r>
            <a:r>
              <a:rPr lang="en-GB" sz="1600" dirty="0">
                <a:solidFill>
                  <a:srgbClr val="000000"/>
                </a:solidFill>
                <a:latin typeface="Arial" charset="0"/>
                <a:cs typeface="ＭＳ Ｐゴシック" charset="0"/>
              </a:rPr>
              <a:t>(“fork error”);</a:t>
            </a:r>
          </a:p>
          <a:p>
            <a:pPr lvl="1" algn="l" eaLnBrk="0" hangingPunct="0">
              <a:defRPr/>
            </a:pPr>
            <a:r>
              <a:rPr lang="en-GB" sz="1600" dirty="0">
                <a:solidFill>
                  <a:srgbClr val="000000"/>
                </a:solidFill>
                <a:latin typeface="Arial" charset="0"/>
                <a:cs typeface="ＭＳ Ｐゴシック" charset="0"/>
              </a:rPr>
              <a:t>	exit(1);</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case 0:  // I am the child</a:t>
            </a:r>
          </a:p>
          <a:p>
            <a:pPr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child </a:t>
            </a:r>
            <a:r>
              <a:rPr lang="en-GB" sz="1600" dirty="0">
                <a:solidFill>
                  <a:srgbClr val="000000"/>
                </a:solidFill>
                <a:latin typeface="Arial" charset="0"/>
                <a:cs typeface="ＭＳ Ｐゴシック" charset="0"/>
              </a:rPr>
              <a:t>&gt;</a:t>
            </a:r>
          </a:p>
          <a:p>
            <a:pPr algn="l" eaLnBrk="0" hangingPunct="0">
              <a:defRPr/>
            </a:pPr>
            <a:r>
              <a:rPr lang="en-GB" sz="1600" dirty="0">
                <a:solidFill>
                  <a:srgbClr val="000000"/>
                </a:solidFill>
                <a:latin typeface="Arial" charset="0"/>
                <a:cs typeface="ＭＳ Ｐゴシック" charset="0"/>
              </a:rPr>
              <a:t>	exit(0);</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default:  // I am parent ...</a:t>
            </a:r>
          </a:p>
          <a:p>
            <a:pPr lvl="1"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parent </a:t>
            </a:r>
            <a:r>
              <a:rPr lang="en-GB" sz="1600" dirty="0">
                <a:solidFill>
                  <a:srgbClr val="000000"/>
                </a:solidFill>
                <a:latin typeface="Arial" charset="0"/>
                <a:cs typeface="ＭＳ Ｐゴシック" charset="0"/>
              </a:rPr>
              <a:t>&gt;</a:t>
            </a:r>
          </a:p>
          <a:p>
            <a:pPr lvl="1" algn="l" eaLnBrk="0" hangingPunct="0">
              <a:defRPr/>
            </a:pPr>
            <a:r>
              <a:rPr lang="en-GB" sz="1600" dirty="0">
                <a:solidFill>
                  <a:srgbClr val="000000"/>
                </a:solidFill>
                <a:latin typeface="Arial" charset="0"/>
                <a:cs typeface="ＭＳ Ｐゴシック" charset="0"/>
              </a:rPr>
              <a:t> 	</a:t>
            </a:r>
            <a:r>
              <a:rPr lang="en-GB" sz="1600" dirty="0">
                <a:solidFill>
                  <a:srgbClr val="E60000"/>
                </a:solidFill>
                <a:latin typeface="Arial" charset="0"/>
                <a:cs typeface="ＭＳ Ｐゴシック" charset="0"/>
              </a:rPr>
              <a:t>wait(0);</a:t>
            </a:r>
          </a:p>
          <a:p>
            <a:pPr algn="l" eaLnBrk="0" hangingPunct="0">
              <a:defRPr/>
            </a:pPr>
            <a:r>
              <a:rPr lang="en-GB" sz="1600" dirty="0">
                <a:solidFill>
                  <a:srgbClr val="000000"/>
                </a:solidFill>
                <a:latin typeface="Arial" charset="0"/>
                <a:cs typeface="ＭＳ Ｐゴシック" charset="0"/>
              </a:rPr>
              <a:t>}</a:t>
            </a:r>
          </a:p>
        </p:txBody>
      </p:sp>
      <p:sp>
        <p:nvSpPr>
          <p:cNvPr id="903203" name="Rectangle 35"/>
          <p:cNvSpPr>
            <a:spLocks noChangeArrowheads="1"/>
          </p:cNvSpPr>
          <p:nvPr/>
        </p:nvSpPr>
        <p:spPr bwMode="auto">
          <a:xfrm>
            <a:off x="5867400" y="3124200"/>
            <a:ext cx="3048000" cy="3276600"/>
          </a:xfrm>
          <a:prstGeom prst="rect">
            <a:avLst/>
          </a:prstGeom>
          <a:solidFill>
            <a:srgbClr val="F8F8F8"/>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eaLnBrk="0" hangingPunct="0">
              <a:defRPr/>
            </a:pPr>
            <a:r>
              <a:rPr lang="en-GB" sz="1600" dirty="0">
                <a:solidFill>
                  <a:srgbClr val="000000"/>
                </a:solidFill>
                <a:latin typeface="Arial" charset="0"/>
                <a:cs typeface="ＭＳ Ｐゴシック" charset="0"/>
              </a:rPr>
              <a:t>ret = fork();</a:t>
            </a:r>
          </a:p>
          <a:p>
            <a:pPr algn="l" eaLnBrk="0" hangingPunct="0">
              <a:defRPr/>
            </a:pPr>
            <a:r>
              <a:rPr lang="en-GB" sz="1600" dirty="0">
                <a:solidFill>
                  <a:srgbClr val="000000"/>
                </a:solidFill>
                <a:latin typeface="Arial" charset="0"/>
                <a:cs typeface="ＭＳ Ｐゴシック" charset="0"/>
              </a:rPr>
              <a:t>switch(ret)</a:t>
            </a:r>
          </a:p>
          <a:p>
            <a:pPr algn="l" eaLnBrk="0" hangingPunct="0">
              <a:defRPr/>
            </a:pPr>
            <a:r>
              <a:rPr lang="en-GB" sz="1600" dirty="0">
                <a:solidFill>
                  <a:srgbClr val="000000"/>
                </a:solidFill>
                <a:latin typeface="Arial" charset="0"/>
                <a:cs typeface="ＭＳ Ｐゴシック" charset="0"/>
              </a:rPr>
              <a:t>{</a:t>
            </a:r>
          </a:p>
          <a:p>
            <a:pPr algn="l" eaLnBrk="0" hangingPunct="0">
              <a:defRPr/>
            </a:pPr>
            <a:r>
              <a:rPr lang="en-GB" sz="1600" dirty="0">
                <a:solidFill>
                  <a:srgbClr val="000000"/>
                </a:solidFill>
                <a:latin typeface="Arial" charset="0"/>
                <a:cs typeface="ＭＳ Ｐゴシック" charset="0"/>
              </a:rPr>
              <a:t>    case -1: </a:t>
            </a:r>
          </a:p>
          <a:p>
            <a:pPr lvl="1" algn="l" eaLnBrk="0" hangingPunct="0">
              <a:defRPr/>
            </a:pPr>
            <a:r>
              <a:rPr lang="en-GB" sz="1600" dirty="0">
                <a:solidFill>
                  <a:srgbClr val="000000"/>
                </a:solidFill>
                <a:latin typeface="Arial" charset="0"/>
                <a:cs typeface="ＭＳ Ｐゴシック" charset="0"/>
              </a:rPr>
              <a:t>    	</a:t>
            </a:r>
            <a:r>
              <a:rPr lang="en-GB" sz="1600" dirty="0" err="1">
                <a:solidFill>
                  <a:srgbClr val="000000"/>
                </a:solidFill>
                <a:latin typeface="Arial" charset="0"/>
                <a:cs typeface="ＭＳ Ｐゴシック" charset="0"/>
              </a:rPr>
              <a:t>printf</a:t>
            </a:r>
            <a:r>
              <a:rPr lang="en-GB" sz="1600" dirty="0">
                <a:solidFill>
                  <a:srgbClr val="000000"/>
                </a:solidFill>
                <a:latin typeface="Arial" charset="0"/>
                <a:cs typeface="ＭＳ Ｐゴシック" charset="0"/>
              </a:rPr>
              <a:t>(“fork error”);</a:t>
            </a:r>
          </a:p>
          <a:p>
            <a:pPr lvl="1" algn="l" eaLnBrk="0" hangingPunct="0">
              <a:defRPr/>
            </a:pPr>
            <a:r>
              <a:rPr lang="en-GB" sz="1600" dirty="0">
                <a:solidFill>
                  <a:srgbClr val="000000"/>
                </a:solidFill>
                <a:latin typeface="Arial" charset="0"/>
                <a:cs typeface="ＭＳ Ｐゴシック" charset="0"/>
              </a:rPr>
              <a:t>	exit(1);</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case 0:  // I am the child</a:t>
            </a:r>
          </a:p>
          <a:p>
            <a:pPr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child </a:t>
            </a:r>
            <a:r>
              <a:rPr lang="en-GB" sz="1600" dirty="0">
                <a:solidFill>
                  <a:srgbClr val="000000"/>
                </a:solidFill>
                <a:latin typeface="Arial" charset="0"/>
                <a:cs typeface="ＭＳ Ｐゴシック" charset="0"/>
              </a:rPr>
              <a:t>&gt;</a:t>
            </a:r>
          </a:p>
          <a:p>
            <a:pPr algn="l" eaLnBrk="0" hangingPunct="0">
              <a:defRPr/>
            </a:pPr>
            <a:r>
              <a:rPr lang="en-GB" sz="1600" dirty="0">
                <a:solidFill>
                  <a:srgbClr val="000000"/>
                </a:solidFill>
                <a:latin typeface="Arial" charset="0"/>
                <a:cs typeface="ＭＳ Ｐゴシック" charset="0"/>
              </a:rPr>
              <a:t>	exit(0);</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default:  // I am parent ...</a:t>
            </a:r>
          </a:p>
          <a:p>
            <a:pPr lvl="1"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parent </a:t>
            </a:r>
            <a:r>
              <a:rPr lang="en-GB" sz="1600" dirty="0">
                <a:solidFill>
                  <a:srgbClr val="000000"/>
                </a:solidFill>
                <a:latin typeface="Arial" charset="0"/>
                <a:cs typeface="ＭＳ Ｐゴシック" charset="0"/>
              </a:rPr>
              <a:t>&gt;</a:t>
            </a:r>
          </a:p>
          <a:p>
            <a:pPr lvl="1" algn="l" eaLnBrk="0" hangingPunct="0">
              <a:defRPr/>
            </a:pPr>
            <a:r>
              <a:rPr lang="en-GB" sz="1600" dirty="0">
                <a:solidFill>
                  <a:srgbClr val="000000"/>
                </a:solidFill>
                <a:latin typeface="Arial" charset="0"/>
                <a:cs typeface="ＭＳ Ｐゴシック" charset="0"/>
              </a:rPr>
              <a:t> 	wait(0);</a:t>
            </a:r>
          </a:p>
          <a:p>
            <a:pPr algn="l" eaLnBrk="0" hangingPunct="0">
              <a:defRPr/>
            </a:pPr>
            <a:r>
              <a:rPr lang="en-GB" sz="1600" dirty="0">
                <a:solidFill>
                  <a:srgbClr val="000000"/>
                </a:solidFill>
                <a:latin typeface="Arial" charset="0"/>
                <a:cs typeface="ＭＳ Ｐゴシック" charset="0"/>
              </a:rPr>
              <a:t>}</a:t>
            </a:r>
          </a:p>
        </p:txBody>
      </p:sp>
      <p:sp>
        <p:nvSpPr>
          <p:cNvPr id="903204" name="AutoShape 36"/>
          <p:cNvSpPr>
            <a:spLocks noChangeArrowheads="1"/>
          </p:cNvSpPr>
          <p:nvPr/>
        </p:nvSpPr>
        <p:spPr bwMode="auto">
          <a:xfrm>
            <a:off x="4038600" y="5334000"/>
            <a:ext cx="1676400" cy="9144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3205" name="Text Box 37"/>
          <p:cNvSpPr txBox="1">
            <a:spLocks noChangeArrowheads="1"/>
          </p:cNvSpPr>
          <p:nvPr/>
        </p:nvSpPr>
        <p:spPr bwMode="auto">
          <a:xfrm>
            <a:off x="4495800" y="5635625"/>
            <a:ext cx="711200" cy="346075"/>
          </a:xfrm>
          <a:prstGeom prst="rect">
            <a:avLst/>
          </a:prstGeom>
          <a:solidFill>
            <a:schemeClr val="tx1"/>
          </a:solidFill>
          <a:ln w="9525">
            <a:solidFill>
              <a:srgbClr val="333333"/>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UNIX</a:t>
            </a:r>
          </a:p>
        </p:txBody>
      </p:sp>
      <p:sp>
        <p:nvSpPr>
          <p:cNvPr id="903206" name="Line 38"/>
          <p:cNvSpPr>
            <a:spLocks noChangeShapeType="1"/>
          </p:cNvSpPr>
          <p:nvPr/>
        </p:nvSpPr>
        <p:spPr bwMode="auto">
          <a:xfrm>
            <a:off x="457200" y="6096000"/>
            <a:ext cx="685800" cy="0"/>
          </a:xfrm>
          <a:prstGeom prst="line">
            <a:avLst/>
          </a:prstGeom>
          <a:noFill/>
          <a:ln w="50800" cmpd="dbl">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3209" name="Line 41"/>
          <p:cNvSpPr>
            <a:spLocks noChangeShapeType="1"/>
          </p:cNvSpPr>
          <p:nvPr/>
        </p:nvSpPr>
        <p:spPr bwMode="auto">
          <a:xfrm>
            <a:off x="5410200" y="5029200"/>
            <a:ext cx="457200" cy="0"/>
          </a:xfrm>
          <a:prstGeom prst="line">
            <a:avLst/>
          </a:prstGeom>
          <a:noFill/>
          <a:ln w="50800" cmpd="dbl">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3210" name="Freeform 42"/>
          <p:cNvSpPr>
            <a:spLocks/>
          </p:cNvSpPr>
          <p:nvPr/>
        </p:nvSpPr>
        <p:spPr bwMode="auto">
          <a:xfrm rot="-4347977">
            <a:off x="3236913" y="5341938"/>
            <a:ext cx="1023937" cy="693737"/>
          </a:xfrm>
          <a:custGeom>
            <a:avLst/>
            <a:gdLst>
              <a:gd name="T0" fmla="*/ 0 w 480"/>
              <a:gd name="T1" fmla="*/ 64 h 1312"/>
              <a:gd name="T2" fmla="*/ 384 w 480"/>
              <a:gd name="T3" fmla="*/ 208 h 1312"/>
              <a:gd name="T4" fmla="*/ 480 w 480"/>
              <a:gd name="T5" fmla="*/ 1312 h 1312"/>
            </a:gdLst>
            <a:ahLst/>
            <a:cxnLst>
              <a:cxn ang="0">
                <a:pos x="T0" y="T1"/>
              </a:cxn>
              <a:cxn ang="0">
                <a:pos x="T2" y="T3"/>
              </a:cxn>
              <a:cxn ang="0">
                <a:pos x="T4" y="T5"/>
              </a:cxn>
            </a:cxnLst>
            <a:rect l="0" t="0" r="r" b="b"/>
            <a:pathLst>
              <a:path w="480" h="1312">
                <a:moveTo>
                  <a:pt x="0" y="64"/>
                </a:moveTo>
                <a:cubicBezTo>
                  <a:pt x="152" y="32"/>
                  <a:pt x="304" y="0"/>
                  <a:pt x="384" y="208"/>
                </a:cubicBezTo>
                <a:cubicBezTo>
                  <a:pt x="464" y="416"/>
                  <a:pt x="464" y="1128"/>
                  <a:pt x="480" y="1312"/>
                </a:cubicBezTo>
              </a:path>
            </a:pathLst>
          </a:custGeom>
          <a:noFill/>
          <a:ln w="63500" cmpd="sng">
            <a:solidFill>
              <a:schemeClr val="hlink"/>
            </a:solidFill>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107560" name="TextBox 1"/>
          <p:cNvSpPr txBox="1">
            <a:spLocks noChangeArrowheads="1"/>
          </p:cNvSpPr>
          <p:nvPr/>
        </p:nvSpPr>
        <p:spPr bwMode="auto">
          <a:xfrm>
            <a:off x="3381445" y="4773175"/>
            <a:ext cx="1997060"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algn="l" eaLnBrk="1" hangingPunct="1"/>
            <a:r>
              <a:rPr lang="en-US" sz="2000" dirty="0">
                <a:solidFill>
                  <a:srgbClr val="FF0000"/>
                </a:solidFill>
                <a:latin typeface="Calibri" charset="0"/>
                <a:ea typeface="Calibri" charset="0"/>
                <a:cs typeface="Calibri" charset="0"/>
              </a:rPr>
              <a:t>Parent blocked</a:t>
            </a:r>
          </a:p>
        </p:txBody>
      </p:sp>
      <p:sp>
        <p:nvSpPr>
          <p:cNvPr id="43" name="Rectangle 3"/>
          <p:cNvSpPr txBox="1">
            <a:spLocks noChangeArrowheads="1"/>
          </p:cNvSpPr>
          <p:nvPr/>
        </p:nvSpPr>
        <p:spPr bwMode="auto">
          <a:xfrm>
            <a:off x="188913" y="855865"/>
            <a:ext cx="8345487" cy="1979369"/>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marL="315278" indent="-315278" algn="l" rtl="0" eaLnBrk="0" fontAlgn="base" hangingPunct="0">
              <a:spcBef>
                <a:spcPct val="50000"/>
              </a:spcBef>
              <a:spcAft>
                <a:spcPct val="0"/>
              </a:spcAft>
              <a:buSzPct val="60000"/>
              <a:buFont typeface="Wingdings" charset="2"/>
              <a:buChar char="q"/>
              <a:defRPr sz="2800">
                <a:solidFill>
                  <a:schemeClr val="accent6">
                    <a:lumMod val="90000"/>
                    <a:lumOff val="10000"/>
                  </a:schemeClr>
                </a:solidFill>
                <a:latin typeface="Calibri" charset="0"/>
                <a:ea typeface="Calibri" charset="0"/>
                <a:cs typeface="Calibri" charset="0"/>
              </a:defRPr>
            </a:lvl1pPr>
            <a:lvl2pPr marL="655003" indent="-315278" algn="l" rtl="0" eaLnBrk="0" fontAlgn="base" hangingPunct="0">
              <a:spcBef>
                <a:spcPct val="10000"/>
              </a:spcBef>
              <a:spcAft>
                <a:spcPct val="0"/>
              </a:spcAft>
              <a:buFont typeface="Helvetica" charset="0"/>
              <a:buChar char="–"/>
              <a:defRPr sz="2400">
                <a:solidFill>
                  <a:schemeClr val="tx1"/>
                </a:solidFill>
                <a:latin typeface="+mn-lt"/>
                <a:ea typeface="Arial" charset="0"/>
                <a:cs typeface="+mn-cs"/>
              </a:defRPr>
            </a:lvl2pPr>
            <a:lvl3pPr marL="911225" indent="-233363" algn="l" rtl="0" eaLnBrk="0" fontAlgn="base" hangingPunct="0">
              <a:spcBef>
                <a:spcPct val="10000"/>
              </a:spcBef>
              <a:spcAft>
                <a:spcPct val="0"/>
              </a:spcAft>
              <a:buFont typeface="Wingdings" charset="0"/>
              <a:buChar char=""/>
              <a:defRPr sz="2000">
                <a:solidFill>
                  <a:schemeClr val="tx1"/>
                </a:solidFill>
                <a:latin typeface="+mn-lt"/>
                <a:ea typeface="Arial" charset="0"/>
                <a:cs typeface="+mn-cs"/>
              </a:defRPr>
            </a:lvl3pPr>
            <a:lvl4pPr marL="1258888" indent="-233363" algn="l" rtl="0" eaLnBrk="0" fontAlgn="base" hangingPunct="0">
              <a:spcBef>
                <a:spcPct val="10000"/>
              </a:spcBef>
              <a:spcAft>
                <a:spcPct val="0"/>
              </a:spcAft>
              <a:buChar char="•"/>
              <a:defRPr sz="2000">
                <a:solidFill>
                  <a:schemeClr val="accent2"/>
                </a:solidFill>
                <a:latin typeface="+mj-lt"/>
                <a:ea typeface="Arial" charset="0"/>
                <a:cs typeface="+mn-cs"/>
              </a:defRPr>
            </a:lvl4pPr>
            <a:lvl5pPr marL="1597025" indent="-223838" algn="l" rtl="0" eaLnBrk="0" fontAlgn="base" hangingPunct="0">
              <a:spcBef>
                <a:spcPct val="10000"/>
              </a:spcBef>
              <a:spcAft>
                <a:spcPct val="0"/>
              </a:spcAft>
              <a:buChar char="•"/>
              <a:defRPr sz="2000">
                <a:solidFill>
                  <a:schemeClr val="tx1"/>
                </a:solidFill>
                <a:latin typeface="+mj-lt"/>
                <a:ea typeface="Arial" charset="0"/>
                <a:cs typeface="+mn-cs"/>
              </a:defRPr>
            </a:lvl5pPr>
            <a:lvl6pPr marL="2054225" indent="-223838" algn="l" rtl="0" eaLnBrk="0" fontAlgn="base" hangingPunct="0">
              <a:spcBef>
                <a:spcPct val="10000"/>
              </a:spcBef>
              <a:spcAft>
                <a:spcPct val="0"/>
              </a:spcAft>
              <a:buChar char="•"/>
              <a:defRPr sz="2000">
                <a:solidFill>
                  <a:schemeClr val="tx1"/>
                </a:solidFill>
                <a:latin typeface="+mj-lt"/>
                <a:ea typeface="Arial" charset="0"/>
                <a:cs typeface="+mn-cs"/>
              </a:defRPr>
            </a:lvl6pPr>
            <a:lvl7pPr marL="2511425" indent="-223838" algn="l" rtl="0" eaLnBrk="0" fontAlgn="base" hangingPunct="0">
              <a:spcBef>
                <a:spcPct val="10000"/>
              </a:spcBef>
              <a:spcAft>
                <a:spcPct val="0"/>
              </a:spcAft>
              <a:buChar char="•"/>
              <a:defRPr sz="2000">
                <a:solidFill>
                  <a:schemeClr val="tx1"/>
                </a:solidFill>
                <a:latin typeface="+mj-lt"/>
                <a:ea typeface="Arial" charset="0"/>
                <a:cs typeface="+mn-cs"/>
              </a:defRPr>
            </a:lvl7pPr>
            <a:lvl8pPr marL="2968625" indent="-223838" algn="l" rtl="0" eaLnBrk="0" fontAlgn="base" hangingPunct="0">
              <a:spcBef>
                <a:spcPct val="10000"/>
              </a:spcBef>
              <a:spcAft>
                <a:spcPct val="0"/>
              </a:spcAft>
              <a:buChar char="•"/>
              <a:defRPr sz="2000">
                <a:solidFill>
                  <a:schemeClr val="tx1"/>
                </a:solidFill>
                <a:latin typeface="+mj-lt"/>
                <a:ea typeface="Arial" charset="0"/>
                <a:cs typeface="+mn-cs"/>
              </a:defRPr>
            </a:lvl8pPr>
            <a:lvl9pPr marL="3425825" indent="-223838" algn="l" rtl="0" eaLnBrk="0" fontAlgn="base" hangingPunct="0">
              <a:spcBef>
                <a:spcPct val="10000"/>
              </a:spcBef>
              <a:spcAft>
                <a:spcPct val="0"/>
              </a:spcAft>
              <a:buChar char="•"/>
              <a:defRPr sz="2000">
                <a:solidFill>
                  <a:schemeClr val="tx1"/>
                </a:solidFill>
                <a:latin typeface="+mj-lt"/>
                <a:ea typeface="Arial" charset="0"/>
                <a:cs typeface="+mn-cs"/>
              </a:defRPr>
            </a:lvl9pPr>
          </a:lstStyle>
          <a:p>
            <a:pPr marL="315278" marR="0" lvl="0" indent="-315278" algn="l" defTabSz="914400" rtl="0" eaLnBrk="0" fontAlgn="base" latinLnBrk="0" hangingPunct="0">
              <a:lnSpc>
                <a:spcPct val="100000"/>
              </a:lnSpc>
              <a:spcBef>
                <a:spcPct val="50000"/>
              </a:spcBef>
              <a:spcAft>
                <a:spcPct val="0"/>
              </a:spcAft>
              <a:buClrTx/>
              <a:buSzPct val="60000"/>
              <a:buFont typeface="Wingdings" charset="2"/>
              <a:buChar char="q"/>
              <a:tabLst/>
              <a:defRPr/>
            </a:pPr>
            <a:r>
              <a:rPr kumimoji="0" lang="en-US" sz="2800" b="0" i="0" u="none" strike="noStrike" kern="0" cap="none" spc="0" normalizeH="0" baseline="0" noProof="0" dirty="0">
                <a:ln>
                  <a:noFill/>
                </a:ln>
                <a:solidFill>
                  <a:srgbClr val="00005C">
                    <a:lumMod val="90000"/>
                    <a:lumOff val="10000"/>
                  </a:srgbClr>
                </a:solidFill>
                <a:effectLst/>
                <a:uLnTx/>
                <a:uFillTx/>
                <a:latin typeface="Calibri" charset="0"/>
                <a:ea typeface="Calibri" charset="0"/>
                <a:cs typeface="Calibri" charset="0"/>
              </a:rPr>
              <a:t>Parent blocks until child terminates</a:t>
            </a:r>
          </a:p>
          <a:p>
            <a:pPr lvl="1">
              <a:spcBef>
                <a:spcPts val="300"/>
              </a:spcBef>
              <a:buSzPct val="100000"/>
              <a:buFont typeface=".AppleSystemUIFont" charset="-120"/>
              <a:buChar char="-"/>
              <a:defRPr/>
            </a:pPr>
            <a:r>
              <a:rPr lang="en-US" sz="2200" b="0" kern="0" dirty="0">
                <a:solidFill>
                  <a:srgbClr val="000000"/>
                </a:solidFill>
                <a:latin typeface="Calibri" charset="0"/>
                <a:ea typeface="Calibri" charset="0"/>
                <a:cs typeface="Calibri" charset="0"/>
              </a:rPr>
              <a:t>If the parent has multiple children, one </a:t>
            </a:r>
            <a:r>
              <a:rPr lang="en-US" sz="2200" kern="0" dirty="0">
                <a:solidFill>
                  <a:srgbClr val="E60000"/>
                </a:solidFill>
                <a:latin typeface="Calibri" charset="0"/>
                <a:ea typeface="Calibri" charset="0"/>
                <a:cs typeface="Calibri" charset="0"/>
              </a:rPr>
              <a:t>wait</a:t>
            </a:r>
            <a:r>
              <a:rPr lang="en-US" sz="2200" b="0" kern="0" dirty="0">
                <a:solidFill>
                  <a:srgbClr val="E60000"/>
                </a:solidFill>
                <a:latin typeface="Calibri" charset="0"/>
                <a:ea typeface="Calibri" charset="0"/>
                <a:cs typeface="Calibri" charset="0"/>
              </a:rPr>
              <a:t> </a:t>
            </a:r>
            <a:r>
              <a:rPr lang="en-US" sz="2200" b="0" kern="0" dirty="0">
                <a:solidFill>
                  <a:srgbClr val="000000"/>
                </a:solidFill>
                <a:latin typeface="Calibri" charset="0"/>
                <a:ea typeface="Calibri" charset="0"/>
                <a:cs typeface="Calibri" charset="0"/>
              </a:rPr>
              <a:t>call causes parent to wait for only one arbitrary child</a:t>
            </a:r>
          </a:p>
          <a:p>
            <a:pPr lvl="1">
              <a:spcBef>
                <a:spcPts val="300"/>
              </a:spcBef>
              <a:buSzPct val="100000"/>
              <a:buFont typeface=".AppleSystemUIFont" charset="-120"/>
              <a:buChar char="-"/>
              <a:defRPr/>
            </a:pPr>
            <a:r>
              <a:rPr lang="en-US" sz="2200" b="0" kern="0" dirty="0">
                <a:solidFill>
                  <a:srgbClr val="000000"/>
                </a:solidFill>
                <a:latin typeface="Calibri" charset="0"/>
                <a:ea typeface="Calibri" charset="0"/>
                <a:cs typeface="Calibri" charset="0"/>
              </a:rPr>
              <a:t>If the parent must wait for all children, it needs to invoke </a:t>
            </a:r>
            <a:r>
              <a:rPr lang="en-US" sz="2200" i="1" kern="0" dirty="0">
                <a:solidFill>
                  <a:schemeClr val="bg1">
                    <a:lumMod val="50000"/>
                  </a:schemeClr>
                </a:solidFill>
                <a:latin typeface="Calibri" charset="0"/>
                <a:ea typeface="Calibri" charset="0"/>
                <a:cs typeface="Calibri" charset="0"/>
              </a:rPr>
              <a:t>multiple</a:t>
            </a:r>
            <a:r>
              <a:rPr lang="en-US" sz="2200" b="0" kern="0" dirty="0">
                <a:solidFill>
                  <a:schemeClr val="bg1">
                    <a:lumMod val="50000"/>
                  </a:schemeClr>
                </a:solidFill>
                <a:latin typeface="Calibri" charset="0"/>
                <a:ea typeface="Calibri" charset="0"/>
                <a:cs typeface="Calibri" charset="0"/>
              </a:rPr>
              <a:t> </a:t>
            </a:r>
            <a:r>
              <a:rPr lang="en-US" sz="2200" kern="0" dirty="0">
                <a:solidFill>
                  <a:srgbClr val="E60000"/>
                </a:solidFill>
                <a:latin typeface="Calibri" charset="0"/>
                <a:ea typeface="Calibri" charset="0"/>
                <a:cs typeface="Calibri" charset="0"/>
              </a:rPr>
              <a:t>wait</a:t>
            </a:r>
            <a:r>
              <a:rPr lang="en-US" sz="2200" b="0" kern="0" dirty="0">
                <a:solidFill>
                  <a:srgbClr val="000000"/>
                </a:solidFill>
                <a:latin typeface="Calibri" charset="0"/>
                <a:ea typeface="Calibri" charset="0"/>
                <a:cs typeface="Calibri" charset="0"/>
              </a:rPr>
              <a:t> calls (one per child)</a:t>
            </a:r>
            <a:endParaRPr kumimoji="0" lang="en-US" sz="2200" b="0" i="0" u="none" strike="noStrike" kern="0" cap="none" spc="0" normalizeH="0" baseline="0" noProof="0" dirty="0">
              <a:ln>
                <a:noFill/>
              </a:ln>
              <a:solidFill>
                <a:srgbClr val="000000"/>
              </a:solidFill>
              <a:effectLst/>
              <a:uLnTx/>
              <a:uFillTx/>
              <a:latin typeface="Calibri" charset="0"/>
              <a:ea typeface="Calibri" charset="0"/>
              <a:cs typeface="Calibri" charset="0"/>
            </a:endParaRPr>
          </a:p>
        </p:txBody>
      </p:sp>
    </p:spTree>
    <p:extLst>
      <p:ext uri="{BB962C8B-B14F-4D97-AF65-F5344CB8AC3E}">
        <p14:creationId xmlns:p14="http://schemas.microsoft.com/office/powerpoint/2010/main" val="241530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50" name="Rectangle 34"/>
          <p:cNvSpPr>
            <a:spLocks noChangeArrowheads="1"/>
          </p:cNvSpPr>
          <p:nvPr/>
        </p:nvSpPr>
        <p:spPr bwMode="auto">
          <a:xfrm>
            <a:off x="304800" y="3200400"/>
            <a:ext cx="3048000" cy="3276600"/>
          </a:xfrm>
          <a:prstGeom prst="rect">
            <a:avLst/>
          </a:prstGeom>
          <a:solidFill>
            <a:srgbClr val="F8F8F8"/>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eaLnBrk="0" hangingPunct="0">
              <a:defRPr/>
            </a:pPr>
            <a:r>
              <a:rPr lang="en-GB" sz="1600" dirty="0">
                <a:solidFill>
                  <a:srgbClr val="000000"/>
                </a:solidFill>
                <a:latin typeface="Arial" charset="0"/>
                <a:cs typeface="ＭＳ Ｐゴシック" charset="0"/>
              </a:rPr>
              <a:t>ret = fork();</a:t>
            </a:r>
          </a:p>
          <a:p>
            <a:pPr algn="l" eaLnBrk="0" hangingPunct="0">
              <a:defRPr/>
            </a:pPr>
            <a:r>
              <a:rPr lang="en-GB" sz="1600" dirty="0">
                <a:solidFill>
                  <a:srgbClr val="000000"/>
                </a:solidFill>
                <a:latin typeface="Arial" charset="0"/>
                <a:cs typeface="ＭＳ Ｐゴシック" charset="0"/>
              </a:rPr>
              <a:t>switch(ret)</a:t>
            </a:r>
          </a:p>
          <a:p>
            <a:pPr algn="l" eaLnBrk="0" hangingPunct="0">
              <a:defRPr/>
            </a:pPr>
            <a:r>
              <a:rPr lang="en-GB" sz="1600" dirty="0">
                <a:solidFill>
                  <a:srgbClr val="000000"/>
                </a:solidFill>
                <a:latin typeface="Arial" charset="0"/>
                <a:cs typeface="ＭＳ Ｐゴシック" charset="0"/>
              </a:rPr>
              <a:t>{</a:t>
            </a:r>
          </a:p>
          <a:p>
            <a:pPr algn="l" eaLnBrk="0" hangingPunct="0">
              <a:defRPr/>
            </a:pPr>
            <a:r>
              <a:rPr lang="en-GB" sz="1600" dirty="0">
                <a:solidFill>
                  <a:srgbClr val="000000"/>
                </a:solidFill>
                <a:latin typeface="Arial" charset="0"/>
                <a:cs typeface="ＭＳ Ｐゴシック" charset="0"/>
              </a:rPr>
              <a:t>    case -1: </a:t>
            </a:r>
          </a:p>
          <a:p>
            <a:pPr lvl="1" algn="l" eaLnBrk="0" hangingPunct="0">
              <a:defRPr/>
            </a:pPr>
            <a:r>
              <a:rPr lang="en-GB" sz="1600" dirty="0">
                <a:solidFill>
                  <a:srgbClr val="000000"/>
                </a:solidFill>
                <a:latin typeface="Arial" charset="0"/>
                <a:cs typeface="ＭＳ Ｐゴシック" charset="0"/>
              </a:rPr>
              <a:t>    	</a:t>
            </a:r>
            <a:r>
              <a:rPr lang="en-GB" sz="1600" dirty="0" err="1">
                <a:solidFill>
                  <a:srgbClr val="000000"/>
                </a:solidFill>
                <a:latin typeface="Arial" charset="0"/>
                <a:cs typeface="ＭＳ Ｐゴシック" charset="0"/>
              </a:rPr>
              <a:t>printf</a:t>
            </a:r>
            <a:r>
              <a:rPr lang="en-GB" sz="1600" dirty="0">
                <a:solidFill>
                  <a:srgbClr val="000000"/>
                </a:solidFill>
                <a:latin typeface="Arial" charset="0"/>
                <a:cs typeface="ＭＳ Ｐゴシック" charset="0"/>
              </a:rPr>
              <a:t>(“fork error”);</a:t>
            </a:r>
          </a:p>
          <a:p>
            <a:pPr lvl="1" algn="l" eaLnBrk="0" hangingPunct="0">
              <a:defRPr/>
            </a:pPr>
            <a:r>
              <a:rPr lang="en-GB" sz="1600" dirty="0">
                <a:solidFill>
                  <a:srgbClr val="000000"/>
                </a:solidFill>
                <a:latin typeface="Arial" charset="0"/>
                <a:cs typeface="ＭＳ Ｐゴシック" charset="0"/>
              </a:rPr>
              <a:t>	exit(1);</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case 0:  // I am the child</a:t>
            </a:r>
          </a:p>
          <a:p>
            <a:pPr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child </a:t>
            </a:r>
            <a:r>
              <a:rPr lang="en-GB" sz="1600" dirty="0">
                <a:solidFill>
                  <a:srgbClr val="000000"/>
                </a:solidFill>
                <a:latin typeface="Arial" charset="0"/>
                <a:cs typeface="ＭＳ Ｐゴシック" charset="0"/>
              </a:rPr>
              <a:t>&gt;</a:t>
            </a:r>
          </a:p>
          <a:p>
            <a:pPr algn="l" eaLnBrk="0" hangingPunct="0">
              <a:defRPr/>
            </a:pPr>
            <a:r>
              <a:rPr lang="en-GB" sz="1600" dirty="0">
                <a:solidFill>
                  <a:srgbClr val="000000"/>
                </a:solidFill>
                <a:latin typeface="Arial" charset="0"/>
                <a:cs typeface="ＭＳ Ｐゴシック" charset="0"/>
              </a:rPr>
              <a:t>	exit(0);</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default:  // I am parent ...</a:t>
            </a:r>
          </a:p>
          <a:p>
            <a:pPr lvl="1"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parent </a:t>
            </a:r>
            <a:r>
              <a:rPr lang="en-GB" sz="1600" dirty="0">
                <a:solidFill>
                  <a:srgbClr val="000000"/>
                </a:solidFill>
                <a:latin typeface="Arial" charset="0"/>
                <a:cs typeface="ＭＳ Ｐゴシック" charset="0"/>
              </a:rPr>
              <a:t>&gt;</a:t>
            </a:r>
          </a:p>
          <a:p>
            <a:pPr lvl="1" algn="l" eaLnBrk="0" hangingPunct="0">
              <a:defRPr/>
            </a:pPr>
            <a:r>
              <a:rPr lang="en-GB" sz="1600" dirty="0">
                <a:solidFill>
                  <a:srgbClr val="000000"/>
                </a:solidFill>
                <a:latin typeface="Arial" charset="0"/>
                <a:cs typeface="ＭＳ Ｐゴシック" charset="0"/>
              </a:rPr>
              <a:t> 	wait(0);</a:t>
            </a:r>
          </a:p>
          <a:p>
            <a:pPr algn="l" eaLnBrk="0" hangingPunct="0">
              <a:defRPr/>
            </a:pPr>
            <a:r>
              <a:rPr lang="en-GB" sz="1600" dirty="0">
                <a:solidFill>
                  <a:srgbClr val="000000"/>
                </a:solidFill>
                <a:latin typeface="Arial" charset="0"/>
                <a:cs typeface="ＭＳ Ｐゴシック" charset="0"/>
              </a:rPr>
              <a:t>}</a:t>
            </a:r>
          </a:p>
        </p:txBody>
      </p:sp>
      <p:sp>
        <p:nvSpPr>
          <p:cNvPr id="905259" name="Freeform 43"/>
          <p:cNvSpPr>
            <a:spLocks/>
          </p:cNvSpPr>
          <p:nvPr/>
        </p:nvSpPr>
        <p:spPr bwMode="auto">
          <a:xfrm rot="-2574590">
            <a:off x="3241675" y="5278438"/>
            <a:ext cx="1644650" cy="731837"/>
          </a:xfrm>
          <a:custGeom>
            <a:avLst/>
            <a:gdLst>
              <a:gd name="T0" fmla="*/ 768 w 768"/>
              <a:gd name="T1" fmla="*/ 224 h 224"/>
              <a:gd name="T2" fmla="*/ 624 w 768"/>
              <a:gd name="T3" fmla="*/ 32 h 224"/>
              <a:gd name="T4" fmla="*/ 0 w 768"/>
              <a:gd name="T5" fmla="*/ 32 h 224"/>
            </a:gdLst>
            <a:ahLst/>
            <a:cxnLst>
              <a:cxn ang="0">
                <a:pos x="T0" y="T1"/>
              </a:cxn>
              <a:cxn ang="0">
                <a:pos x="T2" y="T3"/>
              </a:cxn>
              <a:cxn ang="0">
                <a:pos x="T4" y="T5"/>
              </a:cxn>
            </a:cxnLst>
            <a:rect l="0" t="0" r="r" b="b"/>
            <a:pathLst>
              <a:path w="768" h="224">
                <a:moveTo>
                  <a:pt x="768" y="224"/>
                </a:moveTo>
                <a:cubicBezTo>
                  <a:pt x="760" y="144"/>
                  <a:pt x="752" y="64"/>
                  <a:pt x="624" y="32"/>
                </a:cubicBezTo>
                <a:cubicBezTo>
                  <a:pt x="496" y="0"/>
                  <a:pt x="104" y="32"/>
                  <a:pt x="0" y="32"/>
                </a:cubicBezTo>
              </a:path>
            </a:pathLst>
          </a:custGeom>
          <a:noFill/>
          <a:ln w="5080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5218" name="Rectangle 2"/>
          <p:cNvSpPr>
            <a:spLocks noGrp="1" noChangeArrowheads="1"/>
          </p:cNvSpPr>
          <p:nvPr>
            <p:ph type="body" idx="1"/>
          </p:nvPr>
        </p:nvSpPr>
        <p:spPr/>
        <p:txBody>
          <a:bodyPr/>
          <a:lstStyle/>
          <a:p>
            <a:pPr eaLnBrk="1" hangingPunct="1">
              <a:defRPr/>
            </a:pPr>
            <a:endParaRPr lang="en-US" dirty="0"/>
          </a:p>
          <a:p>
            <a:pPr eaLnBrk="1" hangingPunct="1">
              <a:defRPr/>
            </a:pPr>
            <a:endParaRPr lang="en-US" dirty="0"/>
          </a:p>
        </p:txBody>
      </p:sp>
      <p:sp>
        <p:nvSpPr>
          <p:cNvPr id="905219" name="Rectangle 3"/>
          <p:cNvSpPr>
            <a:spLocks noGrp="1" noChangeArrowheads="1"/>
          </p:cNvSpPr>
          <p:nvPr>
            <p:ph type="title"/>
          </p:nvPr>
        </p:nvSpPr>
        <p:spPr/>
        <p:txBody>
          <a:bodyPr/>
          <a:lstStyle/>
          <a:p>
            <a:pPr algn="ctr" eaLnBrk="1" hangingPunct="1">
              <a:defRPr/>
            </a:pPr>
            <a:r>
              <a:rPr lang="en-US" b="1" dirty="0"/>
              <a:t>How </a:t>
            </a:r>
            <a:r>
              <a:rPr lang="en-US" b="1" dirty="0">
                <a:solidFill>
                  <a:srgbClr val="CC3300"/>
                </a:solidFill>
              </a:rPr>
              <a:t>exit</a:t>
            </a:r>
            <a:r>
              <a:rPr lang="en-US" b="1" dirty="0"/>
              <a:t> Works </a:t>
            </a:r>
          </a:p>
        </p:txBody>
      </p:sp>
      <p:sp>
        <p:nvSpPr>
          <p:cNvPr id="905251" name="Rectangle 35"/>
          <p:cNvSpPr>
            <a:spLocks noChangeArrowheads="1"/>
          </p:cNvSpPr>
          <p:nvPr/>
        </p:nvSpPr>
        <p:spPr bwMode="auto">
          <a:xfrm>
            <a:off x="5867400" y="3124200"/>
            <a:ext cx="3048000" cy="3276600"/>
          </a:xfrm>
          <a:prstGeom prst="rect">
            <a:avLst/>
          </a:prstGeom>
          <a:solidFill>
            <a:srgbClr val="F8F8F8"/>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eaLnBrk="0" hangingPunct="0">
              <a:defRPr/>
            </a:pPr>
            <a:r>
              <a:rPr lang="en-GB" sz="1600" dirty="0">
                <a:solidFill>
                  <a:srgbClr val="000000"/>
                </a:solidFill>
                <a:latin typeface="Arial" charset="0"/>
                <a:cs typeface="ＭＳ Ｐゴシック" charset="0"/>
              </a:rPr>
              <a:t>ret = fork();</a:t>
            </a:r>
          </a:p>
          <a:p>
            <a:pPr algn="l" eaLnBrk="0" hangingPunct="0">
              <a:defRPr/>
            </a:pPr>
            <a:r>
              <a:rPr lang="en-GB" sz="1600" dirty="0">
                <a:solidFill>
                  <a:srgbClr val="000000"/>
                </a:solidFill>
                <a:latin typeface="Arial" charset="0"/>
                <a:cs typeface="ＭＳ Ｐゴシック" charset="0"/>
              </a:rPr>
              <a:t>switch(ret)</a:t>
            </a:r>
          </a:p>
          <a:p>
            <a:pPr algn="l" eaLnBrk="0" hangingPunct="0">
              <a:defRPr/>
            </a:pPr>
            <a:r>
              <a:rPr lang="en-GB" sz="1600" dirty="0">
                <a:solidFill>
                  <a:srgbClr val="000000"/>
                </a:solidFill>
                <a:latin typeface="Arial" charset="0"/>
                <a:cs typeface="ＭＳ Ｐゴシック" charset="0"/>
              </a:rPr>
              <a:t>{</a:t>
            </a:r>
          </a:p>
          <a:p>
            <a:pPr algn="l" eaLnBrk="0" hangingPunct="0">
              <a:defRPr/>
            </a:pPr>
            <a:r>
              <a:rPr lang="en-GB" sz="1600" dirty="0">
                <a:solidFill>
                  <a:srgbClr val="000000"/>
                </a:solidFill>
                <a:latin typeface="Arial" charset="0"/>
                <a:cs typeface="ＭＳ Ｐゴシック" charset="0"/>
              </a:rPr>
              <a:t>    case -1: </a:t>
            </a:r>
          </a:p>
          <a:p>
            <a:pPr lvl="1" algn="l" eaLnBrk="0" hangingPunct="0">
              <a:defRPr/>
            </a:pPr>
            <a:r>
              <a:rPr lang="en-GB" sz="1600" dirty="0">
                <a:solidFill>
                  <a:srgbClr val="000000"/>
                </a:solidFill>
                <a:latin typeface="Arial" charset="0"/>
                <a:cs typeface="ＭＳ Ｐゴシック" charset="0"/>
              </a:rPr>
              <a:t>    	</a:t>
            </a:r>
            <a:r>
              <a:rPr lang="en-GB" sz="1600" dirty="0" err="1">
                <a:solidFill>
                  <a:srgbClr val="000000"/>
                </a:solidFill>
                <a:latin typeface="Arial" charset="0"/>
                <a:cs typeface="ＭＳ Ｐゴシック" charset="0"/>
              </a:rPr>
              <a:t>printf</a:t>
            </a:r>
            <a:r>
              <a:rPr lang="en-GB" sz="1600" dirty="0">
                <a:solidFill>
                  <a:srgbClr val="000000"/>
                </a:solidFill>
                <a:latin typeface="Arial" charset="0"/>
                <a:cs typeface="ＭＳ Ｐゴシック" charset="0"/>
              </a:rPr>
              <a:t>(“fork error”);</a:t>
            </a:r>
          </a:p>
          <a:p>
            <a:pPr lvl="1" algn="l" eaLnBrk="0" hangingPunct="0">
              <a:defRPr/>
            </a:pPr>
            <a:r>
              <a:rPr lang="en-GB" sz="1600" dirty="0">
                <a:solidFill>
                  <a:srgbClr val="000000"/>
                </a:solidFill>
                <a:latin typeface="Arial" charset="0"/>
                <a:cs typeface="ＭＳ Ｐゴシック" charset="0"/>
              </a:rPr>
              <a:t>	exit(1);</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case 0:  // I am the child</a:t>
            </a:r>
          </a:p>
          <a:p>
            <a:pPr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child </a:t>
            </a:r>
            <a:r>
              <a:rPr lang="en-GB" sz="1600" dirty="0">
                <a:solidFill>
                  <a:srgbClr val="000000"/>
                </a:solidFill>
                <a:latin typeface="Arial" charset="0"/>
                <a:cs typeface="ＭＳ Ｐゴシック" charset="0"/>
              </a:rPr>
              <a:t>&gt;</a:t>
            </a:r>
          </a:p>
          <a:p>
            <a:pPr algn="l" eaLnBrk="0" hangingPunct="0">
              <a:defRPr/>
            </a:pPr>
            <a:r>
              <a:rPr lang="en-GB" sz="1600" dirty="0">
                <a:solidFill>
                  <a:srgbClr val="000000"/>
                </a:solidFill>
                <a:latin typeface="Arial" charset="0"/>
                <a:cs typeface="ＭＳ Ｐゴシック" charset="0"/>
              </a:rPr>
              <a:t>	</a:t>
            </a:r>
            <a:r>
              <a:rPr lang="en-GB" sz="1600" dirty="0">
                <a:solidFill>
                  <a:srgbClr val="E60000"/>
                </a:solidFill>
                <a:latin typeface="Arial" charset="0"/>
                <a:cs typeface="ＭＳ Ｐゴシック" charset="0"/>
              </a:rPr>
              <a:t>exit(0);</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default:  // I am parent ...</a:t>
            </a:r>
          </a:p>
          <a:p>
            <a:pPr lvl="1"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parent </a:t>
            </a:r>
            <a:r>
              <a:rPr lang="en-GB" sz="1600" dirty="0">
                <a:solidFill>
                  <a:srgbClr val="000000"/>
                </a:solidFill>
                <a:latin typeface="Arial" charset="0"/>
                <a:cs typeface="ＭＳ Ｐゴシック" charset="0"/>
              </a:rPr>
              <a:t>&gt;</a:t>
            </a:r>
          </a:p>
          <a:p>
            <a:pPr lvl="1" algn="l" eaLnBrk="0" hangingPunct="0">
              <a:defRPr/>
            </a:pPr>
            <a:r>
              <a:rPr lang="en-GB" sz="1600" dirty="0">
                <a:solidFill>
                  <a:srgbClr val="000000"/>
                </a:solidFill>
                <a:latin typeface="Arial" charset="0"/>
                <a:cs typeface="ＭＳ Ｐゴシック" charset="0"/>
              </a:rPr>
              <a:t> 	wait(0);</a:t>
            </a:r>
          </a:p>
          <a:p>
            <a:pPr algn="l" eaLnBrk="0" hangingPunct="0">
              <a:defRPr/>
            </a:pPr>
            <a:r>
              <a:rPr lang="en-GB" sz="1600" dirty="0">
                <a:solidFill>
                  <a:srgbClr val="000000"/>
                </a:solidFill>
                <a:latin typeface="Arial" charset="0"/>
                <a:cs typeface="ＭＳ Ｐゴシック" charset="0"/>
              </a:rPr>
              <a:t>}</a:t>
            </a:r>
          </a:p>
        </p:txBody>
      </p:sp>
      <p:sp>
        <p:nvSpPr>
          <p:cNvPr id="905252" name="AutoShape 36"/>
          <p:cNvSpPr>
            <a:spLocks noChangeArrowheads="1"/>
          </p:cNvSpPr>
          <p:nvPr/>
        </p:nvSpPr>
        <p:spPr bwMode="auto">
          <a:xfrm>
            <a:off x="4038600" y="5334000"/>
            <a:ext cx="1676400" cy="9144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5253" name="Text Box 37"/>
          <p:cNvSpPr txBox="1">
            <a:spLocks noChangeArrowheads="1"/>
          </p:cNvSpPr>
          <p:nvPr/>
        </p:nvSpPr>
        <p:spPr bwMode="auto">
          <a:xfrm>
            <a:off x="4495800" y="5635625"/>
            <a:ext cx="711200" cy="346075"/>
          </a:xfrm>
          <a:prstGeom prst="rect">
            <a:avLst/>
          </a:prstGeom>
          <a:solidFill>
            <a:schemeClr val="tx1"/>
          </a:solidFill>
          <a:ln w="9525">
            <a:solidFill>
              <a:srgbClr val="333333"/>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UNIX</a:t>
            </a:r>
          </a:p>
        </p:txBody>
      </p:sp>
      <p:sp>
        <p:nvSpPr>
          <p:cNvPr id="905254" name="Line 38"/>
          <p:cNvSpPr>
            <a:spLocks noChangeShapeType="1"/>
          </p:cNvSpPr>
          <p:nvPr/>
        </p:nvSpPr>
        <p:spPr bwMode="auto">
          <a:xfrm>
            <a:off x="457200" y="6096000"/>
            <a:ext cx="685800" cy="0"/>
          </a:xfrm>
          <a:prstGeom prst="line">
            <a:avLst/>
          </a:prstGeom>
          <a:noFill/>
          <a:ln w="50800" cmpd="dbl">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5255" name="Text Box 39"/>
          <p:cNvSpPr txBox="1">
            <a:spLocks noChangeArrowheads="1"/>
          </p:cNvSpPr>
          <p:nvPr/>
        </p:nvSpPr>
        <p:spPr bwMode="auto">
          <a:xfrm>
            <a:off x="2286000" y="3197225"/>
            <a:ext cx="76993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400">
                <a:solidFill>
                  <a:srgbClr val="FF0000"/>
                </a:solidFill>
                <a:latin typeface="Times New Roman" charset="0"/>
                <a:cs typeface="ＭＳ Ｐゴシック" charset="0"/>
              </a:rPr>
              <a:t>ret = 26</a:t>
            </a:r>
          </a:p>
        </p:txBody>
      </p:sp>
      <p:sp>
        <p:nvSpPr>
          <p:cNvPr id="905256" name="Text Box 40"/>
          <p:cNvSpPr txBox="1">
            <a:spLocks noChangeArrowheads="1"/>
          </p:cNvSpPr>
          <p:nvPr/>
        </p:nvSpPr>
        <p:spPr bwMode="auto">
          <a:xfrm>
            <a:off x="8108950" y="3121025"/>
            <a:ext cx="68103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defRPr/>
            </a:pPr>
            <a:r>
              <a:rPr lang="en-US" sz="1400">
                <a:solidFill>
                  <a:srgbClr val="FF0000"/>
                </a:solidFill>
                <a:latin typeface="Times New Roman" charset="0"/>
                <a:cs typeface="ＭＳ Ｐゴシック" charset="0"/>
              </a:rPr>
              <a:t>ret = 0</a:t>
            </a:r>
          </a:p>
        </p:txBody>
      </p:sp>
      <p:sp>
        <p:nvSpPr>
          <p:cNvPr id="905257" name="Line 41"/>
          <p:cNvSpPr>
            <a:spLocks noChangeShapeType="1"/>
          </p:cNvSpPr>
          <p:nvPr/>
        </p:nvSpPr>
        <p:spPr bwMode="auto">
          <a:xfrm>
            <a:off x="5943600" y="5257800"/>
            <a:ext cx="457200" cy="0"/>
          </a:xfrm>
          <a:prstGeom prst="line">
            <a:avLst/>
          </a:prstGeom>
          <a:noFill/>
          <a:ln w="50800" cmpd="dbl">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5258" name="Freeform 42"/>
          <p:cNvSpPr>
            <a:spLocks/>
          </p:cNvSpPr>
          <p:nvPr/>
        </p:nvSpPr>
        <p:spPr bwMode="auto">
          <a:xfrm rot="1939177">
            <a:off x="5229225" y="4810125"/>
            <a:ext cx="1308100" cy="949325"/>
          </a:xfrm>
          <a:custGeom>
            <a:avLst/>
            <a:gdLst>
              <a:gd name="T0" fmla="*/ 288 w 288"/>
              <a:gd name="T1" fmla="*/ 32 h 800"/>
              <a:gd name="T2" fmla="*/ 96 w 288"/>
              <a:gd name="T3" fmla="*/ 128 h 800"/>
              <a:gd name="T4" fmla="*/ 0 w 288"/>
              <a:gd name="T5" fmla="*/ 800 h 800"/>
            </a:gdLst>
            <a:ahLst/>
            <a:cxnLst>
              <a:cxn ang="0">
                <a:pos x="T0" y="T1"/>
              </a:cxn>
              <a:cxn ang="0">
                <a:pos x="T2" y="T3"/>
              </a:cxn>
              <a:cxn ang="0">
                <a:pos x="T4" y="T5"/>
              </a:cxn>
            </a:cxnLst>
            <a:rect l="0" t="0" r="r" b="b"/>
            <a:pathLst>
              <a:path w="288" h="800">
                <a:moveTo>
                  <a:pt x="288" y="32"/>
                </a:moveTo>
                <a:cubicBezTo>
                  <a:pt x="216" y="16"/>
                  <a:pt x="144" y="0"/>
                  <a:pt x="96" y="128"/>
                </a:cubicBezTo>
                <a:cubicBezTo>
                  <a:pt x="48" y="256"/>
                  <a:pt x="24" y="528"/>
                  <a:pt x="0" y="800"/>
                </a:cubicBezTo>
              </a:path>
            </a:pathLst>
          </a:custGeom>
          <a:noFill/>
          <a:ln w="5080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43" name="Rectangle 3"/>
          <p:cNvSpPr txBox="1">
            <a:spLocks noChangeArrowheads="1"/>
          </p:cNvSpPr>
          <p:nvPr/>
        </p:nvSpPr>
        <p:spPr bwMode="auto">
          <a:xfrm>
            <a:off x="188913" y="855865"/>
            <a:ext cx="8345487" cy="1979369"/>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marL="315278" indent="-315278" algn="l" rtl="0" eaLnBrk="0" fontAlgn="base" hangingPunct="0">
              <a:spcBef>
                <a:spcPct val="50000"/>
              </a:spcBef>
              <a:spcAft>
                <a:spcPct val="0"/>
              </a:spcAft>
              <a:buSzPct val="60000"/>
              <a:buFont typeface="Wingdings" charset="2"/>
              <a:buChar char="q"/>
              <a:defRPr sz="2800">
                <a:solidFill>
                  <a:schemeClr val="accent6">
                    <a:lumMod val="90000"/>
                    <a:lumOff val="10000"/>
                  </a:schemeClr>
                </a:solidFill>
                <a:latin typeface="Calibri" charset="0"/>
                <a:ea typeface="Calibri" charset="0"/>
                <a:cs typeface="Calibri" charset="0"/>
              </a:defRPr>
            </a:lvl1pPr>
            <a:lvl2pPr marL="655003" indent="-315278" algn="l" rtl="0" eaLnBrk="0" fontAlgn="base" hangingPunct="0">
              <a:spcBef>
                <a:spcPct val="10000"/>
              </a:spcBef>
              <a:spcAft>
                <a:spcPct val="0"/>
              </a:spcAft>
              <a:buFont typeface="Helvetica" charset="0"/>
              <a:buChar char="–"/>
              <a:defRPr sz="2400">
                <a:solidFill>
                  <a:schemeClr val="tx1"/>
                </a:solidFill>
                <a:latin typeface="+mn-lt"/>
                <a:ea typeface="Arial" charset="0"/>
                <a:cs typeface="+mn-cs"/>
              </a:defRPr>
            </a:lvl2pPr>
            <a:lvl3pPr marL="911225" indent="-233363" algn="l" rtl="0" eaLnBrk="0" fontAlgn="base" hangingPunct="0">
              <a:spcBef>
                <a:spcPct val="10000"/>
              </a:spcBef>
              <a:spcAft>
                <a:spcPct val="0"/>
              </a:spcAft>
              <a:buFont typeface="Wingdings" charset="0"/>
              <a:buChar char=""/>
              <a:defRPr sz="2000">
                <a:solidFill>
                  <a:schemeClr val="tx1"/>
                </a:solidFill>
                <a:latin typeface="+mn-lt"/>
                <a:ea typeface="Arial" charset="0"/>
                <a:cs typeface="+mn-cs"/>
              </a:defRPr>
            </a:lvl3pPr>
            <a:lvl4pPr marL="1258888" indent="-233363" algn="l" rtl="0" eaLnBrk="0" fontAlgn="base" hangingPunct="0">
              <a:spcBef>
                <a:spcPct val="10000"/>
              </a:spcBef>
              <a:spcAft>
                <a:spcPct val="0"/>
              </a:spcAft>
              <a:buChar char="•"/>
              <a:defRPr sz="2000">
                <a:solidFill>
                  <a:schemeClr val="accent2"/>
                </a:solidFill>
                <a:latin typeface="+mj-lt"/>
                <a:ea typeface="Arial" charset="0"/>
                <a:cs typeface="+mn-cs"/>
              </a:defRPr>
            </a:lvl4pPr>
            <a:lvl5pPr marL="1597025" indent="-223838" algn="l" rtl="0" eaLnBrk="0" fontAlgn="base" hangingPunct="0">
              <a:spcBef>
                <a:spcPct val="10000"/>
              </a:spcBef>
              <a:spcAft>
                <a:spcPct val="0"/>
              </a:spcAft>
              <a:buChar char="•"/>
              <a:defRPr sz="2000">
                <a:solidFill>
                  <a:schemeClr val="tx1"/>
                </a:solidFill>
                <a:latin typeface="+mj-lt"/>
                <a:ea typeface="Arial" charset="0"/>
                <a:cs typeface="+mn-cs"/>
              </a:defRPr>
            </a:lvl5pPr>
            <a:lvl6pPr marL="2054225" indent="-223838" algn="l" rtl="0" eaLnBrk="0" fontAlgn="base" hangingPunct="0">
              <a:spcBef>
                <a:spcPct val="10000"/>
              </a:spcBef>
              <a:spcAft>
                <a:spcPct val="0"/>
              </a:spcAft>
              <a:buChar char="•"/>
              <a:defRPr sz="2000">
                <a:solidFill>
                  <a:schemeClr val="tx1"/>
                </a:solidFill>
                <a:latin typeface="+mj-lt"/>
                <a:ea typeface="Arial" charset="0"/>
                <a:cs typeface="+mn-cs"/>
              </a:defRPr>
            </a:lvl6pPr>
            <a:lvl7pPr marL="2511425" indent="-223838" algn="l" rtl="0" eaLnBrk="0" fontAlgn="base" hangingPunct="0">
              <a:spcBef>
                <a:spcPct val="10000"/>
              </a:spcBef>
              <a:spcAft>
                <a:spcPct val="0"/>
              </a:spcAft>
              <a:buChar char="•"/>
              <a:defRPr sz="2000">
                <a:solidFill>
                  <a:schemeClr val="tx1"/>
                </a:solidFill>
                <a:latin typeface="+mj-lt"/>
                <a:ea typeface="Arial" charset="0"/>
                <a:cs typeface="+mn-cs"/>
              </a:defRPr>
            </a:lvl7pPr>
            <a:lvl8pPr marL="2968625" indent="-223838" algn="l" rtl="0" eaLnBrk="0" fontAlgn="base" hangingPunct="0">
              <a:spcBef>
                <a:spcPct val="10000"/>
              </a:spcBef>
              <a:spcAft>
                <a:spcPct val="0"/>
              </a:spcAft>
              <a:buChar char="•"/>
              <a:defRPr sz="2000">
                <a:solidFill>
                  <a:schemeClr val="tx1"/>
                </a:solidFill>
                <a:latin typeface="+mj-lt"/>
                <a:ea typeface="Arial" charset="0"/>
                <a:cs typeface="+mn-cs"/>
              </a:defRPr>
            </a:lvl8pPr>
            <a:lvl9pPr marL="3425825" indent="-223838" algn="l" rtl="0" eaLnBrk="0" fontAlgn="base" hangingPunct="0">
              <a:spcBef>
                <a:spcPct val="10000"/>
              </a:spcBef>
              <a:spcAft>
                <a:spcPct val="0"/>
              </a:spcAft>
              <a:buChar char="•"/>
              <a:defRPr sz="2000">
                <a:solidFill>
                  <a:schemeClr val="tx1"/>
                </a:solidFill>
                <a:latin typeface="+mj-lt"/>
                <a:ea typeface="Arial" charset="0"/>
                <a:cs typeface="+mn-cs"/>
              </a:defRPr>
            </a:lvl9pPr>
          </a:lstStyle>
          <a:p>
            <a:pPr marL="315278" marR="0" lvl="0" indent="-315278" algn="l" defTabSz="914400" rtl="0" eaLnBrk="0" fontAlgn="base" latinLnBrk="0" hangingPunct="0">
              <a:lnSpc>
                <a:spcPct val="100000"/>
              </a:lnSpc>
              <a:spcBef>
                <a:spcPct val="50000"/>
              </a:spcBef>
              <a:spcAft>
                <a:spcPct val="0"/>
              </a:spcAft>
              <a:buClrTx/>
              <a:buSzPct val="60000"/>
              <a:buFont typeface="Wingdings" charset="2"/>
              <a:buChar char="q"/>
              <a:tabLst/>
              <a:defRPr/>
            </a:pPr>
            <a:r>
              <a:rPr kumimoji="0" lang="en-US" sz="2800" b="0" i="0" u="none" strike="noStrike" kern="0" cap="none" spc="0" normalizeH="0" baseline="0" noProof="0" dirty="0">
                <a:ln>
                  <a:noFill/>
                </a:ln>
                <a:solidFill>
                  <a:srgbClr val="00005C">
                    <a:lumMod val="90000"/>
                    <a:lumOff val="10000"/>
                  </a:srgbClr>
                </a:solidFill>
                <a:effectLst/>
                <a:uLnTx/>
                <a:uFillTx/>
                <a:latin typeface="Calibri" charset="0"/>
                <a:ea typeface="Calibri" charset="0"/>
                <a:cs typeface="Calibri" charset="0"/>
              </a:rPr>
              <a:t>When the child terminates </a:t>
            </a:r>
            <a:r>
              <a:rPr kumimoji="0" lang="mr-IN" sz="2800" b="0" i="0" u="none" strike="noStrike" kern="0" cap="none" spc="0" normalizeH="0" baseline="0" noProof="0" dirty="0">
                <a:ln>
                  <a:noFill/>
                </a:ln>
                <a:solidFill>
                  <a:srgbClr val="00005C">
                    <a:lumMod val="90000"/>
                    <a:lumOff val="10000"/>
                  </a:srgbClr>
                </a:solidFill>
                <a:effectLst/>
                <a:uLnTx/>
                <a:uFillTx/>
                <a:latin typeface="Calibri" charset="0"/>
                <a:ea typeface="Calibri" charset="0"/>
                <a:cs typeface="Calibri" charset="0"/>
              </a:rPr>
              <a:t>–</a:t>
            </a:r>
            <a:r>
              <a:rPr kumimoji="0" lang="en-US" sz="2800" b="0" i="0" u="none" strike="noStrike" kern="0" cap="none" spc="0" normalizeH="0" baseline="0" noProof="0" dirty="0">
                <a:ln>
                  <a:noFill/>
                </a:ln>
                <a:solidFill>
                  <a:srgbClr val="00005C">
                    <a:lumMod val="90000"/>
                    <a:lumOff val="10000"/>
                  </a:srgbClr>
                </a:solidFill>
                <a:effectLst/>
                <a:uLnTx/>
                <a:uFillTx/>
                <a:latin typeface="Calibri" charset="0"/>
                <a:ea typeface="Calibri" charset="0"/>
                <a:cs typeface="Calibri" charset="0"/>
              </a:rPr>
              <a:t> say, by calling </a:t>
            </a:r>
            <a:r>
              <a:rPr kumimoji="0" lang="en-US" sz="2800" i="0" u="none" strike="noStrike" kern="0" cap="none" spc="0" normalizeH="0" baseline="0" noProof="0" dirty="0">
                <a:ln>
                  <a:noFill/>
                </a:ln>
                <a:solidFill>
                  <a:srgbClr val="E60000"/>
                </a:solidFill>
                <a:effectLst/>
                <a:uLnTx/>
                <a:uFillTx/>
                <a:latin typeface="Calibri" charset="0"/>
                <a:ea typeface="Calibri" charset="0"/>
                <a:cs typeface="Calibri" charset="0"/>
              </a:rPr>
              <a:t>exit</a:t>
            </a:r>
            <a:r>
              <a:rPr kumimoji="0" lang="en-US" sz="2800" b="0" i="0" u="none" strike="noStrike" kern="0" cap="none" spc="0" normalizeH="0" baseline="0" noProof="0" dirty="0">
                <a:ln>
                  <a:noFill/>
                </a:ln>
                <a:solidFill>
                  <a:srgbClr val="00005C">
                    <a:lumMod val="90000"/>
                    <a:lumOff val="10000"/>
                  </a:srgbClr>
                </a:solidFill>
                <a:effectLst/>
                <a:uLnTx/>
                <a:uFillTx/>
                <a:latin typeface="Calibri" charset="0"/>
                <a:ea typeface="Calibri" charset="0"/>
                <a:cs typeface="Calibri" charset="0"/>
              </a:rPr>
              <a:t> </a:t>
            </a:r>
            <a:r>
              <a:rPr kumimoji="0" lang="mr-IN" sz="2800" b="0" i="0" u="none" strike="noStrike" kern="0" cap="none" spc="0" normalizeH="0" baseline="0" noProof="0" dirty="0">
                <a:ln>
                  <a:noFill/>
                </a:ln>
                <a:solidFill>
                  <a:srgbClr val="00005C">
                    <a:lumMod val="90000"/>
                    <a:lumOff val="10000"/>
                  </a:srgbClr>
                </a:solidFill>
                <a:effectLst/>
                <a:uLnTx/>
                <a:uFillTx/>
                <a:latin typeface="Calibri" charset="0"/>
                <a:ea typeface="Calibri" charset="0"/>
                <a:cs typeface="Calibri" charset="0"/>
              </a:rPr>
              <a:t>–</a:t>
            </a:r>
            <a:r>
              <a:rPr kumimoji="0" lang="en-US" sz="2800" b="0" i="0" u="none" strike="noStrike" kern="0" cap="none" spc="0" normalizeH="0" noProof="0" dirty="0">
                <a:ln>
                  <a:noFill/>
                </a:ln>
                <a:solidFill>
                  <a:srgbClr val="00005C">
                    <a:lumMod val="90000"/>
                    <a:lumOff val="10000"/>
                  </a:srgbClr>
                </a:solidFill>
                <a:effectLst/>
                <a:uLnTx/>
                <a:uFillTx/>
                <a:latin typeface="Calibri" charset="0"/>
                <a:ea typeface="Calibri" charset="0"/>
                <a:cs typeface="Calibri" charset="0"/>
              </a:rPr>
              <a:t> the operating system sends a signal to unblock the parent</a:t>
            </a:r>
            <a:endParaRPr kumimoji="0" lang="en-US" sz="2800" b="0" i="0" u="none" strike="noStrike" kern="0" cap="none" spc="0" normalizeH="0" baseline="0" noProof="0" dirty="0">
              <a:ln>
                <a:noFill/>
              </a:ln>
              <a:solidFill>
                <a:srgbClr val="00005C">
                  <a:lumMod val="90000"/>
                  <a:lumOff val="10000"/>
                </a:srgbClr>
              </a:solidFill>
              <a:effectLst/>
              <a:uLnTx/>
              <a:uFillTx/>
              <a:latin typeface="Calibri" charset="0"/>
              <a:ea typeface="Calibri" charset="0"/>
              <a:cs typeface="Calibri" charset="0"/>
            </a:endParaRPr>
          </a:p>
          <a:p>
            <a:pPr lvl="1">
              <a:spcBef>
                <a:spcPts val="600"/>
              </a:spcBef>
              <a:buSzPct val="100000"/>
              <a:buFont typeface=".AppleSystemUIFont" charset="-120"/>
              <a:buChar char="-"/>
              <a:defRPr/>
            </a:pPr>
            <a:r>
              <a:rPr lang="en-US" b="0" kern="0" dirty="0">
                <a:solidFill>
                  <a:srgbClr val="000000"/>
                </a:solidFill>
                <a:latin typeface="Calibri" charset="0"/>
                <a:ea typeface="Calibri" charset="0"/>
                <a:cs typeface="Calibri" charset="0"/>
              </a:rPr>
              <a:t>Parent is now ready to complete its execution</a:t>
            </a:r>
            <a:endParaRPr kumimoji="0" lang="en-US" b="0" i="0" u="none" strike="noStrike" kern="0" cap="none" spc="0" normalizeH="0" baseline="0" noProof="0" dirty="0">
              <a:ln>
                <a:noFill/>
              </a:ln>
              <a:solidFill>
                <a:srgbClr val="000000"/>
              </a:solidFill>
              <a:effectLst/>
              <a:uLnTx/>
              <a:uFillTx/>
              <a:latin typeface="Calibri" charset="0"/>
              <a:ea typeface="Calibri" charset="0"/>
              <a:cs typeface="Calibri" charset="0"/>
            </a:endParaRPr>
          </a:p>
        </p:txBody>
      </p:sp>
      <p:sp>
        <p:nvSpPr>
          <p:cNvPr id="15" name="TextBox 14">
            <a:extLst>
              <a:ext uri="{FF2B5EF4-FFF2-40B4-BE49-F238E27FC236}">
                <a16:creationId xmlns:a16="http://schemas.microsoft.com/office/drawing/2014/main" id="{0D740DD5-B5EA-D841-BC18-3377C5F75682}"/>
              </a:ext>
            </a:extLst>
          </p:cNvPr>
          <p:cNvSpPr txBox="1">
            <a:spLocks noChangeArrowheads="1"/>
          </p:cNvSpPr>
          <p:nvPr/>
        </p:nvSpPr>
        <p:spPr bwMode="auto">
          <a:xfrm>
            <a:off x="3381444" y="4696365"/>
            <a:ext cx="2265895"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algn="l" eaLnBrk="1" hangingPunct="1"/>
            <a:r>
              <a:rPr lang="en-US" sz="2000" dirty="0">
                <a:solidFill>
                  <a:srgbClr val="FF0000"/>
                </a:solidFill>
                <a:latin typeface="Calibri" charset="0"/>
                <a:ea typeface="Calibri" charset="0"/>
                <a:cs typeface="Calibri" charset="0"/>
              </a:rPr>
              <a:t>Parent unblocked</a:t>
            </a:r>
          </a:p>
        </p:txBody>
      </p:sp>
    </p:spTree>
    <p:extLst>
      <p:ext uri="{BB962C8B-B14F-4D97-AF65-F5344CB8AC3E}">
        <p14:creationId xmlns:p14="http://schemas.microsoft.com/office/powerpoint/2010/main" val="2074192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52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259" grpId="0" animBg="1"/>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ChangeArrowheads="1"/>
          </p:cNvSpPr>
          <p:nvPr>
            <p:ph type="body" idx="1"/>
          </p:nvPr>
        </p:nvSpPr>
        <p:spPr/>
        <p:txBody>
          <a:bodyPr/>
          <a:lstStyle/>
          <a:p>
            <a:pPr eaLnBrk="1" hangingPunct="1">
              <a:defRPr/>
            </a:pPr>
            <a:endParaRPr lang="en-US" dirty="0"/>
          </a:p>
          <a:p>
            <a:pPr eaLnBrk="1" hangingPunct="1">
              <a:defRPr/>
            </a:pPr>
            <a:endParaRPr lang="en-US" dirty="0"/>
          </a:p>
        </p:txBody>
      </p:sp>
      <p:sp>
        <p:nvSpPr>
          <p:cNvPr id="909315" name="Rectangle 3"/>
          <p:cNvSpPr>
            <a:spLocks noGrp="1" noChangeArrowheads="1"/>
          </p:cNvSpPr>
          <p:nvPr>
            <p:ph type="title"/>
          </p:nvPr>
        </p:nvSpPr>
        <p:spPr/>
        <p:txBody>
          <a:bodyPr/>
          <a:lstStyle/>
          <a:p>
            <a:pPr algn="ctr" eaLnBrk="1" hangingPunct="1">
              <a:defRPr/>
            </a:pPr>
            <a:r>
              <a:rPr lang="en-US" b="1" dirty="0"/>
              <a:t>How </a:t>
            </a:r>
            <a:r>
              <a:rPr lang="en-US" b="1" dirty="0">
                <a:solidFill>
                  <a:srgbClr val="CC3300"/>
                </a:solidFill>
              </a:rPr>
              <a:t>fork</a:t>
            </a:r>
            <a:r>
              <a:rPr lang="en-US" b="1" dirty="0"/>
              <a:t> Works (6)</a:t>
            </a:r>
          </a:p>
        </p:txBody>
      </p:sp>
      <p:sp>
        <p:nvSpPr>
          <p:cNvPr id="909316" name="Line 4"/>
          <p:cNvSpPr>
            <a:spLocks noChangeShapeType="1"/>
          </p:cNvSpPr>
          <p:nvPr/>
        </p:nvSpPr>
        <p:spPr bwMode="auto">
          <a:xfrm flipH="1">
            <a:off x="2743200" y="2209800"/>
            <a:ext cx="685800"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9317" name="Line 5"/>
          <p:cNvSpPr>
            <a:spLocks noChangeShapeType="1"/>
          </p:cNvSpPr>
          <p:nvPr/>
        </p:nvSpPr>
        <p:spPr bwMode="auto">
          <a:xfrm flipH="1">
            <a:off x="2743200" y="1828800"/>
            <a:ext cx="1676400" cy="0"/>
          </a:xfrm>
          <a:prstGeom prst="line">
            <a:avLst/>
          </a:prstGeom>
          <a:noFill/>
          <a:ln w="9525">
            <a:solidFill>
              <a:srgbClr val="80808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9318" name="AutoShape 6"/>
          <p:cNvSpPr>
            <a:spLocks noChangeArrowheads="1"/>
          </p:cNvSpPr>
          <p:nvPr/>
        </p:nvSpPr>
        <p:spPr bwMode="auto">
          <a:xfrm>
            <a:off x="762000" y="1524000"/>
            <a:ext cx="1905000" cy="12192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9319" name="Rectangle 7"/>
          <p:cNvSpPr>
            <a:spLocks noChangeArrowheads="1"/>
          </p:cNvSpPr>
          <p:nvPr/>
        </p:nvSpPr>
        <p:spPr bwMode="auto">
          <a:xfrm>
            <a:off x="914400" y="1600200"/>
            <a:ext cx="762000" cy="685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9320" name="Text Box 8"/>
          <p:cNvSpPr txBox="1">
            <a:spLocks noChangeArrowheads="1"/>
          </p:cNvSpPr>
          <p:nvPr/>
        </p:nvSpPr>
        <p:spPr bwMode="auto">
          <a:xfrm>
            <a:off x="993775" y="1782763"/>
            <a:ext cx="579438" cy="336550"/>
          </a:xfrm>
          <a:prstGeom prst="rect">
            <a:avLst/>
          </a:prstGeom>
          <a:solidFill>
            <a:srgbClr val="F8F8F8"/>
          </a:solidFill>
          <a:ln>
            <a:noFill/>
          </a:ln>
          <a:effectLst/>
          <a:extLst>
            <a:ext uri="{91240B29-F687-4f45-9708-019B960494DF}">
              <a14:hiddenLine xmlns:a14="http://schemas.microsoft.com/office/drawing/2010/main" xmlns="" w="9525">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Text</a:t>
            </a:r>
          </a:p>
        </p:txBody>
      </p:sp>
      <p:sp>
        <p:nvSpPr>
          <p:cNvPr id="909323" name="Rectangle 11"/>
          <p:cNvSpPr>
            <a:spLocks noChangeArrowheads="1"/>
          </p:cNvSpPr>
          <p:nvPr/>
        </p:nvSpPr>
        <p:spPr bwMode="auto">
          <a:xfrm>
            <a:off x="1755775" y="1982788"/>
            <a:ext cx="762000" cy="304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9324" name="Text Box 12"/>
          <p:cNvSpPr txBox="1">
            <a:spLocks noChangeArrowheads="1"/>
          </p:cNvSpPr>
          <p:nvPr/>
        </p:nvSpPr>
        <p:spPr bwMode="auto">
          <a:xfrm>
            <a:off x="1752600" y="1979613"/>
            <a:ext cx="777875" cy="346075"/>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l" eaLnBrk="0" hangingPunct="0">
              <a:defRPr/>
            </a:pPr>
            <a:r>
              <a:rPr lang="en-US" sz="1600">
                <a:solidFill>
                  <a:srgbClr val="000000"/>
                </a:solidFill>
                <a:latin typeface="Times New Roman" charset="0"/>
                <a:cs typeface="ＭＳ Ｐゴシック" charset="0"/>
              </a:rPr>
              <a:t>Stack</a:t>
            </a:r>
          </a:p>
        </p:txBody>
      </p:sp>
      <p:sp>
        <p:nvSpPr>
          <p:cNvPr id="909325" name="Text Box 13"/>
          <p:cNvSpPr txBox="1">
            <a:spLocks noChangeArrowheads="1"/>
          </p:cNvSpPr>
          <p:nvPr/>
        </p:nvSpPr>
        <p:spPr bwMode="auto">
          <a:xfrm>
            <a:off x="1752600" y="1598613"/>
            <a:ext cx="762000" cy="346075"/>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defRPr/>
            </a:pPr>
            <a:r>
              <a:rPr lang="en-US" sz="1600">
                <a:solidFill>
                  <a:srgbClr val="000000"/>
                </a:solidFill>
                <a:latin typeface="Times New Roman" charset="0"/>
                <a:cs typeface="ＭＳ Ｐゴシック" charset="0"/>
              </a:rPr>
              <a:t>Data</a:t>
            </a:r>
          </a:p>
        </p:txBody>
      </p:sp>
      <p:sp>
        <p:nvSpPr>
          <p:cNvPr id="909326" name="AutoShape 14"/>
          <p:cNvSpPr>
            <a:spLocks noChangeArrowheads="1"/>
          </p:cNvSpPr>
          <p:nvPr/>
        </p:nvSpPr>
        <p:spPr bwMode="auto">
          <a:xfrm>
            <a:off x="3429000" y="20574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9327" name="AutoShape 15"/>
          <p:cNvSpPr>
            <a:spLocks noChangeArrowheads="1"/>
          </p:cNvSpPr>
          <p:nvPr/>
        </p:nvSpPr>
        <p:spPr bwMode="auto">
          <a:xfrm>
            <a:off x="3581400" y="22098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9328" name="Rectangle 16"/>
          <p:cNvSpPr>
            <a:spLocks noChangeArrowheads="1"/>
          </p:cNvSpPr>
          <p:nvPr/>
        </p:nvSpPr>
        <p:spPr bwMode="auto">
          <a:xfrm>
            <a:off x="3733800" y="2362200"/>
            <a:ext cx="990600" cy="381000"/>
          </a:xfrm>
          <a:prstGeom prst="rect">
            <a:avLst/>
          </a:prstGeom>
          <a:solidFill>
            <a:srgbClr val="F8F8F8"/>
          </a:solidFill>
          <a:ln w="9525">
            <a:solidFill>
              <a:srgbClr val="80808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hangingPunct="0">
              <a:defRPr/>
            </a:pPr>
            <a:r>
              <a:rPr lang="en-US" sz="1600">
                <a:solidFill>
                  <a:srgbClr val="000000"/>
                </a:solidFill>
                <a:latin typeface="Times New Roman" charset="0"/>
                <a:cs typeface="ＭＳ Ｐゴシック" charset="0"/>
              </a:rPr>
              <a:t>File</a:t>
            </a:r>
          </a:p>
        </p:txBody>
      </p:sp>
      <p:sp>
        <p:nvSpPr>
          <p:cNvPr id="909329" name="AutoShape 17"/>
          <p:cNvSpPr>
            <a:spLocks noChangeArrowheads="1"/>
          </p:cNvSpPr>
          <p:nvPr/>
        </p:nvSpPr>
        <p:spPr bwMode="auto">
          <a:xfrm>
            <a:off x="4419600" y="12954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9330" name="AutoShape 18"/>
          <p:cNvSpPr>
            <a:spLocks noChangeArrowheads="1"/>
          </p:cNvSpPr>
          <p:nvPr/>
        </p:nvSpPr>
        <p:spPr bwMode="auto">
          <a:xfrm>
            <a:off x="4572000" y="1447800"/>
            <a:ext cx="1295400" cy="685800"/>
          </a:xfrm>
          <a:prstGeom prst="roundRect">
            <a:avLst>
              <a:gd name="adj" fmla="val 16667"/>
            </a:avLst>
          </a:prstGeom>
          <a:solidFill>
            <a:srgbClr val="C0C0C0"/>
          </a:solidFill>
          <a:ln w="9525">
            <a:solidFill>
              <a:srgbClr val="808080"/>
            </a:solidFill>
            <a:round/>
            <a:headEnd/>
            <a:tailEnd/>
          </a:ln>
          <a:effectLst>
            <a:outerShdw blurRad="63500" dist="107763" dir="2700000" algn="ctr" rotWithShape="0">
              <a:schemeClr val="bg2">
                <a:alpha val="74998"/>
              </a:schemeClr>
            </a:outerShdw>
          </a:effec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9331" name="Rectangle 19"/>
          <p:cNvSpPr>
            <a:spLocks noChangeArrowheads="1"/>
          </p:cNvSpPr>
          <p:nvPr/>
        </p:nvSpPr>
        <p:spPr bwMode="auto">
          <a:xfrm>
            <a:off x="4724400" y="1600200"/>
            <a:ext cx="990600" cy="3810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hangingPunct="0">
              <a:defRPr/>
            </a:pPr>
            <a:r>
              <a:rPr lang="en-US" sz="1600">
                <a:solidFill>
                  <a:srgbClr val="000000"/>
                </a:solidFill>
                <a:latin typeface="Times New Roman" charset="0"/>
                <a:cs typeface="ＭＳ Ｐゴシック" charset="0"/>
              </a:rPr>
              <a:t>Resources</a:t>
            </a:r>
          </a:p>
        </p:txBody>
      </p:sp>
      <p:sp>
        <p:nvSpPr>
          <p:cNvPr id="909332" name="Freeform 20"/>
          <p:cNvSpPr>
            <a:spLocks/>
          </p:cNvSpPr>
          <p:nvPr/>
        </p:nvSpPr>
        <p:spPr bwMode="auto">
          <a:xfrm>
            <a:off x="381000" y="1752600"/>
            <a:ext cx="482600" cy="1447800"/>
          </a:xfrm>
          <a:custGeom>
            <a:avLst/>
            <a:gdLst>
              <a:gd name="T0" fmla="*/ 352 w 352"/>
              <a:gd name="T1" fmla="*/ 40 h 856"/>
              <a:gd name="T2" fmla="*/ 16 w 352"/>
              <a:gd name="T3" fmla="*/ 136 h 856"/>
              <a:gd name="T4" fmla="*/ 256 w 352"/>
              <a:gd name="T5" fmla="*/ 856 h 856"/>
            </a:gdLst>
            <a:ahLst/>
            <a:cxnLst>
              <a:cxn ang="0">
                <a:pos x="T0" y="T1"/>
              </a:cxn>
              <a:cxn ang="0">
                <a:pos x="T2" y="T3"/>
              </a:cxn>
              <a:cxn ang="0">
                <a:pos x="T4" y="T5"/>
              </a:cxn>
            </a:cxnLst>
            <a:rect l="0" t="0" r="r" b="b"/>
            <a:pathLst>
              <a:path w="352" h="856">
                <a:moveTo>
                  <a:pt x="352" y="40"/>
                </a:moveTo>
                <a:cubicBezTo>
                  <a:pt x="192" y="20"/>
                  <a:pt x="32" y="0"/>
                  <a:pt x="16" y="136"/>
                </a:cubicBezTo>
                <a:cubicBezTo>
                  <a:pt x="0" y="272"/>
                  <a:pt x="128" y="564"/>
                  <a:pt x="256" y="856"/>
                </a:cubicBezTo>
              </a:path>
            </a:pathLst>
          </a:custGeom>
          <a:noFill/>
          <a:ln w="19050" cmpd="sng">
            <a:solidFill>
              <a:srgbClr val="808080"/>
            </a:solidFill>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9333" name="Text Box 21"/>
          <p:cNvSpPr txBox="1">
            <a:spLocks noChangeArrowheads="1"/>
          </p:cNvSpPr>
          <p:nvPr/>
        </p:nvSpPr>
        <p:spPr bwMode="auto">
          <a:xfrm>
            <a:off x="1223963" y="1133475"/>
            <a:ext cx="88741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a:solidFill>
                  <a:srgbClr val="000000"/>
                </a:solidFill>
                <a:latin typeface="Times New Roman" charset="0"/>
                <a:cs typeface="ＭＳ Ｐゴシック" charset="0"/>
              </a:rPr>
              <a:t>pid = 25</a:t>
            </a:r>
          </a:p>
        </p:txBody>
      </p:sp>
      <p:sp>
        <p:nvSpPr>
          <p:cNvPr id="909334" name="Rectangle 22"/>
          <p:cNvSpPr>
            <a:spLocks noChangeArrowheads="1"/>
          </p:cNvSpPr>
          <p:nvPr/>
        </p:nvSpPr>
        <p:spPr bwMode="auto">
          <a:xfrm>
            <a:off x="304800" y="3200400"/>
            <a:ext cx="3048000" cy="3276600"/>
          </a:xfrm>
          <a:prstGeom prst="rect">
            <a:avLst/>
          </a:prstGeom>
          <a:solidFill>
            <a:srgbClr val="F8F8F8"/>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eaLnBrk="0" hangingPunct="0">
              <a:defRPr/>
            </a:pPr>
            <a:r>
              <a:rPr lang="en-GB" sz="1600" dirty="0">
                <a:solidFill>
                  <a:srgbClr val="000000"/>
                </a:solidFill>
                <a:latin typeface="Arial" charset="0"/>
                <a:cs typeface="ＭＳ Ｐゴシック" charset="0"/>
              </a:rPr>
              <a:t>ret = fork();</a:t>
            </a:r>
          </a:p>
          <a:p>
            <a:pPr algn="l" eaLnBrk="0" hangingPunct="0">
              <a:defRPr/>
            </a:pPr>
            <a:r>
              <a:rPr lang="en-GB" sz="1600" dirty="0">
                <a:solidFill>
                  <a:srgbClr val="000000"/>
                </a:solidFill>
                <a:latin typeface="Arial" charset="0"/>
                <a:cs typeface="ＭＳ Ｐゴシック" charset="0"/>
              </a:rPr>
              <a:t>switch(ret)</a:t>
            </a:r>
          </a:p>
          <a:p>
            <a:pPr algn="l" eaLnBrk="0" hangingPunct="0">
              <a:defRPr/>
            </a:pPr>
            <a:r>
              <a:rPr lang="en-GB" sz="1600" dirty="0">
                <a:solidFill>
                  <a:srgbClr val="000000"/>
                </a:solidFill>
                <a:latin typeface="Arial" charset="0"/>
                <a:cs typeface="ＭＳ Ｐゴシック" charset="0"/>
              </a:rPr>
              <a:t>{</a:t>
            </a:r>
          </a:p>
          <a:p>
            <a:pPr algn="l" eaLnBrk="0" hangingPunct="0">
              <a:defRPr/>
            </a:pPr>
            <a:r>
              <a:rPr lang="en-GB" sz="1600" dirty="0">
                <a:solidFill>
                  <a:srgbClr val="000000"/>
                </a:solidFill>
                <a:latin typeface="Arial" charset="0"/>
                <a:cs typeface="ＭＳ Ｐゴシック" charset="0"/>
              </a:rPr>
              <a:t>    case -1: </a:t>
            </a:r>
          </a:p>
          <a:p>
            <a:pPr lvl="1" algn="l" eaLnBrk="0" hangingPunct="0">
              <a:defRPr/>
            </a:pPr>
            <a:r>
              <a:rPr lang="en-GB" sz="1600" dirty="0">
                <a:solidFill>
                  <a:srgbClr val="000000"/>
                </a:solidFill>
                <a:latin typeface="Arial" charset="0"/>
                <a:cs typeface="ＭＳ Ｐゴシック" charset="0"/>
              </a:rPr>
              <a:t>    	</a:t>
            </a:r>
            <a:r>
              <a:rPr lang="en-GB" sz="1600" dirty="0" err="1">
                <a:solidFill>
                  <a:srgbClr val="000000"/>
                </a:solidFill>
                <a:latin typeface="Arial" charset="0"/>
                <a:cs typeface="ＭＳ Ｐゴシック" charset="0"/>
              </a:rPr>
              <a:t>printf</a:t>
            </a:r>
            <a:r>
              <a:rPr lang="en-GB" sz="1600" dirty="0">
                <a:solidFill>
                  <a:srgbClr val="000000"/>
                </a:solidFill>
                <a:latin typeface="Arial" charset="0"/>
                <a:cs typeface="ＭＳ Ｐゴシック" charset="0"/>
              </a:rPr>
              <a:t>(“fork error”);</a:t>
            </a:r>
          </a:p>
          <a:p>
            <a:pPr lvl="1" algn="l" eaLnBrk="0" hangingPunct="0">
              <a:defRPr/>
            </a:pPr>
            <a:r>
              <a:rPr lang="en-GB" sz="1600" dirty="0">
                <a:solidFill>
                  <a:srgbClr val="000000"/>
                </a:solidFill>
                <a:latin typeface="Arial" charset="0"/>
                <a:cs typeface="ＭＳ Ｐゴシック" charset="0"/>
              </a:rPr>
              <a:t>	exit(1);</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case 0:  // I am the child</a:t>
            </a:r>
          </a:p>
          <a:p>
            <a:pPr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child </a:t>
            </a:r>
            <a:r>
              <a:rPr lang="en-GB" sz="1600" dirty="0">
                <a:solidFill>
                  <a:srgbClr val="000000"/>
                </a:solidFill>
                <a:latin typeface="Arial" charset="0"/>
                <a:cs typeface="ＭＳ Ｐゴシック" charset="0"/>
              </a:rPr>
              <a:t>&gt;</a:t>
            </a:r>
          </a:p>
          <a:p>
            <a:pPr algn="l" eaLnBrk="0" hangingPunct="0">
              <a:defRPr/>
            </a:pPr>
            <a:r>
              <a:rPr lang="en-GB" sz="1600" dirty="0">
                <a:solidFill>
                  <a:srgbClr val="000000"/>
                </a:solidFill>
                <a:latin typeface="Arial" charset="0"/>
                <a:cs typeface="ＭＳ Ｐゴシック" charset="0"/>
              </a:rPr>
              <a:t>	exit(0);</a:t>
            </a:r>
          </a:p>
          <a:p>
            <a:pPr algn="l" eaLnBrk="0" hangingPunct="0">
              <a:defRPr/>
            </a:pPr>
            <a:r>
              <a:rPr lang="en-GB" sz="1600" dirty="0">
                <a:solidFill>
                  <a:srgbClr val="000000"/>
                </a:solidFill>
                <a:latin typeface="Arial" charset="0"/>
                <a:cs typeface="ＭＳ Ｐゴシック" charset="0"/>
              </a:rPr>
              <a:t>     </a:t>
            </a:r>
            <a:r>
              <a:rPr lang="en-GB" sz="1600" dirty="0">
                <a:solidFill>
                  <a:srgbClr val="0000FF"/>
                </a:solidFill>
                <a:latin typeface="Arial" charset="0"/>
                <a:cs typeface="ＭＳ Ｐゴシック" charset="0"/>
              </a:rPr>
              <a:t>default:  // I am parent ...</a:t>
            </a:r>
          </a:p>
          <a:p>
            <a:pPr lvl="1" algn="l" eaLnBrk="0" hangingPunct="0">
              <a:defRPr/>
            </a:pPr>
            <a:r>
              <a:rPr lang="en-GB" sz="1600" dirty="0">
                <a:solidFill>
                  <a:srgbClr val="000000"/>
                </a:solidFill>
                <a:latin typeface="Arial" charset="0"/>
                <a:cs typeface="ＭＳ Ｐゴシック" charset="0"/>
              </a:rPr>
              <a:t>  	&lt;</a:t>
            </a:r>
            <a:r>
              <a:rPr lang="en-GB" sz="1600" i="1" dirty="0">
                <a:solidFill>
                  <a:srgbClr val="000000"/>
                </a:solidFill>
                <a:latin typeface="Arial" charset="0"/>
                <a:cs typeface="ＭＳ Ｐゴシック" charset="0"/>
              </a:rPr>
              <a:t>code for parent </a:t>
            </a:r>
            <a:r>
              <a:rPr lang="en-GB" sz="1600" dirty="0">
                <a:solidFill>
                  <a:srgbClr val="000000"/>
                </a:solidFill>
                <a:latin typeface="Arial" charset="0"/>
                <a:cs typeface="ＭＳ Ｐゴシック" charset="0"/>
              </a:rPr>
              <a:t>&gt;</a:t>
            </a:r>
          </a:p>
          <a:p>
            <a:pPr lvl="1" algn="l" eaLnBrk="0" hangingPunct="0">
              <a:defRPr/>
            </a:pPr>
            <a:r>
              <a:rPr lang="en-GB" sz="1600" dirty="0">
                <a:solidFill>
                  <a:srgbClr val="000000"/>
                </a:solidFill>
                <a:latin typeface="Arial" charset="0"/>
                <a:cs typeface="ＭＳ Ｐゴシック" charset="0"/>
              </a:rPr>
              <a:t> 	wait(0);</a:t>
            </a:r>
          </a:p>
          <a:p>
            <a:pPr algn="l" eaLnBrk="0" hangingPunct="0">
              <a:defRPr/>
            </a:pPr>
            <a:r>
              <a:rPr lang="en-GB" sz="1600" dirty="0">
                <a:solidFill>
                  <a:srgbClr val="000000"/>
                </a:solidFill>
                <a:latin typeface="Arial" charset="0"/>
                <a:cs typeface="ＭＳ Ｐゴシック" charset="0"/>
              </a:rPr>
              <a:t> 	&lt; … &gt;</a:t>
            </a:r>
          </a:p>
        </p:txBody>
      </p:sp>
      <p:sp>
        <p:nvSpPr>
          <p:cNvPr id="909337" name="Line 25"/>
          <p:cNvSpPr>
            <a:spLocks noChangeShapeType="1"/>
          </p:cNvSpPr>
          <p:nvPr/>
        </p:nvSpPr>
        <p:spPr bwMode="auto">
          <a:xfrm>
            <a:off x="457200" y="6324600"/>
            <a:ext cx="685800" cy="0"/>
          </a:xfrm>
          <a:prstGeom prst="line">
            <a:avLst/>
          </a:prstGeom>
          <a:noFill/>
          <a:ln w="50800" cmpd="dbl">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a:defRPr/>
            </a:pPr>
            <a:endParaRPr lang="en-US" sz="2800" b="0">
              <a:solidFill>
                <a:srgbClr val="FF0000"/>
              </a:solidFill>
              <a:latin typeface="Comic Sans MS" charset="0"/>
              <a:cs typeface="ＭＳ Ｐゴシック" charset="0"/>
            </a:endParaRPr>
          </a:p>
        </p:txBody>
      </p:sp>
      <p:sp>
        <p:nvSpPr>
          <p:cNvPr id="909338" name="Text Box 26"/>
          <p:cNvSpPr txBox="1">
            <a:spLocks noChangeArrowheads="1"/>
          </p:cNvSpPr>
          <p:nvPr/>
        </p:nvSpPr>
        <p:spPr bwMode="auto">
          <a:xfrm>
            <a:off x="2286000" y="3197225"/>
            <a:ext cx="76993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80808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400">
                <a:solidFill>
                  <a:srgbClr val="FF0000"/>
                </a:solidFill>
                <a:latin typeface="Times New Roman" charset="0"/>
                <a:cs typeface="ＭＳ Ｐゴシック" charset="0"/>
              </a:rPr>
              <a:t>ret = 26</a:t>
            </a:r>
          </a:p>
        </p:txBody>
      </p:sp>
      <p:sp>
        <p:nvSpPr>
          <p:cNvPr id="28" name="Rectangle 9"/>
          <p:cNvSpPr>
            <a:spLocks noChangeArrowheads="1"/>
          </p:cNvSpPr>
          <p:nvPr/>
        </p:nvSpPr>
        <p:spPr bwMode="auto">
          <a:xfrm>
            <a:off x="914400" y="2363788"/>
            <a:ext cx="1600200" cy="304800"/>
          </a:xfrm>
          <a:prstGeom prst="rect">
            <a:avLst/>
          </a:prstGeom>
          <a:solidFill>
            <a:srgbClr val="F8F8F8"/>
          </a:solidFill>
          <a:ln w="9525">
            <a:solidFill>
              <a:schemeClr val="folHlink"/>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sz="1800" dirty="0">
                <a:solidFill>
                  <a:srgbClr val="FF0000"/>
                </a:solidFill>
                <a:latin typeface="Times New Roman" charset="0"/>
                <a:cs typeface="ＭＳ Ｐゴシック" charset="0"/>
              </a:rPr>
              <a:t>PCB</a:t>
            </a:r>
          </a:p>
        </p:txBody>
      </p:sp>
      <p:sp>
        <p:nvSpPr>
          <p:cNvPr id="26" name="Rectangle 3"/>
          <p:cNvSpPr txBox="1">
            <a:spLocks noChangeArrowheads="1"/>
          </p:cNvSpPr>
          <p:nvPr/>
        </p:nvSpPr>
        <p:spPr bwMode="auto">
          <a:xfrm>
            <a:off x="3842305" y="3813050"/>
            <a:ext cx="3571665" cy="264994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marL="315278" indent="-315278" algn="l" rtl="0" eaLnBrk="0" fontAlgn="base" hangingPunct="0">
              <a:spcBef>
                <a:spcPct val="50000"/>
              </a:spcBef>
              <a:spcAft>
                <a:spcPct val="0"/>
              </a:spcAft>
              <a:buSzPct val="60000"/>
              <a:buFont typeface="Wingdings" charset="2"/>
              <a:buChar char="q"/>
              <a:defRPr sz="2800">
                <a:solidFill>
                  <a:schemeClr val="accent6">
                    <a:lumMod val="90000"/>
                    <a:lumOff val="10000"/>
                  </a:schemeClr>
                </a:solidFill>
                <a:latin typeface="Calibri" charset="0"/>
                <a:ea typeface="Calibri" charset="0"/>
                <a:cs typeface="Calibri" charset="0"/>
              </a:defRPr>
            </a:lvl1pPr>
            <a:lvl2pPr marL="655003" indent="-315278" algn="l" rtl="0" eaLnBrk="0" fontAlgn="base" hangingPunct="0">
              <a:spcBef>
                <a:spcPct val="10000"/>
              </a:spcBef>
              <a:spcAft>
                <a:spcPct val="0"/>
              </a:spcAft>
              <a:buFont typeface="Helvetica" charset="0"/>
              <a:buChar char="–"/>
              <a:defRPr sz="2400">
                <a:solidFill>
                  <a:schemeClr val="tx1"/>
                </a:solidFill>
                <a:latin typeface="+mn-lt"/>
                <a:ea typeface="Arial" charset="0"/>
                <a:cs typeface="+mn-cs"/>
              </a:defRPr>
            </a:lvl2pPr>
            <a:lvl3pPr marL="911225" indent="-233363" algn="l" rtl="0" eaLnBrk="0" fontAlgn="base" hangingPunct="0">
              <a:spcBef>
                <a:spcPct val="10000"/>
              </a:spcBef>
              <a:spcAft>
                <a:spcPct val="0"/>
              </a:spcAft>
              <a:buFont typeface="Wingdings" charset="0"/>
              <a:buChar char=""/>
              <a:defRPr sz="2000">
                <a:solidFill>
                  <a:schemeClr val="tx1"/>
                </a:solidFill>
                <a:latin typeface="+mn-lt"/>
                <a:ea typeface="Arial" charset="0"/>
                <a:cs typeface="+mn-cs"/>
              </a:defRPr>
            </a:lvl3pPr>
            <a:lvl4pPr marL="1258888" indent="-233363" algn="l" rtl="0" eaLnBrk="0" fontAlgn="base" hangingPunct="0">
              <a:spcBef>
                <a:spcPct val="10000"/>
              </a:spcBef>
              <a:spcAft>
                <a:spcPct val="0"/>
              </a:spcAft>
              <a:buChar char="•"/>
              <a:defRPr sz="2000">
                <a:solidFill>
                  <a:schemeClr val="accent2"/>
                </a:solidFill>
                <a:latin typeface="+mj-lt"/>
                <a:ea typeface="Arial" charset="0"/>
                <a:cs typeface="+mn-cs"/>
              </a:defRPr>
            </a:lvl4pPr>
            <a:lvl5pPr marL="1597025" indent="-223838" algn="l" rtl="0" eaLnBrk="0" fontAlgn="base" hangingPunct="0">
              <a:spcBef>
                <a:spcPct val="10000"/>
              </a:spcBef>
              <a:spcAft>
                <a:spcPct val="0"/>
              </a:spcAft>
              <a:buChar char="•"/>
              <a:defRPr sz="2000">
                <a:solidFill>
                  <a:schemeClr val="tx1"/>
                </a:solidFill>
                <a:latin typeface="+mj-lt"/>
                <a:ea typeface="Arial" charset="0"/>
                <a:cs typeface="+mn-cs"/>
              </a:defRPr>
            </a:lvl5pPr>
            <a:lvl6pPr marL="2054225" indent="-223838" algn="l" rtl="0" eaLnBrk="0" fontAlgn="base" hangingPunct="0">
              <a:spcBef>
                <a:spcPct val="10000"/>
              </a:spcBef>
              <a:spcAft>
                <a:spcPct val="0"/>
              </a:spcAft>
              <a:buChar char="•"/>
              <a:defRPr sz="2000">
                <a:solidFill>
                  <a:schemeClr val="tx1"/>
                </a:solidFill>
                <a:latin typeface="+mj-lt"/>
                <a:ea typeface="Arial" charset="0"/>
                <a:cs typeface="+mn-cs"/>
              </a:defRPr>
            </a:lvl6pPr>
            <a:lvl7pPr marL="2511425" indent="-223838" algn="l" rtl="0" eaLnBrk="0" fontAlgn="base" hangingPunct="0">
              <a:spcBef>
                <a:spcPct val="10000"/>
              </a:spcBef>
              <a:spcAft>
                <a:spcPct val="0"/>
              </a:spcAft>
              <a:buChar char="•"/>
              <a:defRPr sz="2000">
                <a:solidFill>
                  <a:schemeClr val="tx1"/>
                </a:solidFill>
                <a:latin typeface="+mj-lt"/>
                <a:ea typeface="Arial" charset="0"/>
                <a:cs typeface="+mn-cs"/>
              </a:defRPr>
            </a:lvl7pPr>
            <a:lvl8pPr marL="2968625" indent="-223838" algn="l" rtl="0" eaLnBrk="0" fontAlgn="base" hangingPunct="0">
              <a:spcBef>
                <a:spcPct val="10000"/>
              </a:spcBef>
              <a:spcAft>
                <a:spcPct val="0"/>
              </a:spcAft>
              <a:buChar char="•"/>
              <a:defRPr sz="2000">
                <a:solidFill>
                  <a:schemeClr val="tx1"/>
                </a:solidFill>
                <a:latin typeface="+mj-lt"/>
                <a:ea typeface="Arial" charset="0"/>
                <a:cs typeface="+mn-cs"/>
              </a:defRPr>
            </a:lvl8pPr>
            <a:lvl9pPr marL="3425825" indent="-223838" algn="l" rtl="0" eaLnBrk="0" fontAlgn="base" hangingPunct="0">
              <a:spcBef>
                <a:spcPct val="10000"/>
              </a:spcBef>
              <a:spcAft>
                <a:spcPct val="0"/>
              </a:spcAft>
              <a:buChar char="•"/>
              <a:defRPr sz="2000">
                <a:solidFill>
                  <a:schemeClr val="tx1"/>
                </a:solidFill>
                <a:latin typeface="+mj-lt"/>
                <a:ea typeface="Arial" charset="0"/>
                <a:cs typeface="+mn-cs"/>
              </a:defRPr>
            </a:lvl9pPr>
          </a:lstStyle>
          <a:p>
            <a:pPr marL="0" marR="0" lvl="0" indent="0" algn="l" defTabSz="914400" rtl="0" eaLnBrk="0" fontAlgn="base" latinLnBrk="0" hangingPunct="0">
              <a:lnSpc>
                <a:spcPct val="100000"/>
              </a:lnSpc>
              <a:spcBef>
                <a:spcPct val="50000"/>
              </a:spcBef>
              <a:spcAft>
                <a:spcPct val="0"/>
              </a:spcAft>
              <a:buClrTx/>
              <a:buSzPct val="60000"/>
              <a:buNone/>
              <a:tabLst/>
              <a:defRPr/>
            </a:pPr>
            <a:r>
              <a:rPr kumimoji="0" lang="en-US" sz="2800" b="0" i="0" u="none" strike="noStrike" kern="0" cap="none" spc="0" normalizeH="0" baseline="0" noProof="0">
                <a:ln>
                  <a:noFill/>
                </a:ln>
                <a:solidFill>
                  <a:srgbClr val="00005C">
                    <a:lumMod val="90000"/>
                    <a:lumOff val="10000"/>
                  </a:srgbClr>
                </a:solidFill>
                <a:effectLst/>
                <a:uLnTx/>
                <a:uFillTx/>
                <a:latin typeface="Calibri" charset="0"/>
                <a:ea typeface="Calibri" charset="0"/>
                <a:cs typeface="Calibri" charset="0"/>
              </a:rPr>
              <a:t>Parent</a:t>
            </a:r>
            <a:r>
              <a:rPr kumimoji="0" lang="en-US" sz="2800" b="0" i="0" u="none" strike="noStrike" kern="0" cap="none" spc="0" normalizeH="0" noProof="0">
                <a:ln>
                  <a:noFill/>
                </a:ln>
                <a:solidFill>
                  <a:srgbClr val="00005C">
                    <a:lumMod val="90000"/>
                    <a:lumOff val="10000"/>
                  </a:srgbClr>
                </a:solidFill>
                <a:effectLst/>
                <a:uLnTx/>
                <a:uFillTx/>
                <a:latin typeface="Calibri" charset="0"/>
                <a:ea typeface="Calibri" charset="0"/>
                <a:cs typeface="Calibri" charset="0"/>
              </a:rPr>
              <a:t> </a:t>
            </a:r>
            <a:r>
              <a:rPr kumimoji="0" lang="en-US" sz="2800" b="0" i="0" u="none" strike="noStrike" kern="0" cap="none" spc="0" normalizeH="0" noProof="0" dirty="0">
                <a:ln>
                  <a:noFill/>
                </a:ln>
                <a:solidFill>
                  <a:srgbClr val="00005C">
                    <a:lumMod val="90000"/>
                    <a:lumOff val="10000"/>
                  </a:srgbClr>
                </a:solidFill>
                <a:effectLst/>
                <a:uLnTx/>
                <a:uFillTx/>
                <a:latin typeface="Calibri" charset="0"/>
                <a:ea typeface="Calibri" charset="0"/>
                <a:cs typeface="Calibri" charset="0"/>
              </a:rPr>
              <a:t>ready to complete execution</a:t>
            </a:r>
            <a:endParaRPr kumimoji="0" lang="en-US" b="0" i="0" u="none" strike="noStrike" kern="0" cap="none" spc="0" normalizeH="0" baseline="0" noProof="0" dirty="0">
              <a:ln>
                <a:noFill/>
              </a:ln>
              <a:solidFill>
                <a:srgbClr val="000000"/>
              </a:solidFill>
              <a:effectLst/>
              <a:uLnTx/>
              <a:uFillTx/>
              <a:latin typeface="Calibri" charset="0"/>
              <a:ea typeface="Calibri" charset="0"/>
              <a:cs typeface="Calibri" charset="0"/>
            </a:endParaRPr>
          </a:p>
        </p:txBody>
      </p:sp>
    </p:spTree>
    <p:extLst>
      <p:ext uri="{BB962C8B-B14F-4D97-AF65-F5344CB8AC3E}">
        <p14:creationId xmlns:p14="http://schemas.microsoft.com/office/powerpoint/2010/main" val="124165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381000" y="6172200"/>
            <a:ext cx="1905000" cy="457200"/>
          </a:xfrm>
          <a:prstGeom prst="rect">
            <a:avLst/>
          </a:prstGeom>
          <a:extLst>
            <a:ext uri="{909E8E84-426E-40dd-AFC4-6F175D3DCCD1}">
              <a14:hiddenFill xmlns:a14="http://schemas.microsoft.com/office/drawing/2010/main" xmlns="">
                <a:solidFill>
                  <a:schemeClr val="accent1"/>
                </a:solidFill>
              </a14:hiddenFill>
            </a:ext>
          </a:extLst>
        </p:spPr>
        <p:txBody>
          <a:bodyPr/>
          <a:lstStyle/>
          <a:p>
            <a:pPr algn="l">
              <a:defRPr/>
            </a:pPr>
            <a:fld id="{8111D8F3-CF89-7D47-BBE7-75BF682A81A5}" type="slidenum">
              <a:rPr lang="en-US">
                <a:solidFill>
                  <a:schemeClr val="tx1"/>
                </a:solidFill>
              </a:rPr>
              <a:pPr algn="l">
                <a:defRPr/>
              </a:pPr>
              <a:t>26</a:t>
            </a:fld>
            <a:endParaRPr lang="en-US">
              <a:solidFill>
                <a:schemeClr val="tx1"/>
              </a:solidFill>
            </a:endParaRPr>
          </a:p>
        </p:txBody>
      </p:sp>
      <p:sp>
        <p:nvSpPr>
          <p:cNvPr id="916482" name="Rectangle 2"/>
          <p:cNvSpPr>
            <a:spLocks noGrp="1" noChangeArrowheads="1"/>
          </p:cNvSpPr>
          <p:nvPr>
            <p:ph type="title"/>
          </p:nvPr>
        </p:nvSpPr>
        <p:spPr/>
        <p:txBody>
          <a:bodyPr/>
          <a:lstStyle/>
          <a:p>
            <a:pPr algn="ctr" eaLnBrk="1" hangingPunct="1">
              <a:defRPr/>
            </a:pPr>
            <a:r>
              <a:rPr lang="en-GB" dirty="0"/>
              <a:t>Orderly Termination: exit()</a:t>
            </a:r>
          </a:p>
        </p:txBody>
      </p:sp>
      <p:sp>
        <p:nvSpPr>
          <p:cNvPr id="916483" name="Rectangle 3"/>
          <p:cNvSpPr>
            <a:spLocks noGrp="1" noChangeArrowheads="1"/>
          </p:cNvSpPr>
          <p:nvPr>
            <p:ph type="body" idx="1"/>
          </p:nvPr>
        </p:nvSpPr>
        <p:spPr/>
        <p:txBody>
          <a:bodyPr/>
          <a:lstStyle/>
          <a:p>
            <a:pPr eaLnBrk="1" hangingPunct="1">
              <a:buFont typeface="Wingdings" charset="2"/>
              <a:buChar char="q"/>
              <a:defRPr/>
            </a:pPr>
            <a:r>
              <a:rPr lang="en-GB" dirty="0">
                <a:solidFill>
                  <a:schemeClr val="bg2"/>
                </a:solidFill>
              </a:rPr>
              <a:t>To finish execution, a child may call exit(</a:t>
            </a:r>
            <a:r>
              <a:rPr lang="en-GB" i="1" dirty="0">
                <a:solidFill>
                  <a:schemeClr val="bg2"/>
                </a:solidFill>
              </a:rPr>
              <a:t>number</a:t>
            </a:r>
            <a:r>
              <a:rPr lang="en-GB" dirty="0">
                <a:solidFill>
                  <a:schemeClr val="bg2"/>
                </a:solidFill>
              </a:rPr>
              <a:t>)</a:t>
            </a:r>
          </a:p>
          <a:p>
            <a:pPr eaLnBrk="1" hangingPunct="1">
              <a:buFont typeface="Wingdings" charset="2"/>
              <a:buChar char="q"/>
              <a:defRPr/>
            </a:pPr>
            <a:endParaRPr lang="en-GB" sz="1400" dirty="0">
              <a:solidFill>
                <a:schemeClr val="bg2"/>
              </a:solidFill>
            </a:endParaRPr>
          </a:p>
          <a:p>
            <a:pPr eaLnBrk="1" hangingPunct="1">
              <a:buFont typeface="Wingdings" charset="2"/>
              <a:buChar char="q"/>
              <a:defRPr/>
            </a:pPr>
            <a:r>
              <a:rPr lang="en-GB" dirty="0">
                <a:solidFill>
                  <a:schemeClr val="bg2"/>
                </a:solidFill>
              </a:rPr>
              <a:t>This system call:</a:t>
            </a:r>
          </a:p>
          <a:p>
            <a:pPr lvl="1" eaLnBrk="1" hangingPunct="1">
              <a:defRPr/>
            </a:pPr>
            <a:r>
              <a:rPr lang="en-GB" dirty="0"/>
              <a:t>Saves result = argument of exit</a:t>
            </a:r>
          </a:p>
          <a:p>
            <a:pPr lvl="1" eaLnBrk="1" hangingPunct="1">
              <a:defRPr/>
            </a:pPr>
            <a:r>
              <a:rPr lang="en-GB" dirty="0"/>
              <a:t>Closes all open files, connections</a:t>
            </a:r>
          </a:p>
          <a:p>
            <a:pPr lvl="1" eaLnBrk="1" hangingPunct="1">
              <a:defRPr/>
            </a:pPr>
            <a:r>
              <a:rPr lang="en-GB" dirty="0" err="1"/>
              <a:t>Deallocates</a:t>
            </a:r>
            <a:r>
              <a:rPr lang="en-GB" dirty="0"/>
              <a:t> memory </a:t>
            </a:r>
          </a:p>
          <a:p>
            <a:pPr lvl="1" eaLnBrk="1" hangingPunct="1">
              <a:defRPr/>
            </a:pPr>
            <a:r>
              <a:rPr lang="en-GB" dirty="0"/>
              <a:t>Checks if parent is alive</a:t>
            </a:r>
          </a:p>
          <a:p>
            <a:pPr lvl="1" eaLnBrk="1" hangingPunct="1">
              <a:defRPr/>
            </a:pPr>
            <a:r>
              <a:rPr lang="en-GB" dirty="0"/>
              <a:t>If parent is alive, holds the result value until the parent requests it (with </a:t>
            </a:r>
            <a:r>
              <a:rPr lang="en-GB" dirty="0">
                <a:solidFill>
                  <a:schemeClr val="bg2"/>
                </a:solidFill>
              </a:rPr>
              <a:t>wait</a:t>
            </a:r>
            <a:r>
              <a:rPr lang="en-GB" dirty="0"/>
              <a:t>); in this case, the child process does not really die, but it enters a </a:t>
            </a:r>
            <a:r>
              <a:rPr lang="en-GB" dirty="0">
                <a:solidFill>
                  <a:srgbClr val="CC3300"/>
                </a:solidFill>
              </a:rPr>
              <a:t>zombie/defunct </a:t>
            </a:r>
            <a:r>
              <a:rPr lang="en-GB" dirty="0"/>
              <a:t>state</a:t>
            </a:r>
          </a:p>
          <a:p>
            <a:pPr lvl="1" eaLnBrk="1" hangingPunct="1">
              <a:defRPr/>
            </a:pPr>
            <a:r>
              <a:rPr lang="en-GB" dirty="0"/>
              <a:t>If parent is not alive, the child terminates (dies)</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0" name="Rectangle 2"/>
          <p:cNvSpPr>
            <a:spLocks noGrp="1" noChangeArrowheads="1"/>
          </p:cNvSpPr>
          <p:nvPr>
            <p:ph type="title"/>
          </p:nvPr>
        </p:nvSpPr>
        <p:spPr/>
        <p:txBody>
          <a:bodyPr/>
          <a:lstStyle/>
          <a:p>
            <a:pPr algn="ctr" eaLnBrk="1" hangingPunct="1">
              <a:defRPr/>
            </a:pPr>
            <a:r>
              <a:rPr lang="en-US" dirty="0"/>
              <a:t>Recap: Managing Unix Processes </a:t>
            </a:r>
            <a:endParaRPr lang="en-US" sz="2800" dirty="0">
              <a:latin typeface="Courier New" charset="0"/>
            </a:endParaRPr>
          </a:p>
        </p:txBody>
      </p:sp>
      <p:sp>
        <p:nvSpPr>
          <p:cNvPr id="918531" name="Rectangle 3"/>
          <p:cNvSpPr>
            <a:spLocks noGrp="1" noChangeArrowheads="1"/>
          </p:cNvSpPr>
          <p:nvPr>
            <p:ph type="body" idx="1"/>
          </p:nvPr>
        </p:nvSpPr>
        <p:spPr/>
        <p:txBody>
          <a:bodyPr/>
          <a:lstStyle/>
          <a:p>
            <a:pPr eaLnBrk="1" hangingPunct="1">
              <a:spcBef>
                <a:spcPct val="50000"/>
              </a:spcBef>
              <a:buFont typeface="Wingdings" charset="2"/>
              <a:buChar char="q"/>
              <a:defRPr/>
            </a:pPr>
            <a:r>
              <a:rPr lang="en-US" dirty="0">
                <a:solidFill>
                  <a:srgbClr val="000000"/>
                </a:solidFill>
              </a:rPr>
              <a:t>List processes using the </a:t>
            </a:r>
            <a:r>
              <a:rPr lang="en-US" b="1" dirty="0" err="1">
                <a:solidFill>
                  <a:srgbClr val="CC3300"/>
                </a:solidFill>
                <a:latin typeface="Courier New" charset="0"/>
              </a:rPr>
              <a:t>ps</a:t>
            </a:r>
            <a:r>
              <a:rPr lang="en-US" dirty="0">
                <a:solidFill>
                  <a:srgbClr val="000000"/>
                </a:solidFill>
              </a:rPr>
              <a:t> (process status) command:</a:t>
            </a:r>
            <a:endParaRPr lang="en-US" b="1" dirty="0">
              <a:solidFill>
                <a:srgbClr val="CC0000"/>
              </a:solidFill>
              <a:latin typeface="Courier New" charset="0"/>
            </a:endParaRPr>
          </a:p>
          <a:p>
            <a:pPr lvl="4" eaLnBrk="1" hangingPunct="1">
              <a:spcBef>
                <a:spcPts val="888"/>
              </a:spcBef>
              <a:buFontTx/>
              <a:buNone/>
              <a:defRPr/>
            </a:pPr>
            <a:r>
              <a:rPr lang="en-US" sz="2800" dirty="0" err="1">
                <a:solidFill>
                  <a:srgbClr val="CC0000"/>
                </a:solidFill>
                <a:latin typeface="Courier" pitchFamily="2" charset="0"/>
              </a:rPr>
              <a:t>ps</a:t>
            </a:r>
            <a:r>
              <a:rPr lang="en-US" sz="2800" dirty="0">
                <a:solidFill>
                  <a:srgbClr val="CC0000"/>
                </a:solidFill>
                <a:latin typeface="Courier" pitchFamily="2" charset="0"/>
              </a:rPr>
              <a:t> -f</a:t>
            </a:r>
          </a:p>
          <a:p>
            <a:pPr lvl="4" eaLnBrk="1" hangingPunct="1">
              <a:buFontTx/>
              <a:buNone/>
              <a:defRPr/>
            </a:pPr>
            <a:endParaRPr lang="en-US" sz="1800" b="1" i="1" dirty="0">
              <a:solidFill>
                <a:srgbClr val="CC0000"/>
              </a:solidFill>
              <a:latin typeface="Courier New" charset="0"/>
            </a:endParaRPr>
          </a:p>
          <a:p>
            <a:pPr eaLnBrk="1" hangingPunct="1">
              <a:buFont typeface="Wingdings" charset="2"/>
              <a:buChar char="q"/>
              <a:defRPr/>
            </a:pPr>
            <a:r>
              <a:rPr lang="en-US" dirty="0">
                <a:solidFill>
                  <a:srgbClr val="000000"/>
                </a:solidFill>
              </a:rPr>
              <a:t>The first column of the result is the process identifier</a:t>
            </a:r>
          </a:p>
          <a:p>
            <a:pPr eaLnBrk="1" hangingPunct="1">
              <a:buFont typeface="Wingdings" charset="2"/>
              <a:buChar char="q"/>
              <a:defRPr/>
            </a:pPr>
            <a:r>
              <a:rPr lang="en-US" dirty="0">
                <a:solidFill>
                  <a:srgbClr val="000000"/>
                </a:solidFill>
              </a:rPr>
              <a:t>To force a process to finish executing, use kill:</a:t>
            </a:r>
          </a:p>
          <a:p>
            <a:pPr eaLnBrk="1" hangingPunct="1">
              <a:buFont typeface="Wingdings" charset="2"/>
              <a:buChar char="q"/>
              <a:defRPr/>
            </a:pPr>
            <a:endParaRPr lang="en-US" sz="1200" dirty="0"/>
          </a:p>
          <a:p>
            <a:pPr lvl="4" eaLnBrk="1" hangingPunct="1">
              <a:buFontTx/>
              <a:buNone/>
              <a:defRPr/>
            </a:pPr>
            <a:r>
              <a:rPr lang="en-US" sz="2400" b="1" dirty="0">
                <a:solidFill>
                  <a:srgbClr val="CC0000"/>
                </a:solidFill>
                <a:latin typeface="Courier New" charset="0"/>
              </a:rPr>
              <a:t>		</a:t>
            </a:r>
            <a:r>
              <a:rPr lang="en-US" sz="2400" b="1" dirty="0">
                <a:solidFill>
                  <a:srgbClr val="CC0000"/>
                </a:solidFill>
                <a:latin typeface="Courier" pitchFamily="2" charset="0"/>
              </a:rPr>
              <a:t>kill –s KILL </a:t>
            </a:r>
            <a:r>
              <a:rPr lang="en-US" sz="2400" b="1" i="1" dirty="0" err="1">
                <a:solidFill>
                  <a:srgbClr val="CC0000"/>
                </a:solidFill>
                <a:latin typeface="Courier" pitchFamily="2" charset="0"/>
              </a:rPr>
              <a:t>processid</a:t>
            </a:r>
            <a:endParaRPr lang="en-US" sz="2400" dirty="0">
              <a:latin typeface="Courier" pitchFamily="2" charset="0"/>
            </a:endParaRPr>
          </a:p>
          <a:p>
            <a:pPr marL="0" lvl="4" indent="0" eaLnBrk="1" hangingPunct="1">
              <a:spcBef>
                <a:spcPts val="600"/>
              </a:spcBef>
              <a:buSzPct val="50000"/>
              <a:buFontTx/>
              <a:buNone/>
              <a:defRPr/>
            </a:pPr>
            <a:r>
              <a:rPr lang="en-US" sz="2400" b="1" dirty="0">
                <a:solidFill>
                  <a:srgbClr val="000000"/>
                </a:solidFill>
                <a:latin typeface="Courier" pitchFamily="2" charset="0"/>
              </a:rPr>
              <a:t>    (or)</a:t>
            </a:r>
            <a:r>
              <a:rPr lang="en-US" sz="2400" b="1" dirty="0">
                <a:solidFill>
                  <a:srgbClr val="CC0000"/>
                </a:solidFill>
                <a:latin typeface="Courier" pitchFamily="2" charset="0"/>
              </a:rPr>
              <a:t>	kill –SIGKILL </a:t>
            </a:r>
            <a:r>
              <a:rPr lang="en-US" sz="2400" b="1" i="1" dirty="0" err="1">
                <a:solidFill>
                  <a:srgbClr val="CC0000"/>
                </a:solidFill>
                <a:latin typeface="Courier" pitchFamily="2" charset="0"/>
              </a:rPr>
              <a:t>processid</a:t>
            </a:r>
            <a:endParaRPr lang="en-US" sz="2400" b="1" i="1" dirty="0">
              <a:solidFill>
                <a:srgbClr val="CC0000"/>
              </a:solidFill>
              <a:latin typeface="Courier" pitchFamily="2" charset="0"/>
            </a:endParaRPr>
          </a:p>
          <a:p>
            <a:pPr marL="0" indent="0" eaLnBrk="1" hangingPunct="1">
              <a:spcBef>
                <a:spcPts val="600"/>
              </a:spcBef>
              <a:buFont typeface="Wingdings" charset="2"/>
              <a:buNone/>
              <a:defRPr/>
            </a:pPr>
            <a:r>
              <a:rPr lang="en-US" sz="2400" b="1" dirty="0">
                <a:solidFill>
                  <a:srgbClr val="000000"/>
                </a:solidFill>
                <a:latin typeface="Courier" pitchFamily="2" charset="0"/>
              </a:rPr>
              <a:t> </a:t>
            </a:r>
            <a:r>
              <a:rPr lang="en-US" sz="2400" dirty="0">
                <a:solidFill>
                  <a:srgbClr val="000000"/>
                </a:solidFill>
                <a:latin typeface="Courier" pitchFamily="2" charset="0"/>
              </a:rPr>
              <a:t>   </a:t>
            </a:r>
            <a:r>
              <a:rPr lang="en-US" sz="2400" b="1" dirty="0">
                <a:solidFill>
                  <a:srgbClr val="000000"/>
                </a:solidFill>
                <a:latin typeface="Courier" pitchFamily="2" charset="0"/>
              </a:rPr>
              <a:t>(or)</a:t>
            </a:r>
            <a:r>
              <a:rPr lang="en-US" sz="2400" b="1" dirty="0">
                <a:solidFill>
                  <a:srgbClr val="CC0000"/>
                </a:solidFill>
                <a:latin typeface="Courier" pitchFamily="2" charset="0"/>
              </a:rPr>
              <a:t>	kill –9 </a:t>
            </a:r>
            <a:r>
              <a:rPr lang="en-US" sz="2400" b="1" i="1" dirty="0" err="1">
                <a:solidFill>
                  <a:srgbClr val="CC0000"/>
                </a:solidFill>
                <a:latin typeface="Courier" pitchFamily="2" charset="0"/>
              </a:rPr>
              <a:t>processid</a:t>
            </a:r>
            <a:endParaRPr lang="en-US" sz="2400" dirty="0">
              <a:latin typeface="Courier" pitchFamily="2" charset="0"/>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0" name="Rectangle 2"/>
          <p:cNvSpPr>
            <a:spLocks noGrp="1" noChangeArrowheads="1"/>
          </p:cNvSpPr>
          <p:nvPr>
            <p:ph type="title"/>
          </p:nvPr>
        </p:nvSpPr>
        <p:spPr/>
        <p:txBody>
          <a:bodyPr/>
          <a:lstStyle/>
          <a:p>
            <a:pPr algn="ctr" eaLnBrk="1" hangingPunct="1">
              <a:defRPr/>
            </a:pPr>
            <a:r>
              <a:rPr lang="en-US" dirty="0"/>
              <a:t>Fork Example 1: What Output?</a:t>
            </a:r>
          </a:p>
        </p:txBody>
      </p:sp>
      <p:sp>
        <p:nvSpPr>
          <p:cNvPr id="979973" name="Text Box 5"/>
          <p:cNvSpPr txBox="1">
            <a:spLocks noChangeArrowheads="1"/>
          </p:cNvSpPr>
          <p:nvPr/>
        </p:nvSpPr>
        <p:spPr bwMode="auto">
          <a:xfrm>
            <a:off x="1143000" y="930275"/>
            <a:ext cx="6956425" cy="5632450"/>
          </a:xfrm>
          <a:prstGeom prst="rect">
            <a:avLst/>
          </a:prstGeom>
          <a:solidFill>
            <a:srgbClr val="FFFF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defRPr/>
            </a:pPr>
            <a:r>
              <a:rPr lang="en-US" sz="2400" b="0" dirty="0" err="1">
                <a:solidFill>
                  <a:srgbClr val="000000"/>
                </a:solidFill>
                <a:latin typeface="Courier" pitchFamily="2" charset="0"/>
              </a:rPr>
              <a:t>int</a:t>
            </a:r>
            <a:r>
              <a:rPr lang="en-US" sz="2400" b="0" dirty="0">
                <a:solidFill>
                  <a:srgbClr val="000000"/>
                </a:solidFill>
                <a:latin typeface="Courier" pitchFamily="2" charset="0"/>
              </a:rPr>
              <a:t> x = 5;</a:t>
            </a:r>
          </a:p>
          <a:p>
            <a:pPr algn="l">
              <a:defRPr/>
            </a:pPr>
            <a:endParaRPr lang="en-US" sz="2400" b="0" dirty="0">
              <a:solidFill>
                <a:srgbClr val="000000"/>
              </a:solidFill>
              <a:latin typeface="Courier" pitchFamily="2" charset="0"/>
            </a:endParaRPr>
          </a:p>
          <a:p>
            <a:pPr algn="l">
              <a:defRPr/>
            </a:pPr>
            <a:r>
              <a:rPr lang="en-US" sz="2400" b="0" dirty="0" err="1">
                <a:solidFill>
                  <a:srgbClr val="000000"/>
                </a:solidFill>
                <a:latin typeface="Courier" pitchFamily="2" charset="0"/>
              </a:rPr>
              <a:t>int</a:t>
            </a:r>
            <a:r>
              <a:rPr lang="en-US" sz="2400" b="0" dirty="0">
                <a:solidFill>
                  <a:srgbClr val="000000"/>
                </a:solidFill>
                <a:latin typeface="Courier" pitchFamily="2" charset="0"/>
              </a:rPr>
              <a:t> main()</a:t>
            </a:r>
          </a:p>
          <a:p>
            <a:pPr algn="l">
              <a:defRPr/>
            </a:pPr>
            <a:r>
              <a:rPr lang="en-US" sz="2400" b="0" dirty="0">
                <a:solidFill>
                  <a:srgbClr val="000000"/>
                </a:solidFill>
                <a:latin typeface="Courier" pitchFamily="2" charset="0"/>
              </a:rPr>
              <a:t>{ </a:t>
            </a:r>
          </a:p>
          <a:p>
            <a:pPr algn="l">
              <a:defRPr/>
            </a:pPr>
            <a:r>
              <a:rPr lang="en-US" sz="2400" b="0" dirty="0">
                <a:solidFill>
                  <a:srgbClr val="000000"/>
                </a:solidFill>
                <a:latin typeface="Courier" pitchFamily="2" charset="0"/>
              </a:rPr>
              <a:t>   </a:t>
            </a:r>
            <a:r>
              <a:rPr lang="en-US" sz="2400" b="0" dirty="0" err="1">
                <a:solidFill>
                  <a:srgbClr val="000000"/>
                </a:solidFill>
                <a:latin typeface="Courier" pitchFamily="2" charset="0"/>
              </a:rPr>
              <a:t>pid_t</a:t>
            </a:r>
            <a:r>
              <a:rPr lang="en-US" sz="2400" b="0" dirty="0">
                <a:solidFill>
                  <a:srgbClr val="000000"/>
                </a:solidFill>
                <a:latin typeface="Courier" pitchFamily="2" charset="0"/>
              </a:rPr>
              <a:t> ret;</a:t>
            </a:r>
          </a:p>
          <a:p>
            <a:pPr algn="l">
              <a:defRPr/>
            </a:pPr>
            <a:r>
              <a:rPr lang="en-US" sz="2400" b="0" dirty="0">
                <a:solidFill>
                  <a:srgbClr val="000000"/>
                </a:solidFill>
                <a:latin typeface="Courier" pitchFamily="2" charset="0"/>
              </a:rPr>
              <a:t> </a:t>
            </a:r>
          </a:p>
          <a:p>
            <a:pPr algn="l">
              <a:defRPr/>
            </a:pPr>
            <a:r>
              <a:rPr lang="en-US" sz="2400" b="0" dirty="0">
                <a:solidFill>
                  <a:srgbClr val="000000"/>
                </a:solidFill>
                <a:latin typeface="Courier" pitchFamily="2" charset="0"/>
              </a:rPr>
              <a:t>   ret = fork();</a:t>
            </a:r>
          </a:p>
          <a:p>
            <a:pPr algn="l">
              <a:defRPr/>
            </a:pPr>
            <a:r>
              <a:rPr lang="en-US" sz="2400" b="0" dirty="0">
                <a:solidFill>
                  <a:srgbClr val="000000"/>
                </a:solidFill>
                <a:latin typeface="Courier" pitchFamily="2" charset="0"/>
              </a:rPr>
              <a:t>   </a:t>
            </a:r>
            <a:r>
              <a:rPr lang="en-US" sz="2400" b="0" dirty="0">
                <a:solidFill>
                  <a:srgbClr val="FF0000"/>
                </a:solidFill>
                <a:latin typeface="Courier" pitchFamily="2" charset="0"/>
              </a:rPr>
              <a:t>if (ret != 0) {</a:t>
            </a:r>
          </a:p>
          <a:p>
            <a:pPr algn="l">
              <a:defRPr/>
            </a:pPr>
            <a:r>
              <a:rPr lang="en-US" sz="2400" b="0" dirty="0">
                <a:solidFill>
                  <a:srgbClr val="FF0000"/>
                </a:solidFill>
                <a:latin typeface="Courier" pitchFamily="2" charset="0"/>
              </a:rPr>
              <a:t>     </a:t>
            </a:r>
            <a:r>
              <a:rPr lang="en-US" sz="2400" b="0" dirty="0" err="1">
                <a:solidFill>
                  <a:srgbClr val="FF0000"/>
                </a:solidFill>
                <a:latin typeface="Courier" pitchFamily="2" charset="0"/>
              </a:rPr>
              <a:t>printf</a:t>
            </a:r>
            <a:r>
              <a:rPr lang="en-US" sz="2400" b="0" dirty="0">
                <a:solidFill>
                  <a:srgbClr val="FF0000"/>
                </a:solidFill>
                <a:latin typeface="Courier" pitchFamily="2" charset="0"/>
              </a:rPr>
              <a:t>(</a:t>
            </a:r>
            <a:r>
              <a:rPr lang="ja-JP" altLang="en-US" sz="2400" b="0" dirty="0">
                <a:solidFill>
                  <a:srgbClr val="FF0000"/>
                </a:solidFill>
                <a:latin typeface="Courier" pitchFamily="2" charset="0"/>
              </a:rPr>
              <a:t>“</a:t>
            </a:r>
            <a:r>
              <a:rPr lang="en-US" sz="2400" b="0" dirty="0">
                <a:solidFill>
                  <a:srgbClr val="FF0000"/>
                </a:solidFill>
                <a:latin typeface="Courier" pitchFamily="2" charset="0"/>
              </a:rPr>
              <a:t>parent: x = %d\n</a:t>
            </a:r>
            <a:r>
              <a:rPr lang="ja-JP" altLang="en-US" sz="2400" b="0" dirty="0">
                <a:solidFill>
                  <a:srgbClr val="FF0000"/>
                </a:solidFill>
                <a:latin typeface="Courier" pitchFamily="2" charset="0"/>
              </a:rPr>
              <a:t>”</a:t>
            </a:r>
            <a:r>
              <a:rPr lang="en-US" sz="2400" b="0" dirty="0">
                <a:solidFill>
                  <a:srgbClr val="FF0000"/>
                </a:solidFill>
                <a:latin typeface="Courier" pitchFamily="2" charset="0"/>
              </a:rPr>
              <a:t>, --x);</a:t>
            </a:r>
          </a:p>
          <a:p>
            <a:pPr algn="l">
              <a:defRPr/>
            </a:pPr>
            <a:r>
              <a:rPr lang="en-US" sz="2400" b="0" dirty="0">
                <a:solidFill>
                  <a:srgbClr val="FF0000"/>
                </a:solidFill>
                <a:latin typeface="Courier" pitchFamily="2" charset="0"/>
              </a:rPr>
              <a:t>     exit(0);</a:t>
            </a:r>
          </a:p>
          <a:p>
            <a:pPr algn="l">
              <a:defRPr/>
            </a:pPr>
            <a:r>
              <a:rPr lang="en-US" sz="2400" b="0" dirty="0">
                <a:solidFill>
                  <a:srgbClr val="000000"/>
                </a:solidFill>
                <a:latin typeface="Courier" pitchFamily="2" charset="0"/>
              </a:rPr>
              <a:t>   </a:t>
            </a:r>
            <a:r>
              <a:rPr lang="en-US" sz="2400" b="0" dirty="0">
                <a:solidFill>
                  <a:srgbClr val="FF0000"/>
                </a:solidFill>
                <a:latin typeface="Courier" pitchFamily="2" charset="0"/>
              </a:rPr>
              <a:t>}</a:t>
            </a:r>
            <a:r>
              <a:rPr lang="en-US" sz="2400" b="0" dirty="0">
                <a:solidFill>
                  <a:srgbClr val="000000"/>
                </a:solidFill>
                <a:latin typeface="Courier" pitchFamily="2" charset="0"/>
              </a:rPr>
              <a:t> </a:t>
            </a:r>
            <a:r>
              <a:rPr lang="en-US" sz="2400" b="0" dirty="0">
                <a:solidFill>
                  <a:srgbClr val="0000FF"/>
                </a:solidFill>
                <a:latin typeface="Courier" pitchFamily="2" charset="0"/>
              </a:rPr>
              <a:t>else {</a:t>
            </a:r>
          </a:p>
          <a:p>
            <a:pPr algn="l">
              <a:defRPr/>
            </a:pPr>
            <a:r>
              <a:rPr lang="en-US" sz="2400" b="0" dirty="0">
                <a:solidFill>
                  <a:srgbClr val="0000FF"/>
                </a:solidFill>
                <a:latin typeface="Courier" pitchFamily="2" charset="0"/>
              </a:rPr>
              <a:t>     </a:t>
            </a:r>
            <a:r>
              <a:rPr lang="en-US" sz="2400" b="0" dirty="0" err="1">
                <a:solidFill>
                  <a:srgbClr val="0000FF"/>
                </a:solidFill>
                <a:latin typeface="Courier" pitchFamily="2" charset="0"/>
              </a:rPr>
              <a:t>printf</a:t>
            </a:r>
            <a:r>
              <a:rPr lang="en-US" sz="2400" b="0" dirty="0">
                <a:solidFill>
                  <a:srgbClr val="0000FF"/>
                </a:solidFill>
                <a:latin typeface="Courier" pitchFamily="2" charset="0"/>
              </a:rPr>
              <a:t>(</a:t>
            </a:r>
            <a:r>
              <a:rPr lang="ja-JP" altLang="en-US" sz="2400" b="0" dirty="0">
                <a:solidFill>
                  <a:srgbClr val="0000FF"/>
                </a:solidFill>
                <a:latin typeface="Courier" pitchFamily="2" charset="0"/>
              </a:rPr>
              <a:t>“</a:t>
            </a:r>
            <a:r>
              <a:rPr lang="en-US" sz="2400" b="0" dirty="0">
                <a:solidFill>
                  <a:srgbClr val="0000FF"/>
                </a:solidFill>
                <a:latin typeface="Courier" pitchFamily="2" charset="0"/>
              </a:rPr>
              <a:t>child: x = %d\n</a:t>
            </a:r>
            <a:r>
              <a:rPr lang="ja-JP" altLang="en-US" sz="2400" b="0" dirty="0">
                <a:solidFill>
                  <a:srgbClr val="0000FF"/>
                </a:solidFill>
                <a:latin typeface="Courier" pitchFamily="2" charset="0"/>
              </a:rPr>
              <a:t>”</a:t>
            </a:r>
            <a:r>
              <a:rPr lang="en-US" sz="2400" b="0" dirty="0">
                <a:solidFill>
                  <a:srgbClr val="0000FF"/>
                </a:solidFill>
                <a:latin typeface="Courier" pitchFamily="2" charset="0"/>
              </a:rPr>
              <a:t>, ++x);</a:t>
            </a:r>
          </a:p>
          <a:p>
            <a:pPr algn="l">
              <a:defRPr/>
            </a:pPr>
            <a:r>
              <a:rPr lang="en-US" sz="2400" b="0" dirty="0">
                <a:solidFill>
                  <a:srgbClr val="0000FF"/>
                </a:solidFill>
                <a:latin typeface="Courier" pitchFamily="2" charset="0"/>
              </a:rPr>
              <a:t>     exit(0);</a:t>
            </a:r>
          </a:p>
          <a:p>
            <a:pPr algn="l">
              <a:defRPr/>
            </a:pPr>
            <a:r>
              <a:rPr lang="en-US" sz="2400" b="0" dirty="0">
                <a:solidFill>
                  <a:srgbClr val="0000FF"/>
                </a:solidFill>
                <a:latin typeface="Courier" pitchFamily="2" charset="0"/>
              </a:rPr>
              <a:t>   }</a:t>
            </a:r>
          </a:p>
          <a:p>
            <a:pPr algn="l">
              <a:defRPr/>
            </a:pPr>
            <a:r>
              <a:rPr lang="en-US" sz="2400" b="0" dirty="0">
                <a:solidFill>
                  <a:srgbClr val="000000"/>
                </a:solidFill>
                <a:latin typeface="Courier" pitchFamily="2" charset="0"/>
              </a:rPr>
              <a:t>}</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Rectangle 2"/>
          <p:cNvSpPr>
            <a:spLocks noGrp="1" noChangeArrowheads="1"/>
          </p:cNvSpPr>
          <p:nvPr>
            <p:ph type="title"/>
          </p:nvPr>
        </p:nvSpPr>
        <p:spPr/>
        <p:txBody>
          <a:bodyPr/>
          <a:lstStyle/>
          <a:p>
            <a:pPr algn="ctr" eaLnBrk="1" hangingPunct="1">
              <a:defRPr/>
            </a:pPr>
            <a:r>
              <a:rPr lang="en-US" dirty="0"/>
              <a:t>Fork Example 2</a:t>
            </a:r>
          </a:p>
        </p:txBody>
      </p:sp>
      <p:sp>
        <p:nvSpPr>
          <p:cNvPr id="980995" name="Rectangle 3"/>
          <p:cNvSpPr>
            <a:spLocks noGrp="1" noChangeArrowheads="1"/>
          </p:cNvSpPr>
          <p:nvPr>
            <p:ph type="body" idx="1"/>
          </p:nvPr>
        </p:nvSpPr>
        <p:spPr>
          <a:xfrm>
            <a:off x="198076" y="1041181"/>
            <a:ext cx="7177489" cy="544380"/>
          </a:xfrm>
        </p:spPr>
        <p:txBody>
          <a:bodyPr/>
          <a:lstStyle/>
          <a:p>
            <a:pPr eaLnBrk="1" hangingPunct="1">
              <a:buFont typeface="Wingdings" charset="2"/>
              <a:buChar char="q"/>
              <a:defRPr/>
            </a:pPr>
            <a:r>
              <a:rPr lang="en-US" dirty="0"/>
              <a:t>Both parent and child continue forking:</a:t>
            </a:r>
          </a:p>
          <a:p>
            <a:pPr eaLnBrk="1" hangingPunct="1">
              <a:buFont typeface="Wingdings" charset="2"/>
              <a:buChar char="q"/>
              <a:defRPr/>
            </a:pPr>
            <a:endParaRPr lang="en-US" dirty="0"/>
          </a:p>
        </p:txBody>
      </p:sp>
      <p:sp>
        <p:nvSpPr>
          <p:cNvPr id="981018" name="Text Box 26"/>
          <p:cNvSpPr txBox="1">
            <a:spLocks noChangeArrowheads="1"/>
          </p:cNvSpPr>
          <p:nvPr/>
        </p:nvSpPr>
        <p:spPr bwMode="auto">
          <a:xfrm>
            <a:off x="963119" y="2590800"/>
            <a:ext cx="3724096" cy="2554545"/>
          </a:xfrm>
          <a:prstGeom prst="rect">
            <a:avLst/>
          </a:prstGeom>
          <a:solidFill>
            <a:srgbClr val="FFFF99"/>
          </a:solidFill>
          <a:ln w="317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b="0" dirty="0">
                <a:solidFill>
                  <a:srgbClr val="000000"/>
                </a:solidFill>
                <a:latin typeface="Courier" pitchFamily="2" charset="0"/>
              </a:rPr>
              <a:t>void fork2()</a:t>
            </a:r>
          </a:p>
          <a:p>
            <a:pPr algn="l" eaLnBrk="0" hangingPunct="0">
              <a:defRPr/>
            </a:pPr>
            <a:r>
              <a:rPr lang="en-US" b="0" dirty="0">
                <a:solidFill>
                  <a:srgbClr val="000000"/>
                </a:solidFill>
                <a:latin typeface="Courier" pitchFamily="2" charset="0"/>
              </a:rPr>
              <a:t>{</a:t>
            </a:r>
          </a:p>
          <a:p>
            <a:pPr algn="l" eaLnBrk="0" hangingPunct="0">
              <a:defRPr/>
            </a:pPr>
            <a:r>
              <a:rPr lang="en-US" b="0" dirty="0">
                <a:solidFill>
                  <a:srgbClr val="000000"/>
                </a:solidFill>
                <a:latin typeface="Courier" pitchFamily="2" charset="0"/>
              </a:rPr>
              <a:t>    </a:t>
            </a:r>
            <a:r>
              <a:rPr lang="en-US" b="0" dirty="0" err="1">
                <a:solidFill>
                  <a:srgbClr val="000000"/>
                </a:solidFill>
                <a:latin typeface="Courier" pitchFamily="2" charset="0"/>
              </a:rPr>
              <a:t>printf</a:t>
            </a:r>
            <a:r>
              <a:rPr lang="en-US" b="0" dirty="0">
                <a:solidFill>
                  <a:srgbClr val="000000"/>
                </a:solidFill>
                <a:latin typeface="Courier" pitchFamily="2" charset="0"/>
              </a:rPr>
              <a:t>("L0\n");</a:t>
            </a:r>
          </a:p>
          <a:p>
            <a:pPr algn="l" eaLnBrk="0" hangingPunct="0">
              <a:defRPr/>
            </a:pPr>
            <a:r>
              <a:rPr lang="en-US" b="0" dirty="0">
                <a:solidFill>
                  <a:srgbClr val="000000"/>
                </a:solidFill>
                <a:latin typeface="Courier" pitchFamily="2" charset="0"/>
              </a:rPr>
              <a:t>    fork();</a:t>
            </a:r>
          </a:p>
          <a:p>
            <a:pPr algn="l" eaLnBrk="0" hangingPunct="0">
              <a:defRPr/>
            </a:pPr>
            <a:r>
              <a:rPr lang="en-US" b="0" dirty="0">
                <a:solidFill>
                  <a:srgbClr val="000000"/>
                </a:solidFill>
                <a:latin typeface="Courier" pitchFamily="2" charset="0"/>
              </a:rPr>
              <a:t>    </a:t>
            </a:r>
            <a:r>
              <a:rPr lang="en-US" b="0" dirty="0" err="1">
                <a:solidFill>
                  <a:srgbClr val="0000FF"/>
                </a:solidFill>
                <a:latin typeface="Courier" pitchFamily="2" charset="0"/>
              </a:rPr>
              <a:t>printf</a:t>
            </a:r>
            <a:r>
              <a:rPr lang="en-US" b="0" dirty="0">
                <a:solidFill>
                  <a:srgbClr val="0000FF"/>
                </a:solidFill>
                <a:latin typeface="Courier" pitchFamily="2" charset="0"/>
              </a:rPr>
              <a:t>("L1\n");</a:t>
            </a:r>
            <a:r>
              <a:rPr lang="en-US" b="0" dirty="0">
                <a:solidFill>
                  <a:srgbClr val="000000"/>
                </a:solidFill>
                <a:latin typeface="Courier" pitchFamily="2" charset="0"/>
              </a:rPr>
              <a:t>    </a:t>
            </a:r>
          </a:p>
          <a:p>
            <a:pPr algn="l" eaLnBrk="0" hangingPunct="0">
              <a:defRPr/>
            </a:pPr>
            <a:r>
              <a:rPr lang="en-US" b="0" dirty="0">
                <a:solidFill>
                  <a:srgbClr val="000000"/>
                </a:solidFill>
                <a:latin typeface="Courier" pitchFamily="2" charset="0"/>
              </a:rPr>
              <a:t>    fork();</a:t>
            </a:r>
          </a:p>
          <a:p>
            <a:pPr algn="l" eaLnBrk="0" hangingPunct="0">
              <a:defRPr/>
            </a:pPr>
            <a:r>
              <a:rPr lang="en-US" b="0" dirty="0">
                <a:solidFill>
                  <a:srgbClr val="000000"/>
                </a:solidFill>
                <a:latin typeface="Courier" pitchFamily="2" charset="0"/>
              </a:rPr>
              <a:t>    </a:t>
            </a:r>
            <a:r>
              <a:rPr lang="en-US" b="0" dirty="0" err="1">
                <a:solidFill>
                  <a:srgbClr val="008000"/>
                </a:solidFill>
                <a:latin typeface="Courier" pitchFamily="2" charset="0"/>
              </a:rPr>
              <a:t>printf</a:t>
            </a:r>
            <a:r>
              <a:rPr lang="en-US" b="0" dirty="0">
                <a:solidFill>
                  <a:srgbClr val="008000"/>
                </a:solidFill>
                <a:latin typeface="Courier" pitchFamily="2" charset="0"/>
              </a:rPr>
              <a:t>("Bye\n");</a:t>
            </a:r>
          </a:p>
          <a:p>
            <a:pPr algn="l" eaLnBrk="0" hangingPunct="0">
              <a:defRPr/>
            </a:pPr>
            <a:r>
              <a:rPr lang="en-US" b="0" dirty="0">
                <a:solidFill>
                  <a:srgbClr val="000000"/>
                </a:solidFill>
                <a:latin typeface="Courier" pitchFamily="2" charset="0"/>
              </a:rPr>
              <a:t>}</a:t>
            </a:r>
          </a:p>
        </p:txBody>
      </p:sp>
      <p:sp>
        <p:nvSpPr>
          <p:cNvPr id="47" name="Oval 46"/>
          <p:cNvSpPr/>
          <p:nvPr/>
        </p:nvSpPr>
        <p:spPr bwMode="auto">
          <a:xfrm>
            <a:off x="6118225" y="2424113"/>
            <a:ext cx="673100" cy="649287"/>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P</a:t>
            </a:r>
          </a:p>
        </p:txBody>
      </p:sp>
      <p:sp>
        <p:nvSpPr>
          <p:cNvPr id="48" name="Text Box 29"/>
          <p:cNvSpPr txBox="1">
            <a:spLocks noChangeArrowheads="1"/>
          </p:cNvSpPr>
          <p:nvPr/>
        </p:nvSpPr>
        <p:spPr bwMode="auto">
          <a:xfrm>
            <a:off x="6808788" y="2322513"/>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0000"/>
                </a:solidFill>
                <a:cs typeface=""/>
              </a:rPr>
              <a:t>L0</a:t>
            </a:r>
          </a:p>
        </p:txBody>
      </p:sp>
      <p:grpSp>
        <p:nvGrpSpPr>
          <p:cNvPr id="53" name="Group 52"/>
          <p:cNvGrpSpPr>
            <a:grpSpLocks/>
          </p:cNvGrpSpPr>
          <p:nvPr/>
        </p:nvGrpSpPr>
        <p:grpSpPr bwMode="auto">
          <a:xfrm>
            <a:off x="5616575" y="2978150"/>
            <a:ext cx="733425" cy="1036638"/>
            <a:chOff x="5616684" y="2978832"/>
            <a:chExt cx="732647" cy="1036465"/>
          </a:xfrm>
        </p:grpSpPr>
        <p:sp>
          <p:nvSpPr>
            <p:cNvPr id="54" name="Oval 53"/>
            <p:cNvSpPr/>
            <p:nvPr/>
          </p:nvSpPr>
          <p:spPr bwMode="auto">
            <a:xfrm>
              <a:off x="5616684" y="3366117"/>
              <a:ext cx="732647" cy="649180"/>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1</a:t>
              </a:r>
            </a:p>
          </p:txBody>
        </p:sp>
        <p:cxnSp>
          <p:nvCxnSpPr>
            <p:cNvPr id="55" name="Straight Arrow Connector 54"/>
            <p:cNvCxnSpPr>
              <a:stCxn id="47" idx="3"/>
            </p:cNvCxnSpPr>
            <p:nvPr/>
          </p:nvCxnSpPr>
          <p:spPr bwMode="auto">
            <a:xfrm flipH="1">
              <a:off x="5983008" y="2978832"/>
              <a:ext cx="234701" cy="387285"/>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56" name="Text Box 29"/>
          <p:cNvSpPr txBox="1">
            <a:spLocks noChangeArrowheads="1"/>
          </p:cNvSpPr>
          <p:nvPr/>
        </p:nvSpPr>
        <p:spPr bwMode="auto">
          <a:xfrm>
            <a:off x="6808788" y="2551113"/>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00FF"/>
                </a:solidFill>
                <a:cs typeface=""/>
              </a:rPr>
              <a:t>L1</a:t>
            </a:r>
          </a:p>
        </p:txBody>
      </p:sp>
      <p:sp>
        <p:nvSpPr>
          <p:cNvPr id="57" name="Text Box 29"/>
          <p:cNvSpPr txBox="1">
            <a:spLocks noChangeArrowheads="1"/>
          </p:cNvSpPr>
          <p:nvPr/>
        </p:nvSpPr>
        <p:spPr bwMode="auto">
          <a:xfrm>
            <a:off x="5132388" y="3357563"/>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00FF"/>
                </a:solidFill>
                <a:cs typeface=""/>
              </a:rPr>
              <a:t>L1</a:t>
            </a:r>
          </a:p>
        </p:txBody>
      </p:sp>
      <p:grpSp>
        <p:nvGrpSpPr>
          <p:cNvPr id="58" name="Group 57"/>
          <p:cNvGrpSpPr>
            <a:grpSpLocks/>
          </p:cNvGrpSpPr>
          <p:nvPr/>
        </p:nvGrpSpPr>
        <p:grpSpPr bwMode="auto">
          <a:xfrm>
            <a:off x="5614988" y="2978150"/>
            <a:ext cx="1771650" cy="2074863"/>
            <a:chOff x="5615161" y="2978832"/>
            <a:chExt cx="1771634" cy="2074079"/>
          </a:xfrm>
        </p:grpSpPr>
        <p:sp>
          <p:nvSpPr>
            <p:cNvPr id="59" name="Oval 58"/>
            <p:cNvSpPr/>
            <p:nvPr/>
          </p:nvSpPr>
          <p:spPr bwMode="auto">
            <a:xfrm>
              <a:off x="6653377" y="3383492"/>
              <a:ext cx="733418" cy="649042"/>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2</a:t>
              </a:r>
            </a:p>
          </p:txBody>
        </p:sp>
        <p:sp>
          <p:nvSpPr>
            <p:cNvPr id="60" name="Oval 59"/>
            <p:cNvSpPr/>
            <p:nvPr/>
          </p:nvSpPr>
          <p:spPr bwMode="auto">
            <a:xfrm>
              <a:off x="5615161" y="4403868"/>
              <a:ext cx="733418" cy="649043"/>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3</a:t>
              </a:r>
            </a:p>
          </p:txBody>
        </p:sp>
        <p:cxnSp>
          <p:nvCxnSpPr>
            <p:cNvPr id="61" name="Straight Arrow Connector 60"/>
            <p:cNvCxnSpPr/>
            <p:nvPr/>
          </p:nvCxnSpPr>
          <p:spPr bwMode="auto">
            <a:xfrm flipH="1">
              <a:off x="5981870" y="4015078"/>
              <a:ext cx="1588" cy="388790"/>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cxnSp>
          <p:nvCxnSpPr>
            <p:cNvPr id="62" name="Straight Arrow Connector 61"/>
            <p:cNvCxnSpPr>
              <a:stCxn id="47" idx="5"/>
            </p:cNvCxnSpPr>
            <p:nvPr/>
          </p:nvCxnSpPr>
          <p:spPr bwMode="auto">
            <a:xfrm>
              <a:off x="6693063" y="2978832"/>
              <a:ext cx="327022" cy="404660"/>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63" name="Text Box 29"/>
          <p:cNvSpPr txBox="1">
            <a:spLocks noChangeArrowheads="1"/>
          </p:cNvSpPr>
          <p:nvPr/>
        </p:nvSpPr>
        <p:spPr bwMode="auto">
          <a:xfrm>
            <a:off x="6807200" y="2781300"/>
            <a:ext cx="554038" cy="338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8000"/>
                </a:solidFill>
                <a:cs typeface=""/>
              </a:rPr>
              <a:t>Bye</a:t>
            </a:r>
          </a:p>
        </p:txBody>
      </p:sp>
      <p:sp>
        <p:nvSpPr>
          <p:cNvPr id="64" name="Text Box 29"/>
          <p:cNvSpPr txBox="1">
            <a:spLocks noChangeArrowheads="1"/>
          </p:cNvSpPr>
          <p:nvPr/>
        </p:nvSpPr>
        <p:spPr bwMode="auto">
          <a:xfrm>
            <a:off x="5130800" y="3568700"/>
            <a:ext cx="554038" cy="338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8000"/>
                </a:solidFill>
                <a:cs typeface=""/>
              </a:rPr>
              <a:t>Bye</a:t>
            </a:r>
          </a:p>
        </p:txBody>
      </p:sp>
      <p:sp>
        <p:nvSpPr>
          <p:cNvPr id="65" name="Text Box 29"/>
          <p:cNvSpPr txBox="1">
            <a:spLocks noChangeArrowheads="1"/>
          </p:cNvSpPr>
          <p:nvPr/>
        </p:nvSpPr>
        <p:spPr bwMode="auto">
          <a:xfrm>
            <a:off x="7343775" y="3529013"/>
            <a:ext cx="554038" cy="3397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8000"/>
                </a:solidFill>
                <a:cs typeface=""/>
              </a:rPr>
              <a:t>Bye</a:t>
            </a:r>
          </a:p>
        </p:txBody>
      </p:sp>
      <p:sp>
        <p:nvSpPr>
          <p:cNvPr id="66" name="Text Box 29"/>
          <p:cNvSpPr txBox="1">
            <a:spLocks noChangeArrowheads="1"/>
          </p:cNvSpPr>
          <p:nvPr/>
        </p:nvSpPr>
        <p:spPr bwMode="auto">
          <a:xfrm>
            <a:off x="5111750" y="4530725"/>
            <a:ext cx="554038" cy="338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8000"/>
                </a:solidFill>
                <a:cs typeface=""/>
              </a:rPr>
              <a:t>Bye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ipe(up)">
                                      <p:cBhvr>
                                        <p:cTn id="11" dur="500"/>
                                        <p:tgtEl>
                                          <p:spTgt spid="5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wipe(up)">
                                      <p:cBhvr>
                                        <p:cTn id="22" dur="500"/>
                                        <p:tgtEl>
                                          <p:spTgt spid="5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6" grpId="0"/>
      <p:bldP spid="57" grpId="0"/>
      <p:bldP spid="63" grpId="0"/>
      <p:bldP spid="64" grpId="0"/>
      <p:bldP spid="65" grpId="0"/>
      <p:bldP spid="6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Rectangle 2"/>
          <p:cNvSpPr>
            <a:spLocks noGrp="1" noChangeArrowheads="1"/>
          </p:cNvSpPr>
          <p:nvPr>
            <p:ph type="title"/>
          </p:nvPr>
        </p:nvSpPr>
        <p:spPr/>
        <p:txBody>
          <a:bodyPr/>
          <a:lstStyle/>
          <a:p>
            <a:pPr algn="ctr" eaLnBrk="1" hangingPunct="1">
              <a:defRPr/>
            </a:pPr>
            <a:r>
              <a:rPr lang="en-US" dirty="0"/>
              <a:t>Fork Example 3</a:t>
            </a:r>
          </a:p>
        </p:txBody>
      </p:sp>
      <p:sp>
        <p:nvSpPr>
          <p:cNvPr id="982043" name="Text Box 27"/>
          <p:cNvSpPr txBox="1">
            <a:spLocks noChangeArrowheads="1"/>
          </p:cNvSpPr>
          <p:nvPr/>
        </p:nvSpPr>
        <p:spPr bwMode="auto">
          <a:xfrm>
            <a:off x="1020763" y="2252663"/>
            <a:ext cx="3355406" cy="2862322"/>
          </a:xfrm>
          <a:prstGeom prst="rect">
            <a:avLst/>
          </a:prstGeom>
          <a:solidFill>
            <a:srgbClr val="FFFF99"/>
          </a:solidFill>
          <a:ln w="317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800" b="1" dirty="0">
                <a:solidFill>
                  <a:srgbClr val="000000"/>
                </a:solidFill>
                <a:latin typeface="Courier New" charset="0"/>
                <a:cs typeface="+mn-cs"/>
              </a:rPr>
              <a:t>void fork3()</a:t>
            </a:r>
          </a:p>
          <a:p>
            <a:pPr algn="l" eaLnBrk="0" hangingPunct="0">
              <a:defRPr/>
            </a:pPr>
            <a:r>
              <a:rPr lang="en-US" sz="1800" b="1" dirty="0">
                <a:solidFill>
                  <a:srgbClr val="000000"/>
                </a:solidFill>
                <a:latin typeface="Courier New" charset="0"/>
                <a:cs typeface="+mn-cs"/>
              </a:rPr>
              <a:t>{</a:t>
            </a:r>
          </a:p>
          <a:p>
            <a:pPr algn="l" eaLnBrk="0" hangingPunct="0">
              <a:defRPr/>
            </a:pPr>
            <a:r>
              <a:rPr lang="en-US" sz="1800" b="1" dirty="0">
                <a:solidFill>
                  <a:srgbClr val="000000"/>
                </a:solidFill>
                <a:latin typeface="Courier New" charset="0"/>
                <a:cs typeface="+mn-cs"/>
              </a:rPr>
              <a:t>    </a:t>
            </a:r>
            <a:r>
              <a:rPr lang="en-US" sz="1800" b="1" dirty="0" err="1">
                <a:solidFill>
                  <a:srgbClr val="000000"/>
                </a:solidFill>
                <a:latin typeface="Courier New" charset="0"/>
                <a:cs typeface="+mn-cs"/>
              </a:rPr>
              <a:t>printf</a:t>
            </a:r>
            <a:r>
              <a:rPr lang="en-US" sz="1800" b="1" dirty="0">
                <a:solidFill>
                  <a:srgbClr val="000000"/>
                </a:solidFill>
                <a:latin typeface="Courier New" charset="0"/>
                <a:cs typeface="+mn-cs"/>
              </a:rPr>
              <a:t>("L0\n");</a:t>
            </a:r>
          </a:p>
          <a:p>
            <a:pPr algn="l" eaLnBrk="0" hangingPunct="0">
              <a:defRPr/>
            </a:pPr>
            <a:r>
              <a:rPr lang="en-US" sz="1800" b="1" dirty="0">
                <a:solidFill>
                  <a:srgbClr val="000000"/>
                </a:solidFill>
                <a:latin typeface="Courier New" charset="0"/>
                <a:cs typeface="+mn-cs"/>
              </a:rPr>
              <a:t>    fork();</a:t>
            </a:r>
          </a:p>
          <a:p>
            <a:pPr algn="l" eaLnBrk="0" hangingPunct="0">
              <a:defRPr/>
            </a:pPr>
            <a:r>
              <a:rPr lang="en-US" sz="1800" b="1" dirty="0">
                <a:solidFill>
                  <a:srgbClr val="000000"/>
                </a:solidFill>
                <a:latin typeface="Courier New" charset="0"/>
                <a:cs typeface="+mn-cs"/>
              </a:rPr>
              <a:t>    </a:t>
            </a:r>
            <a:r>
              <a:rPr lang="en-US" sz="1800" b="1" dirty="0" err="1">
                <a:solidFill>
                  <a:srgbClr val="0000FF"/>
                </a:solidFill>
                <a:latin typeface="Courier New" charset="0"/>
                <a:cs typeface="+mn-cs"/>
              </a:rPr>
              <a:t>printf</a:t>
            </a:r>
            <a:r>
              <a:rPr lang="en-US" sz="1800" b="1" dirty="0">
                <a:solidFill>
                  <a:srgbClr val="0000FF"/>
                </a:solidFill>
                <a:latin typeface="Courier New" charset="0"/>
                <a:cs typeface="+mn-cs"/>
              </a:rPr>
              <a:t>("L1\n");    </a:t>
            </a:r>
          </a:p>
          <a:p>
            <a:pPr algn="l" eaLnBrk="0" hangingPunct="0">
              <a:defRPr/>
            </a:pPr>
            <a:r>
              <a:rPr lang="en-US" sz="1800" b="1" dirty="0">
                <a:solidFill>
                  <a:srgbClr val="000000"/>
                </a:solidFill>
                <a:latin typeface="Courier New" charset="0"/>
                <a:cs typeface="+mn-cs"/>
              </a:rPr>
              <a:t>    fork();</a:t>
            </a:r>
          </a:p>
          <a:p>
            <a:pPr algn="l" eaLnBrk="0" hangingPunct="0">
              <a:defRPr/>
            </a:pPr>
            <a:r>
              <a:rPr lang="en-US" sz="1800" b="1" dirty="0">
                <a:solidFill>
                  <a:srgbClr val="000000"/>
                </a:solidFill>
                <a:latin typeface="Courier New" charset="0"/>
                <a:cs typeface="+mn-cs"/>
              </a:rPr>
              <a:t>    </a:t>
            </a:r>
            <a:r>
              <a:rPr lang="en-US" sz="1800" b="1" dirty="0" err="1">
                <a:solidFill>
                  <a:srgbClr val="008000"/>
                </a:solidFill>
                <a:latin typeface="Courier New" charset="0"/>
                <a:cs typeface="+mn-cs"/>
              </a:rPr>
              <a:t>printf</a:t>
            </a:r>
            <a:r>
              <a:rPr lang="en-US" sz="1800" b="1" dirty="0">
                <a:solidFill>
                  <a:srgbClr val="008000"/>
                </a:solidFill>
                <a:latin typeface="Courier New" charset="0"/>
                <a:cs typeface="+mn-cs"/>
              </a:rPr>
              <a:t>("L2\n");    </a:t>
            </a:r>
          </a:p>
          <a:p>
            <a:pPr algn="l" eaLnBrk="0" hangingPunct="0">
              <a:defRPr/>
            </a:pPr>
            <a:r>
              <a:rPr lang="en-US" sz="1800" b="1" dirty="0">
                <a:solidFill>
                  <a:srgbClr val="000000"/>
                </a:solidFill>
                <a:latin typeface="Courier New" charset="0"/>
                <a:cs typeface="+mn-cs"/>
              </a:rPr>
              <a:t>    fork();</a:t>
            </a:r>
          </a:p>
          <a:p>
            <a:pPr algn="l" eaLnBrk="0" hangingPunct="0">
              <a:defRPr/>
            </a:pPr>
            <a:r>
              <a:rPr lang="en-US" sz="1800" b="1" dirty="0">
                <a:solidFill>
                  <a:srgbClr val="000000"/>
                </a:solidFill>
                <a:latin typeface="Courier New" charset="0"/>
                <a:cs typeface="+mn-cs"/>
              </a:rPr>
              <a:t>    </a:t>
            </a:r>
            <a:r>
              <a:rPr lang="en-US" sz="1800" b="1" dirty="0" err="1">
                <a:solidFill>
                  <a:srgbClr val="CC3300"/>
                </a:solidFill>
                <a:latin typeface="Courier New" charset="0"/>
                <a:cs typeface="+mn-cs"/>
              </a:rPr>
              <a:t>printf</a:t>
            </a:r>
            <a:r>
              <a:rPr lang="en-US" sz="1800" b="1" dirty="0">
                <a:solidFill>
                  <a:srgbClr val="CC3300"/>
                </a:solidFill>
                <a:latin typeface="Courier New" charset="0"/>
                <a:cs typeface="+mn-cs"/>
              </a:rPr>
              <a:t>("Bye\n")</a:t>
            </a:r>
            <a:r>
              <a:rPr lang="en-US" sz="1800" b="1" dirty="0">
                <a:solidFill>
                  <a:srgbClr val="000000"/>
                </a:solidFill>
                <a:latin typeface="Courier New" charset="0"/>
                <a:cs typeface="+mn-cs"/>
              </a:rPr>
              <a:t>;</a:t>
            </a:r>
          </a:p>
          <a:p>
            <a:pPr algn="l" eaLnBrk="0" hangingPunct="0">
              <a:defRPr/>
            </a:pPr>
            <a:r>
              <a:rPr lang="en-US" sz="1800" b="1" dirty="0">
                <a:solidFill>
                  <a:srgbClr val="000000"/>
                </a:solidFill>
                <a:latin typeface="Courier New" charset="0"/>
                <a:cs typeface="+mn-cs"/>
              </a:rPr>
              <a:t>}</a:t>
            </a:r>
          </a:p>
        </p:txBody>
      </p:sp>
      <p:sp>
        <p:nvSpPr>
          <p:cNvPr id="99" name="Oval 98"/>
          <p:cNvSpPr/>
          <p:nvPr/>
        </p:nvSpPr>
        <p:spPr bwMode="auto">
          <a:xfrm>
            <a:off x="6176963" y="1597025"/>
            <a:ext cx="673100" cy="649288"/>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P</a:t>
            </a:r>
          </a:p>
        </p:txBody>
      </p:sp>
      <p:sp>
        <p:nvSpPr>
          <p:cNvPr id="100" name="Text Box 29"/>
          <p:cNvSpPr txBox="1">
            <a:spLocks noChangeArrowheads="1"/>
          </p:cNvSpPr>
          <p:nvPr/>
        </p:nvSpPr>
        <p:spPr bwMode="auto">
          <a:xfrm>
            <a:off x="6867525" y="1166813"/>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0000"/>
                </a:solidFill>
                <a:cs typeface=""/>
              </a:rPr>
              <a:t>L0</a:t>
            </a:r>
          </a:p>
        </p:txBody>
      </p:sp>
      <p:grpSp>
        <p:nvGrpSpPr>
          <p:cNvPr id="101" name="Group 7"/>
          <p:cNvGrpSpPr>
            <a:grpSpLocks/>
          </p:cNvGrpSpPr>
          <p:nvPr/>
        </p:nvGrpSpPr>
        <p:grpSpPr bwMode="auto">
          <a:xfrm>
            <a:off x="5251450" y="2151063"/>
            <a:ext cx="1023938" cy="1036637"/>
            <a:chOff x="5251124" y="2151340"/>
            <a:chExt cx="1023671" cy="1036465"/>
          </a:xfrm>
        </p:grpSpPr>
        <p:sp>
          <p:nvSpPr>
            <p:cNvPr id="102" name="Oval 101"/>
            <p:cNvSpPr/>
            <p:nvPr/>
          </p:nvSpPr>
          <p:spPr bwMode="auto">
            <a:xfrm>
              <a:off x="5251124" y="2538626"/>
              <a:ext cx="733234" cy="649179"/>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1</a:t>
              </a:r>
            </a:p>
          </p:txBody>
        </p:sp>
        <p:cxnSp>
          <p:nvCxnSpPr>
            <p:cNvPr id="103" name="Straight Arrow Connector 102"/>
            <p:cNvCxnSpPr/>
            <p:nvPr/>
          </p:nvCxnSpPr>
          <p:spPr bwMode="auto">
            <a:xfrm flipH="1">
              <a:off x="5617741" y="2151340"/>
              <a:ext cx="657054" cy="387286"/>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104" name="Text Box 29"/>
          <p:cNvSpPr txBox="1">
            <a:spLocks noChangeArrowheads="1"/>
          </p:cNvSpPr>
          <p:nvPr/>
        </p:nvSpPr>
        <p:spPr bwMode="auto">
          <a:xfrm>
            <a:off x="6865938" y="1397000"/>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00FF"/>
                </a:solidFill>
                <a:cs typeface=""/>
              </a:rPr>
              <a:t>L1</a:t>
            </a:r>
          </a:p>
        </p:txBody>
      </p:sp>
      <p:sp>
        <p:nvSpPr>
          <p:cNvPr id="105" name="Text Box 29"/>
          <p:cNvSpPr txBox="1">
            <a:spLocks noChangeArrowheads="1"/>
          </p:cNvSpPr>
          <p:nvPr/>
        </p:nvSpPr>
        <p:spPr bwMode="auto">
          <a:xfrm>
            <a:off x="4748213" y="2530475"/>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00FF"/>
                </a:solidFill>
                <a:cs typeface=""/>
              </a:rPr>
              <a:t>L1</a:t>
            </a:r>
          </a:p>
        </p:txBody>
      </p:sp>
      <p:grpSp>
        <p:nvGrpSpPr>
          <p:cNvPr id="106" name="Group 6"/>
          <p:cNvGrpSpPr>
            <a:grpSpLocks/>
          </p:cNvGrpSpPr>
          <p:nvPr/>
        </p:nvGrpSpPr>
        <p:grpSpPr bwMode="auto">
          <a:xfrm>
            <a:off x="4845050" y="2246313"/>
            <a:ext cx="2022475" cy="1979612"/>
            <a:chOff x="4845561" y="2246411"/>
            <a:chExt cx="2021754" cy="1979008"/>
          </a:xfrm>
        </p:grpSpPr>
        <p:sp>
          <p:nvSpPr>
            <p:cNvPr id="107" name="Oval 106"/>
            <p:cNvSpPr/>
            <p:nvPr/>
          </p:nvSpPr>
          <p:spPr bwMode="auto">
            <a:xfrm>
              <a:off x="6134151" y="2555879"/>
              <a:ext cx="733164" cy="649090"/>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2</a:t>
              </a:r>
            </a:p>
          </p:txBody>
        </p:sp>
        <p:sp>
          <p:nvSpPr>
            <p:cNvPr id="108" name="Oval 107"/>
            <p:cNvSpPr/>
            <p:nvPr/>
          </p:nvSpPr>
          <p:spPr bwMode="auto">
            <a:xfrm>
              <a:off x="4845561" y="3576330"/>
              <a:ext cx="733164" cy="649089"/>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3</a:t>
              </a:r>
            </a:p>
          </p:txBody>
        </p:sp>
        <p:cxnSp>
          <p:nvCxnSpPr>
            <p:cNvPr id="109" name="Straight Arrow Connector 108"/>
            <p:cNvCxnSpPr/>
            <p:nvPr/>
          </p:nvCxnSpPr>
          <p:spPr bwMode="auto">
            <a:xfrm flipH="1">
              <a:off x="5212143" y="3187511"/>
              <a:ext cx="404668" cy="388819"/>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cxnSp>
          <p:nvCxnSpPr>
            <p:cNvPr id="110" name="Straight Arrow Connector 109"/>
            <p:cNvCxnSpPr/>
            <p:nvPr/>
          </p:nvCxnSpPr>
          <p:spPr bwMode="auto">
            <a:xfrm flipH="1">
              <a:off x="6500734" y="2246411"/>
              <a:ext cx="12695" cy="309468"/>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111" name="Text Box 29"/>
          <p:cNvSpPr txBox="1">
            <a:spLocks noChangeArrowheads="1"/>
          </p:cNvSpPr>
          <p:nvPr/>
        </p:nvSpPr>
        <p:spPr bwMode="auto">
          <a:xfrm>
            <a:off x="6864350" y="1625600"/>
            <a:ext cx="430213" cy="3397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8000"/>
                </a:solidFill>
                <a:cs typeface=""/>
              </a:rPr>
              <a:t>L2</a:t>
            </a:r>
          </a:p>
        </p:txBody>
      </p:sp>
      <p:sp>
        <p:nvSpPr>
          <p:cNvPr id="112" name="Text Box 29"/>
          <p:cNvSpPr txBox="1">
            <a:spLocks noChangeArrowheads="1"/>
          </p:cNvSpPr>
          <p:nvPr/>
        </p:nvSpPr>
        <p:spPr bwMode="auto">
          <a:xfrm>
            <a:off x="4746625" y="2740025"/>
            <a:ext cx="430213" cy="3397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8000"/>
                </a:solidFill>
                <a:cs typeface=""/>
              </a:rPr>
              <a:t>L2</a:t>
            </a:r>
          </a:p>
        </p:txBody>
      </p:sp>
      <p:sp>
        <p:nvSpPr>
          <p:cNvPr id="113" name="Text Box 29"/>
          <p:cNvSpPr txBox="1">
            <a:spLocks noChangeArrowheads="1"/>
          </p:cNvSpPr>
          <p:nvPr/>
        </p:nvSpPr>
        <p:spPr bwMode="auto">
          <a:xfrm>
            <a:off x="6824663" y="2606675"/>
            <a:ext cx="430212" cy="338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8000"/>
                </a:solidFill>
                <a:cs typeface=""/>
              </a:rPr>
              <a:t>L2</a:t>
            </a:r>
          </a:p>
        </p:txBody>
      </p:sp>
      <p:sp>
        <p:nvSpPr>
          <p:cNvPr id="114" name="Text Box 29"/>
          <p:cNvSpPr txBox="1">
            <a:spLocks noChangeArrowheads="1"/>
          </p:cNvSpPr>
          <p:nvPr/>
        </p:nvSpPr>
        <p:spPr bwMode="auto">
          <a:xfrm>
            <a:off x="4419600" y="3625850"/>
            <a:ext cx="430213" cy="338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8000"/>
                </a:solidFill>
                <a:cs typeface=""/>
              </a:rPr>
              <a:t>L2</a:t>
            </a:r>
          </a:p>
        </p:txBody>
      </p:sp>
      <p:sp>
        <p:nvSpPr>
          <p:cNvPr id="115" name="Text Box 29"/>
          <p:cNvSpPr txBox="1">
            <a:spLocks noChangeArrowheads="1"/>
          </p:cNvSpPr>
          <p:nvPr/>
        </p:nvSpPr>
        <p:spPr bwMode="auto">
          <a:xfrm>
            <a:off x="6865938" y="1873250"/>
            <a:ext cx="554037" cy="338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116" name="Text Box 29"/>
          <p:cNvSpPr txBox="1">
            <a:spLocks noChangeArrowheads="1"/>
          </p:cNvSpPr>
          <p:nvPr/>
        </p:nvSpPr>
        <p:spPr bwMode="auto">
          <a:xfrm>
            <a:off x="8018463" y="2698750"/>
            <a:ext cx="554037" cy="3397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117" name="Text Box 29"/>
          <p:cNvSpPr txBox="1">
            <a:spLocks noChangeArrowheads="1"/>
          </p:cNvSpPr>
          <p:nvPr/>
        </p:nvSpPr>
        <p:spPr bwMode="auto">
          <a:xfrm>
            <a:off x="4746625" y="2967038"/>
            <a:ext cx="554038" cy="3381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118" name="Text Box 29"/>
          <p:cNvSpPr txBox="1">
            <a:spLocks noChangeArrowheads="1"/>
          </p:cNvSpPr>
          <p:nvPr/>
        </p:nvSpPr>
        <p:spPr bwMode="auto">
          <a:xfrm>
            <a:off x="6823075" y="2830513"/>
            <a:ext cx="554038" cy="3381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119" name="Text Box 29"/>
          <p:cNvSpPr txBox="1">
            <a:spLocks noChangeArrowheads="1"/>
          </p:cNvSpPr>
          <p:nvPr/>
        </p:nvSpPr>
        <p:spPr bwMode="auto">
          <a:xfrm>
            <a:off x="4418013" y="3870325"/>
            <a:ext cx="554037" cy="338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120" name="Text Box 29"/>
          <p:cNvSpPr txBox="1">
            <a:spLocks noChangeArrowheads="1"/>
          </p:cNvSpPr>
          <p:nvPr/>
        </p:nvSpPr>
        <p:spPr bwMode="auto">
          <a:xfrm>
            <a:off x="5842000" y="4197350"/>
            <a:ext cx="554038" cy="338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121" name="Text Box 29"/>
          <p:cNvSpPr txBox="1">
            <a:spLocks noChangeArrowheads="1"/>
          </p:cNvSpPr>
          <p:nvPr/>
        </p:nvSpPr>
        <p:spPr bwMode="auto">
          <a:xfrm>
            <a:off x="7380288" y="3754438"/>
            <a:ext cx="554037" cy="3381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grpSp>
        <p:nvGrpSpPr>
          <p:cNvPr id="122" name="Group 121"/>
          <p:cNvGrpSpPr>
            <a:grpSpLocks/>
          </p:cNvGrpSpPr>
          <p:nvPr/>
        </p:nvGrpSpPr>
        <p:grpSpPr bwMode="auto">
          <a:xfrm>
            <a:off x="4843463" y="2151063"/>
            <a:ext cx="3211512" cy="3073400"/>
            <a:chOff x="4844038" y="2151340"/>
            <a:chExt cx="3211614" cy="3073205"/>
          </a:xfrm>
        </p:grpSpPr>
        <p:sp>
          <p:nvSpPr>
            <p:cNvPr id="123" name="Oval 122"/>
            <p:cNvSpPr/>
            <p:nvPr/>
          </p:nvSpPr>
          <p:spPr bwMode="auto">
            <a:xfrm>
              <a:off x="5709252" y="3575237"/>
              <a:ext cx="733448" cy="649247"/>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5</a:t>
              </a:r>
            </a:p>
          </p:txBody>
        </p:sp>
        <p:sp>
          <p:nvSpPr>
            <p:cNvPr id="124" name="Oval 123"/>
            <p:cNvSpPr/>
            <p:nvPr/>
          </p:nvSpPr>
          <p:spPr bwMode="auto">
            <a:xfrm>
              <a:off x="6690359" y="3554601"/>
              <a:ext cx="731861" cy="649246"/>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6</a:t>
              </a:r>
            </a:p>
          </p:txBody>
        </p:sp>
        <p:sp>
          <p:nvSpPr>
            <p:cNvPr id="125" name="Oval 124"/>
            <p:cNvSpPr/>
            <p:nvPr/>
          </p:nvSpPr>
          <p:spPr bwMode="auto">
            <a:xfrm>
              <a:off x="7323792" y="2570413"/>
              <a:ext cx="731860" cy="649246"/>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4</a:t>
              </a:r>
            </a:p>
          </p:txBody>
        </p:sp>
        <p:cxnSp>
          <p:nvCxnSpPr>
            <p:cNvPr id="126" name="Straight Arrow Connector 125"/>
            <p:cNvCxnSpPr/>
            <p:nvPr/>
          </p:nvCxnSpPr>
          <p:spPr bwMode="auto">
            <a:xfrm>
              <a:off x="6750686" y="2151340"/>
              <a:ext cx="938243" cy="419073"/>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cxnSp>
          <p:nvCxnSpPr>
            <p:cNvPr id="127" name="Straight Arrow Connector 126"/>
            <p:cNvCxnSpPr/>
            <p:nvPr/>
          </p:nvCxnSpPr>
          <p:spPr bwMode="auto">
            <a:xfrm>
              <a:off x="6501441" y="3205373"/>
              <a:ext cx="554055" cy="349228"/>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cxnSp>
          <p:nvCxnSpPr>
            <p:cNvPr id="128" name="Straight Arrow Connector 127"/>
            <p:cNvCxnSpPr/>
            <p:nvPr/>
          </p:nvCxnSpPr>
          <p:spPr bwMode="auto">
            <a:xfrm>
              <a:off x="5617175" y="3187911"/>
              <a:ext cx="458803" cy="387325"/>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sp>
          <p:nvSpPr>
            <p:cNvPr id="129" name="Oval 128"/>
            <p:cNvSpPr/>
            <p:nvPr/>
          </p:nvSpPr>
          <p:spPr bwMode="auto">
            <a:xfrm>
              <a:off x="4844038" y="4575298"/>
              <a:ext cx="731860" cy="649247"/>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7</a:t>
              </a:r>
            </a:p>
          </p:txBody>
        </p:sp>
        <p:cxnSp>
          <p:nvCxnSpPr>
            <p:cNvPr id="130" name="Straight Arrow Connector 129"/>
            <p:cNvCxnSpPr/>
            <p:nvPr/>
          </p:nvCxnSpPr>
          <p:spPr bwMode="auto">
            <a:xfrm flipH="1">
              <a:off x="5210762" y="4226070"/>
              <a:ext cx="1588" cy="349228"/>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131" name="Text Box 29"/>
          <p:cNvSpPr txBox="1">
            <a:spLocks noChangeArrowheads="1"/>
          </p:cNvSpPr>
          <p:nvPr/>
        </p:nvSpPr>
        <p:spPr bwMode="auto">
          <a:xfrm>
            <a:off x="5532438" y="4773613"/>
            <a:ext cx="554037" cy="3381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39" name="Rectangle 3">
            <a:extLst>
              <a:ext uri="{FF2B5EF4-FFF2-40B4-BE49-F238E27FC236}">
                <a16:creationId xmlns:a16="http://schemas.microsoft.com/office/drawing/2014/main" id="{30CA3F91-EFC2-4D40-98F0-867C5D0902F0}"/>
              </a:ext>
            </a:extLst>
          </p:cNvPr>
          <p:cNvSpPr txBox="1">
            <a:spLocks noChangeArrowheads="1"/>
          </p:cNvSpPr>
          <p:nvPr/>
        </p:nvSpPr>
        <p:spPr bwMode="auto">
          <a:xfrm>
            <a:off x="198076" y="1041181"/>
            <a:ext cx="7177489" cy="54438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marL="315278" indent="-315278" algn="l" rtl="0" eaLnBrk="0" fontAlgn="base" hangingPunct="0">
              <a:spcBef>
                <a:spcPct val="50000"/>
              </a:spcBef>
              <a:spcAft>
                <a:spcPct val="0"/>
              </a:spcAft>
              <a:buSzPct val="60000"/>
              <a:buFont typeface="Wingdings" charset="2"/>
              <a:buChar char="q"/>
              <a:defRPr sz="2800">
                <a:solidFill>
                  <a:schemeClr val="accent6">
                    <a:lumMod val="90000"/>
                    <a:lumOff val="10000"/>
                  </a:schemeClr>
                </a:solidFill>
                <a:latin typeface="Calibri" charset="0"/>
                <a:ea typeface="Calibri" charset="0"/>
                <a:cs typeface="Calibri" charset="0"/>
              </a:defRPr>
            </a:lvl1pPr>
            <a:lvl2pPr marL="655003" indent="-315278" algn="l" rtl="0" eaLnBrk="0" fontAlgn="base" hangingPunct="0">
              <a:spcBef>
                <a:spcPct val="10000"/>
              </a:spcBef>
              <a:spcAft>
                <a:spcPct val="0"/>
              </a:spcAft>
              <a:buFont typeface="Helvetica" charset="0"/>
              <a:buChar char="–"/>
              <a:defRPr sz="2400">
                <a:solidFill>
                  <a:schemeClr val="tx1"/>
                </a:solidFill>
                <a:latin typeface="+mn-lt"/>
                <a:ea typeface="Arial" charset="0"/>
                <a:cs typeface="+mn-cs"/>
              </a:defRPr>
            </a:lvl2pPr>
            <a:lvl3pPr marL="911225" indent="-233363" algn="l" rtl="0" eaLnBrk="0" fontAlgn="base" hangingPunct="0">
              <a:spcBef>
                <a:spcPct val="10000"/>
              </a:spcBef>
              <a:spcAft>
                <a:spcPct val="0"/>
              </a:spcAft>
              <a:buFont typeface="Wingdings" charset="0"/>
              <a:buChar char=""/>
              <a:defRPr sz="2000">
                <a:solidFill>
                  <a:schemeClr val="tx1"/>
                </a:solidFill>
                <a:latin typeface="+mn-lt"/>
                <a:ea typeface="Arial" charset="0"/>
                <a:cs typeface="+mn-cs"/>
              </a:defRPr>
            </a:lvl3pPr>
            <a:lvl4pPr marL="1258888" indent="-233363" algn="l" rtl="0" eaLnBrk="0" fontAlgn="base" hangingPunct="0">
              <a:spcBef>
                <a:spcPct val="10000"/>
              </a:spcBef>
              <a:spcAft>
                <a:spcPct val="0"/>
              </a:spcAft>
              <a:buChar char="•"/>
              <a:defRPr sz="2000">
                <a:solidFill>
                  <a:schemeClr val="accent2"/>
                </a:solidFill>
                <a:latin typeface="+mj-lt"/>
                <a:ea typeface="Arial" charset="0"/>
                <a:cs typeface="+mn-cs"/>
              </a:defRPr>
            </a:lvl4pPr>
            <a:lvl5pPr marL="1597025" indent="-223838" algn="l" rtl="0" eaLnBrk="0" fontAlgn="base" hangingPunct="0">
              <a:spcBef>
                <a:spcPct val="10000"/>
              </a:spcBef>
              <a:spcAft>
                <a:spcPct val="0"/>
              </a:spcAft>
              <a:buChar char="•"/>
              <a:defRPr sz="2000">
                <a:solidFill>
                  <a:schemeClr val="tx1"/>
                </a:solidFill>
                <a:latin typeface="+mj-lt"/>
                <a:ea typeface="Arial" charset="0"/>
                <a:cs typeface="+mn-cs"/>
              </a:defRPr>
            </a:lvl5pPr>
            <a:lvl6pPr marL="2054225" indent="-223838" algn="l" rtl="0" eaLnBrk="0" fontAlgn="base" hangingPunct="0">
              <a:spcBef>
                <a:spcPct val="10000"/>
              </a:spcBef>
              <a:spcAft>
                <a:spcPct val="0"/>
              </a:spcAft>
              <a:buChar char="•"/>
              <a:defRPr sz="2000">
                <a:solidFill>
                  <a:schemeClr val="tx1"/>
                </a:solidFill>
                <a:latin typeface="+mj-lt"/>
                <a:ea typeface="Arial" charset="0"/>
                <a:cs typeface="+mn-cs"/>
              </a:defRPr>
            </a:lvl6pPr>
            <a:lvl7pPr marL="2511425" indent="-223838" algn="l" rtl="0" eaLnBrk="0" fontAlgn="base" hangingPunct="0">
              <a:spcBef>
                <a:spcPct val="10000"/>
              </a:spcBef>
              <a:spcAft>
                <a:spcPct val="0"/>
              </a:spcAft>
              <a:buChar char="•"/>
              <a:defRPr sz="2000">
                <a:solidFill>
                  <a:schemeClr val="tx1"/>
                </a:solidFill>
                <a:latin typeface="+mj-lt"/>
                <a:ea typeface="Arial" charset="0"/>
                <a:cs typeface="+mn-cs"/>
              </a:defRPr>
            </a:lvl7pPr>
            <a:lvl8pPr marL="2968625" indent="-223838" algn="l" rtl="0" eaLnBrk="0" fontAlgn="base" hangingPunct="0">
              <a:spcBef>
                <a:spcPct val="10000"/>
              </a:spcBef>
              <a:spcAft>
                <a:spcPct val="0"/>
              </a:spcAft>
              <a:buChar char="•"/>
              <a:defRPr sz="2000">
                <a:solidFill>
                  <a:schemeClr val="tx1"/>
                </a:solidFill>
                <a:latin typeface="+mj-lt"/>
                <a:ea typeface="Arial" charset="0"/>
                <a:cs typeface="+mn-cs"/>
              </a:defRPr>
            </a:lvl8pPr>
            <a:lvl9pPr marL="3425825" indent="-223838" algn="l" rtl="0" eaLnBrk="0" fontAlgn="base" hangingPunct="0">
              <a:spcBef>
                <a:spcPct val="10000"/>
              </a:spcBef>
              <a:spcAft>
                <a:spcPct val="0"/>
              </a:spcAft>
              <a:buChar char="•"/>
              <a:defRPr sz="2000">
                <a:solidFill>
                  <a:schemeClr val="tx1"/>
                </a:solidFill>
                <a:latin typeface="+mj-lt"/>
                <a:ea typeface="Arial" charset="0"/>
                <a:cs typeface="+mn-cs"/>
              </a:defRPr>
            </a:lvl9pPr>
          </a:lstStyle>
          <a:p>
            <a:pPr eaLnBrk="1" hangingPunct="1">
              <a:defRPr/>
            </a:pPr>
            <a:r>
              <a:rPr lang="en-US" b="0" kern="0"/>
              <a:t>Both parent and child continue forking:</a:t>
            </a:r>
          </a:p>
          <a:p>
            <a:pPr eaLnBrk="1" hangingPunct="1">
              <a:defRPr/>
            </a:pPr>
            <a:endParaRPr lang="en-US" b="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wipe(up)">
                                      <p:cBhvr>
                                        <p:cTn id="7" dur="500"/>
                                        <p:tgtEl>
                                          <p:spTgt spid="1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1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1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1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2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2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116" grpId="0"/>
      <p:bldP spid="117" grpId="0"/>
      <p:bldP spid="118" grpId="0"/>
      <p:bldP spid="119" grpId="0"/>
      <p:bldP spid="120" grpId="0"/>
      <p:bldP spid="121" grpId="0"/>
      <p:bldP spid="13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Rectangle 2"/>
          <p:cNvSpPr>
            <a:spLocks noGrp="1" noChangeArrowheads="1"/>
          </p:cNvSpPr>
          <p:nvPr>
            <p:ph type="title"/>
          </p:nvPr>
        </p:nvSpPr>
        <p:spPr/>
        <p:txBody>
          <a:bodyPr/>
          <a:lstStyle/>
          <a:p>
            <a:pPr algn="ctr" eaLnBrk="1" hangingPunct="1">
              <a:defRPr/>
            </a:pPr>
            <a:r>
              <a:rPr lang="en-US" dirty="0"/>
              <a:t>Fork Example 4</a:t>
            </a:r>
          </a:p>
        </p:txBody>
      </p:sp>
      <p:sp>
        <p:nvSpPr>
          <p:cNvPr id="983045" name="Text Box 5"/>
          <p:cNvSpPr txBox="1">
            <a:spLocks noChangeArrowheads="1"/>
          </p:cNvSpPr>
          <p:nvPr/>
        </p:nvSpPr>
        <p:spPr bwMode="auto">
          <a:xfrm>
            <a:off x="1219200" y="1587500"/>
            <a:ext cx="3727302" cy="4524315"/>
          </a:xfrm>
          <a:prstGeom prst="rect">
            <a:avLst/>
          </a:prstGeom>
          <a:solidFill>
            <a:srgbClr val="FFFF99"/>
          </a:solidFill>
          <a:ln w="317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800" b="1" dirty="0">
                <a:solidFill>
                  <a:srgbClr val="000000"/>
                </a:solidFill>
                <a:latin typeface="Courier New" charset="0"/>
                <a:cs typeface="+mn-cs"/>
              </a:rPr>
              <a:t>void fork4()</a:t>
            </a:r>
          </a:p>
          <a:p>
            <a:pPr algn="l" eaLnBrk="0" hangingPunct="0">
              <a:defRPr/>
            </a:pPr>
            <a:r>
              <a:rPr lang="en-US" sz="1800" b="1" dirty="0">
                <a:solidFill>
                  <a:srgbClr val="000000"/>
                </a:solidFill>
                <a:latin typeface="Courier New" charset="0"/>
                <a:cs typeface="+mn-cs"/>
              </a:rPr>
              <a:t>{</a:t>
            </a:r>
          </a:p>
          <a:p>
            <a:pPr algn="l" eaLnBrk="0" hangingPunct="0">
              <a:defRPr/>
            </a:pPr>
            <a:r>
              <a:rPr lang="en-US" sz="1800" b="1" dirty="0">
                <a:solidFill>
                  <a:srgbClr val="000000"/>
                </a:solidFill>
                <a:latin typeface="Courier New" charset="0"/>
                <a:cs typeface="+mn-cs"/>
              </a:rPr>
              <a:t>    </a:t>
            </a:r>
            <a:r>
              <a:rPr lang="en-US" sz="1800" b="1" dirty="0" err="1">
                <a:solidFill>
                  <a:srgbClr val="000000"/>
                </a:solidFill>
                <a:latin typeface="Courier New" charset="0"/>
                <a:cs typeface="+mn-cs"/>
              </a:rPr>
              <a:t>int</a:t>
            </a:r>
            <a:r>
              <a:rPr lang="en-US" sz="1800" b="1" dirty="0">
                <a:solidFill>
                  <a:srgbClr val="000000"/>
                </a:solidFill>
                <a:latin typeface="Courier New" charset="0"/>
                <a:cs typeface="+mn-cs"/>
              </a:rPr>
              <a:t> ret;</a:t>
            </a:r>
          </a:p>
          <a:p>
            <a:pPr algn="l" eaLnBrk="0" hangingPunct="0">
              <a:defRPr/>
            </a:pPr>
            <a:endParaRPr lang="en-US" sz="1800" b="1" dirty="0">
              <a:solidFill>
                <a:srgbClr val="000000"/>
              </a:solidFill>
              <a:latin typeface="Courier New" charset="0"/>
              <a:cs typeface="+mn-cs"/>
            </a:endParaRPr>
          </a:p>
          <a:p>
            <a:pPr algn="l" eaLnBrk="0" hangingPunct="0">
              <a:defRPr/>
            </a:pPr>
            <a:r>
              <a:rPr lang="en-US" sz="1800" b="1" dirty="0">
                <a:solidFill>
                  <a:srgbClr val="000000"/>
                </a:solidFill>
                <a:latin typeface="Courier New" charset="0"/>
                <a:cs typeface="+mn-cs"/>
              </a:rPr>
              <a:t>    </a:t>
            </a:r>
            <a:r>
              <a:rPr lang="en-US" sz="1800" b="1" dirty="0" err="1">
                <a:solidFill>
                  <a:srgbClr val="000000"/>
                </a:solidFill>
                <a:latin typeface="Courier New" charset="0"/>
                <a:cs typeface="+mn-cs"/>
              </a:rPr>
              <a:t>printf</a:t>
            </a:r>
            <a:r>
              <a:rPr lang="en-US" sz="1800" b="1" dirty="0">
                <a:solidFill>
                  <a:srgbClr val="000000"/>
                </a:solidFill>
                <a:latin typeface="Courier New" charset="0"/>
                <a:cs typeface="+mn-cs"/>
              </a:rPr>
              <a:t>("L0\n");</a:t>
            </a:r>
          </a:p>
          <a:p>
            <a:pPr algn="l" eaLnBrk="0" hangingPunct="0">
              <a:defRPr/>
            </a:pPr>
            <a:r>
              <a:rPr lang="en-US" sz="1800" dirty="0">
                <a:solidFill>
                  <a:srgbClr val="000000"/>
                </a:solidFill>
              </a:rPr>
              <a:t>    ret = fork();</a:t>
            </a:r>
            <a:endParaRPr lang="en-US" sz="1800" b="1" dirty="0">
              <a:solidFill>
                <a:srgbClr val="000000"/>
              </a:solidFill>
              <a:latin typeface="Courier New" charset="0"/>
              <a:cs typeface="+mn-cs"/>
            </a:endParaRPr>
          </a:p>
          <a:p>
            <a:pPr algn="l" eaLnBrk="0" hangingPunct="0">
              <a:defRPr/>
            </a:pPr>
            <a:r>
              <a:rPr lang="en-US" sz="1800" b="1" dirty="0">
                <a:solidFill>
                  <a:srgbClr val="000000"/>
                </a:solidFill>
                <a:latin typeface="Courier New" charset="0"/>
                <a:cs typeface="+mn-cs"/>
              </a:rPr>
              <a:t>    if (</a:t>
            </a:r>
            <a:r>
              <a:rPr lang="en-US" sz="1800" dirty="0">
                <a:solidFill>
                  <a:srgbClr val="000000"/>
                </a:solidFill>
              </a:rPr>
              <a:t>ret</a:t>
            </a:r>
            <a:r>
              <a:rPr lang="en-US" sz="1800" b="1" dirty="0">
                <a:solidFill>
                  <a:srgbClr val="000000"/>
                </a:solidFill>
                <a:latin typeface="Courier New" charset="0"/>
                <a:cs typeface="+mn-cs"/>
              </a:rPr>
              <a:t> != 0) {</a:t>
            </a:r>
          </a:p>
          <a:p>
            <a:pPr algn="l" eaLnBrk="0" hangingPunct="0">
              <a:defRPr/>
            </a:pPr>
            <a:r>
              <a:rPr lang="en-US" sz="1800" b="1" dirty="0">
                <a:solidFill>
                  <a:srgbClr val="000000"/>
                </a:solidFill>
                <a:latin typeface="Courier New" charset="0"/>
                <a:cs typeface="+mn-cs"/>
              </a:rPr>
              <a:t>	</a:t>
            </a:r>
            <a:r>
              <a:rPr lang="en-US" sz="1800" b="1" dirty="0" err="1">
                <a:solidFill>
                  <a:srgbClr val="0000FF"/>
                </a:solidFill>
                <a:latin typeface="Courier New" charset="0"/>
                <a:cs typeface="+mn-cs"/>
              </a:rPr>
              <a:t>printf</a:t>
            </a:r>
            <a:r>
              <a:rPr lang="en-US" sz="1800" b="1" dirty="0">
                <a:solidFill>
                  <a:srgbClr val="0000FF"/>
                </a:solidFill>
                <a:latin typeface="Courier New" charset="0"/>
                <a:cs typeface="+mn-cs"/>
              </a:rPr>
              <a:t>("L1\n"); </a:t>
            </a:r>
          </a:p>
          <a:p>
            <a:pPr algn="l" eaLnBrk="0" hangingPunct="0">
              <a:defRPr/>
            </a:pPr>
            <a:r>
              <a:rPr lang="en-US" sz="1800" dirty="0">
                <a:solidFill>
                  <a:srgbClr val="0000FF"/>
                </a:solidFill>
              </a:rPr>
              <a:t> 	</a:t>
            </a:r>
            <a:r>
              <a:rPr lang="en-US" sz="1800" dirty="0"/>
              <a:t>ret = fork();</a:t>
            </a:r>
            <a:r>
              <a:rPr lang="en-US" sz="1800" b="1" dirty="0">
                <a:latin typeface="Courier New" charset="0"/>
                <a:cs typeface="+mn-cs"/>
              </a:rPr>
              <a:t> </a:t>
            </a:r>
            <a:r>
              <a:rPr lang="en-US" sz="1800" b="1" dirty="0">
                <a:solidFill>
                  <a:srgbClr val="0000FF"/>
                </a:solidFill>
                <a:latin typeface="Courier New" charset="0"/>
                <a:cs typeface="+mn-cs"/>
              </a:rPr>
              <a:t>  </a:t>
            </a:r>
          </a:p>
          <a:p>
            <a:pPr algn="l" eaLnBrk="0" hangingPunct="0">
              <a:defRPr/>
            </a:pPr>
            <a:r>
              <a:rPr lang="en-US" sz="1800" b="1" dirty="0">
                <a:solidFill>
                  <a:srgbClr val="000000"/>
                </a:solidFill>
                <a:latin typeface="Courier New" charset="0"/>
                <a:cs typeface="+mn-cs"/>
              </a:rPr>
              <a:t>	if (</a:t>
            </a:r>
            <a:r>
              <a:rPr lang="en-US" sz="1800" dirty="0">
                <a:solidFill>
                  <a:srgbClr val="000000"/>
                </a:solidFill>
              </a:rPr>
              <a:t>ret</a:t>
            </a:r>
            <a:r>
              <a:rPr lang="en-US" sz="1800" b="1" dirty="0">
                <a:solidFill>
                  <a:srgbClr val="000000"/>
                </a:solidFill>
                <a:latin typeface="Courier New" charset="0"/>
                <a:cs typeface="+mn-cs"/>
              </a:rPr>
              <a:t> != 0) {</a:t>
            </a:r>
          </a:p>
          <a:p>
            <a:pPr algn="l" eaLnBrk="0" hangingPunct="0">
              <a:defRPr/>
            </a:pPr>
            <a:r>
              <a:rPr lang="en-US" sz="1800" b="1" dirty="0">
                <a:solidFill>
                  <a:srgbClr val="000000"/>
                </a:solidFill>
                <a:latin typeface="Courier New" charset="0"/>
                <a:cs typeface="+mn-cs"/>
              </a:rPr>
              <a:t>	   </a:t>
            </a:r>
            <a:r>
              <a:rPr lang="en-US" sz="1800" b="1" dirty="0">
                <a:solidFill>
                  <a:srgbClr val="008000"/>
                </a:solidFill>
                <a:latin typeface="Courier New" charset="0"/>
                <a:cs typeface="+mn-cs"/>
              </a:rPr>
              <a:t> </a:t>
            </a:r>
            <a:r>
              <a:rPr lang="en-US" sz="1800" b="1" dirty="0" err="1">
                <a:solidFill>
                  <a:srgbClr val="008000"/>
                </a:solidFill>
                <a:latin typeface="Courier New" charset="0"/>
                <a:cs typeface="+mn-cs"/>
              </a:rPr>
              <a:t>printf</a:t>
            </a:r>
            <a:r>
              <a:rPr lang="en-US" sz="1800" b="1" dirty="0">
                <a:solidFill>
                  <a:srgbClr val="008000"/>
                </a:solidFill>
                <a:latin typeface="Courier New" charset="0"/>
                <a:cs typeface="+mn-cs"/>
              </a:rPr>
              <a:t>("L2\n");</a:t>
            </a:r>
          </a:p>
          <a:p>
            <a:pPr algn="l" eaLnBrk="0" hangingPunct="0">
              <a:defRPr/>
            </a:pPr>
            <a:r>
              <a:rPr lang="en-US" sz="1800" b="1" dirty="0">
                <a:solidFill>
                  <a:srgbClr val="000000"/>
                </a:solidFill>
                <a:latin typeface="Courier New" charset="0"/>
                <a:cs typeface="+mn-cs"/>
              </a:rPr>
              <a:t>	    fork();</a:t>
            </a:r>
          </a:p>
          <a:p>
            <a:pPr algn="l" eaLnBrk="0" hangingPunct="0">
              <a:defRPr/>
            </a:pPr>
            <a:r>
              <a:rPr lang="en-US" sz="1800" b="1" dirty="0">
                <a:solidFill>
                  <a:srgbClr val="000000"/>
                </a:solidFill>
                <a:latin typeface="Courier New" charset="0"/>
                <a:cs typeface="+mn-cs"/>
              </a:rPr>
              <a:t>	}</a:t>
            </a:r>
          </a:p>
          <a:p>
            <a:pPr algn="l" eaLnBrk="0" hangingPunct="0">
              <a:defRPr/>
            </a:pPr>
            <a:r>
              <a:rPr lang="en-US" sz="1800" b="1" dirty="0">
                <a:solidFill>
                  <a:srgbClr val="000000"/>
                </a:solidFill>
                <a:latin typeface="Courier New" charset="0"/>
                <a:cs typeface="+mn-cs"/>
              </a:rPr>
              <a:t>    }</a:t>
            </a:r>
          </a:p>
          <a:p>
            <a:pPr algn="l" eaLnBrk="0" hangingPunct="0">
              <a:defRPr/>
            </a:pPr>
            <a:r>
              <a:rPr lang="en-US" sz="1800" b="1" dirty="0">
                <a:solidFill>
                  <a:srgbClr val="000000"/>
                </a:solidFill>
                <a:latin typeface="Courier New" charset="0"/>
                <a:cs typeface="+mn-cs"/>
              </a:rPr>
              <a:t>   </a:t>
            </a:r>
            <a:r>
              <a:rPr lang="en-US" sz="1800" b="1" dirty="0">
                <a:solidFill>
                  <a:srgbClr val="CC3300"/>
                </a:solidFill>
                <a:latin typeface="Courier New" charset="0"/>
                <a:cs typeface="+mn-cs"/>
              </a:rPr>
              <a:t> </a:t>
            </a:r>
            <a:r>
              <a:rPr lang="en-US" sz="1800" b="1" dirty="0" err="1">
                <a:solidFill>
                  <a:srgbClr val="CC3300"/>
                </a:solidFill>
                <a:latin typeface="Courier New" charset="0"/>
                <a:cs typeface="+mn-cs"/>
              </a:rPr>
              <a:t>printf</a:t>
            </a:r>
            <a:r>
              <a:rPr lang="en-US" sz="1800" b="1" dirty="0">
                <a:solidFill>
                  <a:srgbClr val="CC3300"/>
                </a:solidFill>
                <a:latin typeface="Courier New" charset="0"/>
                <a:cs typeface="+mn-cs"/>
              </a:rPr>
              <a:t>("Bye\n");</a:t>
            </a:r>
          </a:p>
          <a:p>
            <a:pPr algn="l" eaLnBrk="0" hangingPunct="0">
              <a:defRPr/>
            </a:pPr>
            <a:r>
              <a:rPr lang="en-US" sz="1800" b="1" dirty="0">
                <a:solidFill>
                  <a:srgbClr val="000000"/>
                </a:solidFill>
                <a:latin typeface="Courier New" charset="0"/>
                <a:cs typeface="+mn-cs"/>
              </a:rPr>
              <a:t>}</a:t>
            </a:r>
          </a:p>
        </p:txBody>
      </p:sp>
      <p:sp>
        <p:nvSpPr>
          <p:cNvPr id="56" name="Oval 55"/>
          <p:cNvSpPr/>
          <p:nvPr/>
        </p:nvSpPr>
        <p:spPr bwMode="auto">
          <a:xfrm>
            <a:off x="6985000" y="1828800"/>
            <a:ext cx="673100" cy="649288"/>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P</a:t>
            </a:r>
          </a:p>
        </p:txBody>
      </p:sp>
      <p:sp>
        <p:nvSpPr>
          <p:cNvPr id="57" name="Text Box 29"/>
          <p:cNvSpPr txBox="1">
            <a:spLocks noChangeArrowheads="1"/>
          </p:cNvSpPr>
          <p:nvPr/>
        </p:nvSpPr>
        <p:spPr bwMode="auto">
          <a:xfrm>
            <a:off x="7675563" y="1552575"/>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0000"/>
                </a:solidFill>
                <a:cs typeface=""/>
              </a:rPr>
              <a:t>L0</a:t>
            </a:r>
          </a:p>
        </p:txBody>
      </p:sp>
      <p:grpSp>
        <p:nvGrpSpPr>
          <p:cNvPr id="58" name="Group 57"/>
          <p:cNvGrpSpPr>
            <a:grpSpLocks/>
          </p:cNvGrpSpPr>
          <p:nvPr/>
        </p:nvGrpSpPr>
        <p:grpSpPr bwMode="auto">
          <a:xfrm>
            <a:off x="5943600" y="2382838"/>
            <a:ext cx="1139825" cy="1055687"/>
            <a:chOff x="5616684" y="2959588"/>
            <a:chExt cx="1139111" cy="1055709"/>
          </a:xfrm>
        </p:grpSpPr>
        <p:sp>
          <p:nvSpPr>
            <p:cNvPr id="59" name="Oval 58"/>
            <p:cNvSpPr/>
            <p:nvPr/>
          </p:nvSpPr>
          <p:spPr bwMode="auto">
            <a:xfrm>
              <a:off x="5616684" y="3365996"/>
              <a:ext cx="732966" cy="649301"/>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1</a:t>
              </a:r>
            </a:p>
          </p:txBody>
        </p:sp>
        <p:cxnSp>
          <p:nvCxnSpPr>
            <p:cNvPr id="60" name="Straight Arrow Connector 59"/>
            <p:cNvCxnSpPr/>
            <p:nvPr/>
          </p:nvCxnSpPr>
          <p:spPr bwMode="auto">
            <a:xfrm flipH="1">
              <a:off x="5983167" y="2959588"/>
              <a:ext cx="772628" cy="406408"/>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61" name="Text Box 29"/>
          <p:cNvSpPr txBox="1">
            <a:spLocks noChangeArrowheads="1"/>
          </p:cNvSpPr>
          <p:nvPr/>
        </p:nvSpPr>
        <p:spPr bwMode="auto">
          <a:xfrm>
            <a:off x="7673975" y="1762125"/>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00FF"/>
                </a:solidFill>
                <a:cs typeface=""/>
              </a:rPr>
              <a:t>L1</a:t>
            </a:r>
          </a:p>
        </p:txBody>
      </p:sp>
      <p:grpSp>
        <p:nvGrpSpPr>
          <p:cNvPr id="62" name="Group 61"/>
          <p:cNvGrpSpPr>
            <a:grpSpLocks/>
          </p:cNvGrpSpPr>
          <p:nvPr/>
        </p:nvGrpSpPr>
        <p:grpSpPr bwMode="auto">
          <a:xfrm>
            <a:off x="7559675" y="2382838"/>
            <a:ext cx="1135063" cy="1111250"/>
            <a:chOff x="7559043" y="2382268"/>
            <a:chExt cx="1136087" cy="1111891"/>
          </a:xfrm>
        </p:grpSpPr>
        <p:sp>
          <p:nvSpPr>
            <p:cNvPr id="63" name="Oval 62"/>
            <p:cNvSpPr/>
            <p:nvPr/>
          </p:nvSpPr>
          <p:spPr bwMode="auto">
            <a:xfrm>
              <a:off x="7962632" y="2844496"/>
              <a:ext cx="732498" cy="649663"/>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3</a:t>
              </a:r>
            </a:p>
          </p:txBody>
        </p:sp>
        <p:cxnSp>
          <p:nvCxnSpPr>
            <p:cNvPr id="64" name="Straight Arrow Connector 63"/>
            <p:cNvCxnSpPr/>
            <p:nvPr/>
          </p:nvCxnSpPr>
          <p:spPr bwMode="auto">
            <a:xfrm>
              <a:off x="7559043" y="2382268"/>
              <a:ext cx="769043" cy="462228"/>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grpSp>
        <p:nvGrpSpPr>
          <p:cNvPr id="65" name="Group 64"/>
          <p:cNvGrpSpPr>
            <a:grpSpLocks/>
          </p:cNvGrpSpPr>
          <p:nvPr/>
        </p:nvGrpSpPr>
        <p:grpSpPr bwMode="auto">
          <a:xfrm>
            <a:off x="6961188" y="2457450"/>
            <a:ext cx="733425" cy="998538"/>
            <a:chOff x="6577177" y="1438175"/>
            <a:chExt cx="732647" cy="997575"/>
          </a:xfrm>
        </p:grpSpPr>
        <p:sp>
          <p:nvSpPr>
            <p:cNvPr id="66" name="Oval 65"/>
            <p:cNvSpPr/>
            <p:nvPr/>
          </p:nvSpPr>
          <p:spPr bwMode="auto">
            <a:xfrm>
              <a:off x="6577177" y="1787088"/>
              <a:ext cx="732647" cy="648662"/>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2</a:t>
              </a:r>
            </a:p>
          </p:txBody>
        </p:sp>
        <p:cxnSp>
          <p:nvCxnSpPr>
            <p:cNvPr id="67" name="Straight Arrow Connector 66"/>
            <p:cNvCxnSpPr/>
            <p:nvPr/>
          </p:nvCxnSpPr>
          <p:spPr bwMode="auto">
            <a:xfrm flipH="1">
              <a:off x="6943500" y="1438175"/>
              <a:ext cx="12687" cy="348913"/>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68" name="Text Box 29"/>
          <p:cNvSpPr txBox="1">
            <a:spLocks noChangeArrowheads="1"/>
          </p:cNvSpPr>
          <p:nvPr/>
        </p:nvSpPr>
        <p:spPr bwMode="auto">
          <a:xfrm>
            <a:off x="7672388" y="2203450"/>
            <a:ext cx="554037" cy="338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69" name="Text Box 29"/>
          <p:cNvSpPr txBox="1">
            <a:spLocks noChangeArrowheads="1"/>
          </p:cNvSpPr>
          <p:nvPr/>
        </p:nvSpPr>
        <p:spPr bwMode="auto">
          <a:xfrm>
            <a:off x="6016625" y="3433763"/>
            <a:ext cx="554038" cy="3381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70" name="Text Box 29"/>
          <p:cNvSpPr txBox="1">
            <a:spLocks noChangeArrowheads="1"/>
          </p:cNvSpPr>
          <p:nvPr/>
        </p:nvSpPr>
        <p:spPr bwMode="auto">
          <a:xfrm>
            <a:off x="7054850" y="3452813"/>
            <a:ext cx="554038" cy="3381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71" name="Text Box 29"/>
          <p:cNvSpPr txBox="1">
            <a:spLocks noChangeArrowheads="1"/>
          </p:cNvSpPr>
          <p:nvPr/>
        </p:nvSpPr>
        <p:spPr bwMode="auto">
          <a:xfrm>
            <a:off x="8132763" y="3471863"/>
            <a:ext cx="554037" cy="3381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72" name="Text Box 29"/>
          <p:cNvSpPr txBox="1">
            <a:spLocks noChangeArrowheads="1"/>
          </p:cNvSpPr>
          <p:nvPr/>
        </p:nvSpPr>
        <p:spPr bwMode="auto">
          <a:xfrm>
            <a:off x="7672388" y="1992313"/>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8000"/>
                </a:solidFill>
                <a:cs typeface=""/>
              </a:rPr>
              <a:t>L2</a:t>
            </a:r>
          </a:p>
        </p:txBody>
      </p:sp>
      <p:sp>
        <p:nvSpPr>
          <p:cNvPr id="22" name="Rectangle 3">
            <a:extLst>
              <a:ext uri="{FF2B5EF4-FFF2-40B4-BE49-F238E27FC236}">
                <a16:creationId xmlns:a16="http://schemas.microsoft.com/office/drawing/2014/main" id="{B50BDFFE-0D99-0143-AC65-C5412C63D89F}"/>
              </a:ext>
            </a:extLst>
          </p:cNvPr>
          <p:cNvSpPr txBox="1">
            <a:spLocks noChangeArrowheads="1"/>
          </p:cNvSpPr>
          <p:nvPr/>
        </p:nvSpPr>
        <p:spPr bwMode="auto">
          <a:xfrm>
            <a:off x="198076" y="971080"/>
            <a:ext cx="7177489" cy="54438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marL="315278" indent="-315278" algn="l" rtl="0" eaLnBrk="0" fontAlgn="base" hangingPunct="0">
              <a:spcBef>
                <a:spcPct val="50000"/>
              </a:spcBef>
              <a:spcAft>
                <a:spcPct val="0"/>
              </a:spcAft>
              <a:buSzPct val="60000"/>
              <a:buFont typeface="Wingdings" charset="2"/>
              <a:buChar char="q"/>
              <a:defRPr sz="2800">
                <a:solidFill>
                  <a:schemeClr val="accent6">
                    <a:lumMod val="90000"/>
                    <a:lumOff val="10000"/>
                  </a:schemeClr>
                </a:solidFill>
                <a:latin typeface="Calibri" charset="0"/>
                <a:ea typeface="Calibri" charset="0"/>
                <a:cs typeface="Calibri" charset="0"/>
              </a:defRPr>
            </a:lvl1pPr>
            <a:lvl2pPr marL="655003" indent="-315278" algn="l" rtl="0" eaLnBrk="0" fontAlgn="base" hangingPunct="0">
              <a:spcBef>
                <a:spcPct val="10000"/>
              </a:spcBef>
              <a:spcAft>
                <a:spcPct val="0"/>
              </a:spcAft>
              <a:buFont typeface="Helvetica" charset="0"/>
              <a:buChar char="–"/>
              <a:defRPr sz="2400">
                <a:solidFill>
                  <a:schemeClr val="tx1"/>
                </a:solidFill>
                <a:latin typeface="+mn-lt"/>
                <a:ea typeface="Arial" charset="0"/>
                <a:cs typeface="+mn-cs"/>
              </a:defRPr>
            </a:lvl2pPr>
            <a:lvl3pPr marL="911225" indent="-233363" algn="l" rtl="0" eaLnBrk="0" fontAlgn="base" hangingPunct="0">
              <a:spcBef>
                <a:spcPct val="10000"/>
              </a:spcBef>
              <a:spcAft>
                <a:spcPct val="0"/>
              </a:spcAft>
              <a:buFont typeface="Wingdings" charset="0"/>
              <a:buChar char=""/>
              <a:defRPr sz="2000">
                <a:solidFill>
                  <a:schemeClr val="tx1"/>
                </a:solidFill>
                <a:latin typeface="+mn-lt"/>
                <a:ea typeface="Arial" charset="0"/>
                <a:cs typeface="+mn-cs"/>
              </a:defRPr>
            </a:lvl3pPr>
            <a:lvl4pPr marL="1258888" indent="-233363" algn="l" rtl="0" eaLnBrk="0" fontAlgn="base" hangingPunct="0">
              <a:spcBef>
                <a:spcPct val="10000"/>
              </a:spcBef>
              <a:spcAft>
                <a:spcPct val="0"/>
              </a:spcAft>
              <a:buChar char="•"/>
              <a:defRPr sz="2000">
                <a:solidFill>
                  <a:schemeClr val="accent2"/>
                </a:solidFill>
                <a:latin typeface="+mj-lt"/>
                <a:ea typeface="Arial" charset="0"/>
                <a:cs typeface="+mn-cs"/>
              </a:defRPr>
            </a:lvl4pPr>
            <a:lvl5pPr marL="1597025" indent="-223838" algn="l" rtl="0" eaLnBrk="0" fontAlgn="base" hangingPunct="0">
              <a:spcBef>
                <a:spcPct val="10000"/>
              </a:spcBef>
              <a:spcAft>
                <a:spcPct val="0"/>
              </a:spcAft>
              <a:buChar char="•"/>
              <a:defRPr sz="2000">
                <a:solidFill>
                  <a:schemeClr val="tx1"/>
                </a:solidFill>
                <a:latin typeface="+mj-lt"/>
                <a:ea typeface="Arial" charset="0"/>
                <a:cs typeface="+mn-cs"/>
              </a:defRPr>
            </a:lvl5pPr>
            <a:lvl6pPr marL="2054225" indent="-223838" algn="l" rtl="0" eaLnBrk="0" fontAlgn="base" hangingPunct="0">
              <a:spcBef>
                <a:spcPct val="10000"/>
              </a:spcBef>
              <a:spcAft>
                <a:spcPct val="0"/>
              </a:spcAft>
              <a:buChar char="•"/>
              <a:defRPr sz="2000">
                <a:solidFill>
                  <a:schemeClr val="tx1"/>
                </a:solidFill>
                <a:latin typeface="+mj-lt"/>
                <a:ea typeface="Arial" charset="0"/>
                <a:cs typeface="+mn-cs"/>
              </a:defRPr>
            </a:lvl6pPr>
            <a:lvl7pPr marL="2511425" indent="-223838" algn="l" rtl="0" eaLnBrk="0" fontAlgn="base" hangingPunct="0">
              <a:spcBef>
                <a:spcPct val="10000"/>
              </a:spcBef>
              <a:spcAft>
                <a:spcPct val="0"/>
              </a:spcAft>
              <a:buChar char="•"/>
              <a:defRPr sz="2000">
                <a:solidFill>
                  <a:schemeClr val="tx1"/>
                </a:solidFill>
                <a:latin typeface="+mj-lt"/>
                <a:ea typeface="Arial" charset="0"/>
                <a:cs typeface="+mn-cs"/>
              </a:defRPr>
            </a:lvl7pPr>
            <a:lvl8pPr marL="2968625" indent="-223838" algn="l" rtl="0" eaLnBrk="0" fontAlgn="base" hangingPunct="0">
              <a:spcBef>
                <a:spcPct val="10000"/>
              </a:spcBef>
              <a:spcAft>
                <a:spcPct val="0"/>
              </a:spcAft>
              <a:buChar char="•"/>
              <a:defRPr sz="2000">
                <a:solidFill>
                  <a:schemeClr val="tx1"/>
                </a:solidFill>
                <a:latin typeface="+mj-lt"/>
                <a:ea typeface="Arial" charset="0"/>
                <a:cs typeface="+mn-cs"/>
              </a:defRPr>
            </a:lvl8pPr>
            <a:lvl9pPr marL="3425825" indent="-223838" algn="l" rtl="0" eaLnBrk="0" fontAlgn="base" hangingPunct="0">
              <a:spcBef>
                <a:spcPct val="10000"/>
              </a:spcBef>
              <a:spcAft>
                <a:spcPct val="0"/>
              </a:spcAft>
              <a:buChar char="•"/>
              <a:defRPr sz="2000">
                <a:solidFill>
                  <a:schemeClr val="tx1"/>
                </a:solidFill>
                <a:latin typeface="+mj-lt"/>
                <a:ea typeface="Arial" charset="0"/>
                <a:cs typeface="+mn-cs"/>
              </a:defRPr>
            </a:lvl9pPr>
          </a:lstStyle>
          <a:p>
            <a:pPr eaLnBrk="1" hangingPunct="1">
              <a:defRPr/>
            </a:pPr>
            <a:r>
              <a:rPr lang="en-US" b="0" kern="0" dirty="0"/>
              <a:t>Only the parent continues forking:</a:t>
            </a:r>
          </a:p>
          <a:p>
            <a:pPr eaLnBrk="1" hangingPunct="1">
              <a:defRPr/>
            </a:pPr>
            <a:endParaRPr lang="en-US" b="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wipe(up)">
                                      <p:cBhvr>
                                        <p:cTn id="11" dur="500"/>
                                        <p:tgtEl>
                                          <p:spTgt spid="5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65"/>
                                        </p:tgtEl>
                                        <p:attrNameLst>
                                          <p:attrName>style.visibility</p:attrName>
                                        </p:attrNameLst>
                                      </p:cBhvr>
                                      <p:to>
                                        <p:strVal val="visible"/>
                                      </p:to>
                                    </p:set>
                                    <p:animEffect transition="in" filter="wipe(up)">
                                      <p:cBhvr>
                                        <p:cTn id="20" dur="500"/>
                                        <p:tgtEl>
                                          <p:spTgt spid="6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wipe(up)">
                                      <p:cBhvr>
                                        <p:cTn id="29" dur="500"/>
                                        <p:tgtEl>
                                          <p:spTgt spid="6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7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69"/>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1" grpId="0"/>
      <p:bldP spid="68" grpId="0"/>
      <p:bldP spid="69" grpId="0"/>
      <p:bldP spid="70" grpId="0"/>
      <p:bldP spid="71" grpId="0"/>
      <p:bldP spid="7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Rectangle 2"/>
          <p:cNvSpPr>
            <a:spLocks noGrp="1" noChangeArrowheads="1"/>
          </p:cNvSpPr>
          <p:nvPr>
            <p:ph type="title"/>
          </p:nvPr>
        </p:nvSpPr>
        <p:spPr/>
        <p:txBody>
          <a:bodyPr/>
          <a:lstStyle/>
          <a:p>
            <a:pPr algn="ctr" eaLnBrk="1" hangingPunct="1">
              <a:defRPr/>
            </a:pPr>
            <a:r>
              <a:rPr lang="en-US" dirty="0"/>
              <a:t>Fork Example 5</a:t>
            </a:r>
          </a:p>
        </p:txBody>
      </p:sp>
      <p:sp>
        <p:nvSpPr>
          <p:cNvPr id="985124" name="Text Box 36"/>
          <p:cNvSpPr txBox="1">
            <a:spLocks noChangeArrowheads="1"/>
          </p:cNvSpPr>
          <p:nvPr/>
        </p:nvSpPr>
        <p:spPr bwMode="auto">
          <a:xfrm>
            <a:off x="1076325" y="1593035"/>
            <a:ext cx="3727302" cy="4524315"/>
          </a:xfrm>
          <a:prstGeom prst="rect">
            <a:avLst/>
          </a:prstGeom>
          <a:solidFill>
            <a:srgbClr val="FFFF99"/>
          </a:solidFill>
          <a:ln w="317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800" b="1" dirty="0">
                <a:solidFill>
                  <a:srgbClr val="000000"/>
                </a:solidFill>
                <a:latin typeface="Courier New" charset="0"/>
                <a:cs typeface="+mn-cs"/>
              </a:rPr>
              <a:t>void fork5()</a:t>
            </a:r>
          </a:p>
          <a:p>
            <a:pPr algn="l" eaLnBrk="0" hangingPunct="0">
              <a:defRPr/>
            </a:pPr>
            <a:r>
              <a:rPr lang="en-US" sz="1800" b="1" dirty="0">
                <a:solidFill>
                  <a:srgbClr val="000000"/>
                </a:solidFill>
                <a:latin typeface="Courier New" charset="0"/>
                <a:cs typeface="+mn-cs"/>
              </a:rPr>
              <a:t>{</a:t>
            </a:r>
          </a:p>
          <a:p>
            <a:pPr algn="l" eaLnBrk="0" hangingPunct="0">
              <a:defRPr/>
            </a:pPr>
            <a:r>
              <a:rPr lang="en-US" sz="1800" b="1" dirty="0">
                <a:solidFill>
                  <a:srgbClr val="000000"/>
                </a:solidFill>
                <a:latin typeface="Courier New" charset="0"/>
                <a:cs typeface="+mn-cs"/>
              </a:rPr>
              <a:t>    </a:t>
            </a:r>
            <a:r>
              <a:rPr lang="en-US" sz="1800" b="1" dirty="0" err="1">
                <a:solidFill>
                  <a:srgbClr val="000000"/>
                </a:solidFill>
                <a:latin typeface="Courier New" charset="0"/>
                <a:cs typeface="+mn-cs"/>
              </a:rPr>
              <a:t>int</a:t>
            </a:r>
            <a:r>
              <a:rPr lang="en-US" sz="1800" b="1" dirty="0">
                <a:solidFill>
                  <a:srgbClr val="000000"/>
                </a:solidFill>
                <a:latin typeface="Courier New" charset="0"/>
                <a:cs typeface="+mn-cs"/>
              </a:rPr>
              <a:t> ret;</a:t>
            </a:r>
          </a:p>
          <a:p>
            <a:pPr algn="l" eaLnBrk="0" hangingPunct="0">
              <a:defRPr/>
            </a:pPr>
            <a:endParaRPr lang="en-US" sz="1800" b="1" dirty="0">
              <a:solidFill>
                <a:srgbClr val="000000"/>
              </a:solidFill>
              <a:latin typeface="Courier New" charset="0"/>
              <a:cs typeface="+mn-cs"/>
            </a:endParaRPr>
          </a:p>
          <a:p>
            <a:pPr algn="l" eaLnBrk="0" hangingPunct="0">
              <a:defRPr/>
            </a:pPr>
            <a:r>
              <a:rPr lang="en-US" sz="1800" b="1" dirty="0">
                <a:solidFill>
                  <a:srgbClr val="000000"/>
                </a:solidFill>
                <a:latin typeface="Courier New" charset="0"/>
                <a:cs typeface="+mn-cs"/>
              </a:rPr>
              <a:t>    </a:t>
            </a:r>
            <a:r>
              <a:rPr lang="en-US" sz="1800" b="1" dirty="0" err="1">
                <a:solidFill>
                  <a:srgbClr val="000000"/>
                </a:solidFill>
                <a:latin typeface="Courier New" charset="0"/>
                <a:cs typeface="+mn-cs"/>
              </a:rPr>
              <a:t>printf</a:t>
            </a:r>
            <a:r>
              <a:rPr lang="en-US" sz="1800" b="1" dirty="0">
                <a:solidFill>
                  <a:srgbClr val="000000"/>
                </a:solidFill>
                <a:latin typeface="Courier New" charset="0"/>
                <a:cs typeface="+mn-cs"/>
              </a:rPr>
              <a:t>("L0\n");</a:t>
            </a:r>
          </a:p>
          <a:p>
            <a:pPr algn="l" eaLnBrk="0" hangingPunct="0">
              <a:defRPr/>
            </a:pPr>
            <a:r>
              <a:rPr lang="en-US" sz="1800" dirty="0">
                <a:solidFill>
                  <a:srgbClr val="000000"/>
                </a:solidFill>
              </a:rPr>
              <a:t>    ret = fork();</a:t>
            </a:r>
            <a:endParaRPr lang="en-US" sz="1800" b="1" dirty="0">
              <a:solidFill>
                <a:srgbClr val="000000"/>
              </a:solidFill>
              <a:latin typeface="Courier New" charset="0"/>
              <a:cs typeface="+mn-cs"/>
            </a:endParaRPr>
          </a:p>
          <a:p>
            <a:pPr algn="l" eaLnBrk="0" hangingPunct="0">
              <a:defRPr/>
            </a:pPr>
            <a:r>
              <a:rPr lang="en-US" sz="1800" b="1" dirty="0">
                <a:solidFill>
                  <a:srgbClr val="000000"/>
                </a:solidFill>
                <a:latin typeface="Courier New" charset="0"/>
                <a:cs typeface="+mn-cs"/>
              </a:rPr>
              <a:t>    if (</a:t>
            </a:r>
            <a:r>
              <a:rPr lang="en-US" sz="1800" dirty="0">
                <a:solidFill>
                  <a:srgbClr val="000000"/>
                </a:solidFill>
              </a:rPr>
              <a:t>ret</a:t>
            </a:r>
            <a:r>
              <a:rPr lang="en-US" sz="1800" b="1" dirty="0">
                <a:solidFill>
                  <a:srgbClr val="000000"/>
                </a:solidFill>
                <a:latin typeface="Courier New" charset="0"/>
                <a:cs typeface="+mn-cs"/>
              </a:rPr>
              <a:t> == 0) {</a:t>
            </a:r>
          </a:p>
          <a:p>
            <a:pPr algn="l" eaLnBrk="0" hangingPunct="0">
              <a:defRPr/>
            </a:pPr>
            <a:r>
              <a:rPr lang="en-US" sz="1800" b="1" dirty="0">
                <a:solidFill>
                  <a:srgbClr val="000000"/>
                </a:solidFill>
                <a:latin typeface="Courier New" charset="0"/>
                <a:cs typeface="+mn-cs"/>
              </a:rPr>
              <a:t>	</a:t>
            </a:r>
            <a:r>
              <a:rPr lang="en-US" sz="1800" b="1" dirty="0" err="1">
                <a:solidFill>
                  <a:schemeClr val="accent2">
                    <a:lumMod val="60000"/>
                    <a:lumOff val="40000"/>
                  </a:schemeClr>
                </a:solidFill>
                <a:latin typeface="Courier New" charset="0"/>
                <a:cs typeface="+mn-cs"/>
              </a:rPr>
              <a:t>printf</a:t>
            </a:r>
            <a:r>
              <a:rPr lang="en-US" sz="1800" b="1" dirty="0">
                <a:solidFill>
                  <a:schemeClr val="accent2">
                    <a:lumMod val="60000"/>
                    <a:lumOff val="40000"/>
                  </a:schemeClr>
                </a:solidFill>
                <a:latin typeface="Courier New" charset="0"/>
                <a:cs typeface="+mn-cs"/>
              </a:rPr>
              <a:t>("L1\n"); </a:t>
            </a:r>
          </a:p>
          <a:p>
            <a:pPr algn="l" eaLnBrk="0" hangingPunct="0">
              <a:defRPr/>
            </a:pPr>
            <a:r>
              <a:rPr lang="en-US" sz="1800" dirty="0"/>
              <a:t> 	ret = fork();</a:t>
            </a:r>
            <a:r>
              <a:rPr lang="en-US" sz="1800" b="1" dirty="0">
                <a:latin typeface="Courier New" charset="0"/>
                <a:cs typeface="+mn-cs"/>
              </a:rPr>
              <a:t>   </a:t>
            </a:r>
          </a:p>
          <a:p>
            <a:pPr algn="l" eaLnBrk="0" hangingPunct="0">
              <a:defRPr/>
            </a:pPr>
            <a:r>
              <a:rPr lang="en-US" sz="1800" b="1" dirty="0">
                <a:solidFill>
                  <a:srgbClr val="000000"/>
                </a:solidFill>
                <a:latin typeface="Courier New" charset="0"/>
                <a:cs typeface="+mn-cs"/>
              </a:rPr>
              <a:t>	if (</a:t>
            </a:r>
            <a:r>
              <a:rPr lang="en-US" sz="1800" dirty="0">
                <a:solidFill>
                  <a:srgbClr val="000000"/>
                </a:solidFill>
              </a:rPr>
              <a:t>ret</a:t>
            </a:r>
            <a:r>
              <a:rPr lang="en-US" sz="1800" b="1" dirty="0">
                <a:solidFill>
                  <a:srgbClr val="000000"/>
                </a:solidFill>
                <a:latin typeface="Courier New" charset="0"/>
                <a:cs typeface="+mn-cs"/>
              </a:rPr>
              <a:t> == 0) {</a:t>
            </a:r>
          </a:p>
          <a:p>
            <a:pPr algn="l" eaLnBrk="0" hangingPunct="0">
              <a:defRPr/>
            </a:pPr>
            <a:r>
              <a:rPr lang="en-US" sz="1800" b="1" dirty="0">
                <a:solidFill>
                  <a:srgbClr val="000000"/>
                </a:solidFill>
                <a:latin typeface="Courier New" charset="0"/>
                <a:cs typeface="+mn-cs"/>
              </a:rPr>
              <a:t>	    </a:t>
            </a:r>
            <a:r>
              <a:rPr lang="en-US" sz="1800" b="1" dirty="0" err="1">
                <a:solidFill>
                  <a:srgbClr val="008000"/>
                </a:solidFill>
                <a:latin typeface="Courier New" charset="0"/>
                <a:cs typeface="+mn-cs"/>
              </a:rPr>
              <a:t>printf</a:t>
            </a:r>
            <a:r>
              <a:rPr lang="en-US" sz="1800" b="1" dirty="0">
                <a:solidFill>
                  <a:srgbClr val="008000"/>
                </a:solidFill>
                <a:latin typeface="Courier New" charset="0"/>
                <a:cs typeface="+mn-cs"/>
              </a:rPr>
              <a:t>("L2\n");</a:t>
            </a:r>
          </a:p>
          <a:p>
            <a:pPr algn="l" eaLnBrk="0" hangingPunct="0">
              <a:defRPr/>
            </a:pPr>
            <a:r>
              <a:rPr lang="en-US" sz="1800" b="1" dirty="0">
                <a:solidFill>
                  <a:srgbClr val="000000"/>
                </a:solidFill>
                <a:latin typeface="Courier New" charset="0"/>
                <a:cs typeface="+mn-cs"/>
              </a:rPr>
              <a:t>	    fork();</a:t>
            </a:r>
          </a:p>
          <a:p>
            <a:pPr algn="l" eaLnBrk="0" hangingPunct="0">
              <a:defRPr/>
            </a:pPr>
            <a:r>
              <a:rPr lang="en-US" sz="1800" b="1" dirty="0">
                <a:solidFill>
                  <a:srgbClr val="000000"/>
                </a:solidFill>
                <a:latin typeface="Courier New" charset="0"/>
                <a:cs typeface="+mn-cs"/>
              </a:rPr>
              <a:t>	}</a:t>
            </a:r>
          </a:p>
          <a:p>
            <a:pPr algn="l" eaLnBrk="0" hangingPunct="0">
              <a:defRPr/>
            </a:pPr>
            <a:r>
              <a:rPr lang="en-US" sz="1800" b="1" dirty="0">
                <a:solidFill>
                  <a:srgbClr val="000000"/>
                </a:solidFill>
                <a:latin typeface="Courier New" charset="0"/>
                <a:cs typeface="+mn-cs"/>
              </a:rPr>
              <a:t>    }</a:t>
            </a:r>
          </a:p>
          <a:p>
            <a:pPr algn="l" eaLnBrk="0" hangingPunct="0">
              <a:defRPr/>
            </a:pPr>
            <a:r>
              <a:rPr lang="en-US" sz="1800" b="1" dirty="0">
                <a:solidFill>
                  <a:srgbClr val="000000"/>
                </a:solidFill>
                <a:latin typeface="Courier New" charset="0"/>
                <a:cs typeface="+mn-cs"/>
              </a:rPr>
              <a:t>   </a:t>
            </a:r>
            <a:r>
              <a:rPr lang="en-US" sz="1800" b="1" dirty="0">
                <a:solidFill>
                  <a:schemeClr val="accent5">
                    <a:lumMod val="50000"/>
                  </a:schemeClr>
                </a:solidFill>
                <a:latin typeface="Courier New" charset="0"/>
                <a:cs typeface="+mn-cs"/>
              </a:rPr>
              <a:t> </a:t>
            </a:r>
            <a:r>
              <a:rPr lang="en-US" sz="1800" b="1" dirty="0" err="1">
                <a:solidFill>
                  <a:schemeClr val="accent5">
                    <a:lumMod val="50000"/>
                  </a:schemeClr>
                </a:solidFill>
                <a:latin typeface="Courier New" charset="0"/>
                <a:cs typeface="+mn-cs"/>
              </a:rPr>
              <a:t>printf</a:t>
            </a:r>
            <a:r>
              <a:rPr lang="en-US" sz="1800" b="1" dirty="0">
                <a:solidFill>
                  <a:schemeClr val="accent5">
                    <a:lumMod val="50000"/>
                  </a:schemeClr>
                </a:solidFill>
                <a:latin typeface="Courier New" charset="0"/>
                <a:cs typeface="+mn-cs"/>
              </a:rPr>
              <a:t>("Bye\n");</a:t>
            </a:r>
          </a:p>
          <a:p>
            <a:pPr algn="l" eaLnBrk="0" hangingPunct="0">
              <a:defRPr/>
            </a:pPr>
            <a:r>
              <a:rPr lang="en-US" sz="1800" b="1" dirty="0">
                <a:solidFill>
                  <a:srgbClr val="000000"/>
                </a:solidFill>
                <a:latin typeface="Courier New" charset="0"/>
                <a:cs typeface="+mn-cs"/>
              </a:rPr>
              <a:t>}</a:t>
            </a:r>
          </a:p>
        </p:txBody>
      </p:sp>
      <p:sp>
        <p:nvSpPr>
          <p:cNvPr id="62" name="Oval 61"/>
          <p:cNvSpPr/>
          <p:nvPr/>
        </p:nvSpPr>
        <p:spPr bwMode="auto">
          <a:xfrm>
            <a:off x="6985000" y="1828800"/>
            <a:ext cx="673100" cy="649288"/>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P</a:t>
            </a:r>
          </a:p>
        </p:txBody>
      </p:sp>
      <p:sp>
        <p:nvSpPr>
          <p:cNvPr id="63" name="Text Box 29"/>
          <p:cNvSpPr txBox="1">
            <a:spLocks noChangeArrowheads="1"/>
          </p:cNvSpPr>
          <p:nvPr/>
        </p:nvSpPr>
        <p:spPr bwMode="auto">
          <a:xfrm>
            <a:off x="7675563" y="1782763"/>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0000"/>
                </a:solidFill>
                <a:cs typeface=""/>
              </a:rPr>
              <a:t>L0</a:t>
            </a:r>
          </a:p>
        </p:txBody>
      </p:sp>
      <p:sp>
        <p:nvSpPr>
          <p:cNvPr id="64" name="Text Box 29"/>
          <p:cNvSpPr txBox="1">
            <a:spLocks noChangeArrowheads="1"/>
          </p:cNvSpPr>
          <p:nvPr/>
        </p:nvSpPr>
        <p:spPr bwMode="auto">
          <a:xfrm>
            <a:off x="7712075" y="2916238"/>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00FF"/>
                </a:solidFill>
                <a:cs typeface=""/>
              </a:rPr>
              <a:t>L1</a:t>
            </a:r>
          </a:p>
        </p:txBody>
      </p:sp>
      <p:grpSp>
        <p:nvGrpSpPr>
          <p:cNvPr id="65" name="Group 64"/>
          <p:cNvGrpSpPr>
            <a:grpSpLocks/>
          </p:cNvGrpSpPr>
          <p:nvPr/>
        </p:nvGrpSpPr>
        <p:grpSpPr bwMode="auto">
          <a:xfrm>
            <a:off x="6961188" y="2478088"/>
            <a:ext cx="733425" cy="977900"/>
            <a:chOff x="6577177" y="1457419"/>
            <a:chExt cx="732647" cy="978331"/>
          </a:xfrm>
        </p:grpSpPr>
        <p:sp>
          <p:nvSpPr>
            <p:cNvPr id="66" name="Oval 65"/>
            <p:cNvSpPr/>
            <p:nvPr/>
          </p:nvSpPr>
          <p:spPr bwMode="auto">
            <a:xfrm>
              <a:off x="6577177" y="1786176"/>
              <a:ext cx="732647" cy="649574"/>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1</a:t>
              </a:r>
            </a:p>
          </p:txBody>
        </p:sp>
        <p:cxnSp>
          <p:nvCxnSpPr>
            <p:cNvPr id="67" name="Straight Arrow Connector 66"/>
            <p:cNvCxnSpPr>
              <a:stCxn id="65" idx="4"/>
              <a:endCxn id="75" idx="0"/>
            </p:cNvCxnSpPr>
            <p:nvPr/>
          </p:nvCxnSpPr>
          <p:spPr bwMode="auto">
            <a:xfrm>
              <a:off x="6935571" y="1457419"/>
              <a:ext cx="7929" cy="328757"/>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68" name="Text Box 29"/>
          <p:cNvSpPr txBox="1">
            <a:spLocks noChangeArrowheads="1"/>
          </p:cNvSpPr>
          <p:nvPr/>
        </p:nvSpPr>
        <p:spPr bwMode="auto">
          <a:xfrm>
            <a:off x="7672388" y="2030413"/>
            <a:ext cx="554037" cy="3381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69" name="Text Box 29"/>
          <p:cNvSpPr txBox="1">
            <a:spLocks noChangeArrowheads="1"/>
          </p:cNvSpPr>
          <p:nvPr/>
        </p:nvSpPr>
        <p:spPr bwMode="auto">
          <a:xfrm>
            <a:off x="7689850" y="4222750"/>
            <a:ext cx="554038" cy="338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70" name="Text Box 29"/>
          <p:cNvSpPr txBox="1">
            <a:spLocks noChangeArrowheads="1"/>
          </p:cNvSpPr>
          <p:nvPr/>
        </p:nvSpPr>
        <p:spPr bwMode="auto">
          <a:xfrm>
            <a:off x="7708900" y="3144838"/>
            <a:ext cx="554038" cy="3381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sp>
        <p:nvSpPr>
          <p:cNvPr id="71" name="Text Box 29"/>
          <p:cNvSpPr txBox="1">
            <a:spLocks noChangeArrowheads="1"/>
          </p:cNvSpPr>
          <p:nvPr/>
        </p:nvSpPr>
        <p:spPr bwMode="auto">
          <a:xfrm>
            <a:off x="7691438" y="3992563"/>
            <a:ext cx="42862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008000"/>
                </a:solidFill>
                <a:cs typeface=""/>
              </a:rPr>
              <a:t>L2</a:t>
            </a:r>
          </a:p>
        </p:txBody>
      </p:sp>
      <p:grpSp>
        <p:nvGrpSpPr>
          <p:cNvPr id="72" name="Group 71"/>
          <p:cNvGrpSpPr>
            <a:grpSpLocks/>
          </p:cNvGrpSpPr>
          <p:nvPr/>
        </p:nvGrpSpPr>
        <p:grpSpPr bwMode="auto">
          <a:xfrm>
            <a:off x="6961188" y="3455988"/>
            <a:ext cx="731837" cy="1017587"/>
            <a:chOff x="6596417" y="1378893"/>
            <a:chExt cx="732647" cy="1018369"/>
          </a:xfrm>
        </p:grpSpPr>
        <p:sp>
          <p:nvSpPr>
            <p:cNvPr id="73" name="Oval 72"/>
            <p:cNvSpPr/>
            <p:nvPr/>
          </p:nvSpPr>
          <p:spPr bwMode="auto">
            <a:xfrm>
              <a:off x="6596417" y="1747476"/>
              <a:ext cx="732647" cy="649786"/>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2</a:t>
              </a:r>
            </a:p>
          </p:txBody>
        </p:sp>
        <p:cxnSp>
          <p:nvCxnSpPr>
            <p:cNvPr id="74" name="Straight Arrow Connector 73"/>
            <p:cNvCxnSpPr>
              <a:stCxn id="75" idx="4"/>
            </p:cNvCxnSpPr>
            <p:nvPr/>
          </p:nvCxnSpPr>
          <p:spPr bwMode="auto">
            <a:xfrm flipH="1">
              <a:off x="6963535" y="1378893"/>
              <a:ext cx="0" cy="368583"/>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75" name="Text Box 29"/>
          <p:cNvSpPr txBox="1">
            <a:spLocks noChangeArrowheads="1"/>
          </p:cNvSpPr>
          <p:nvPr/>
        </p:nvSpPr>
        <p:spPr bwMode="auto">
          <a:xfrm>
            <a:off x="7677150" y="5213350"/>
            <a:ext cx="554038" cy="338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eaLnBrk="0" hangingPunct="0">
              <a:defRPr/>
            </a:pPr>
            <a:r>
              <a:rPr lang="en-US" sz="1600" dirty="0">
                <a:solidFill>
                  <a:srgbClr val="CC3300"/>
                </a:solidFill>
                <a:cs typeface=""/>
              </a:rPr>
              <a:t>Bye</a:t>
            </a:r>
          </a:p>
        </p:txBody>
      </p:sp>
      <p:grpSp>
        <p:nvGrpSpPr>
          <p:cNvPr id="76" name="Group 75"/>
          <p:cNvGrpSpPr>
            <a:grpSpLocks/>
          </p:cNvGrpSpPr>
          <p:nvPr/>
        </p:nvGrpSpPr>
        <p:grpSpPr bwMode="auto">
          <a:xfrm>
            <a:off x="6948488" y="4471988"/>
            <a:ext cx="731837" cy="1017587"/>
            <a:chOff x="6596417" y="1378893"/>
            <a:chExt cx="732647" cy="1018369"/>
          </a:xfrm>
        </p:grpSpPr>
        <p:sp>
          <p:nvSpPr>
            <p:cNvPr id="77" name="Oval 76"/>
            <p:cNvSpPr/>
            <p:nvPr/>
          </p:nvSpPr>
          <p:spPr bwMode="auto">
            <a:xfrm>
              <a:off x="6596417" y="1747476"/>
              <a:ext cx="732647" cy="649786"/>
            </a:xfrm>
            <a:prstGeom prst="ellipse">
              <a:avLst/>
            </a:pr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r>
                <a:rPr lang="en-US" sz="2400" b="0" dirty="0">
                  <a:solidFill>
                    <a:srgbClr val="000000"/>
                  </a:solidFill>
                  <a:latin typeface="Courier"/>
                  <a:cs typeface="Courier"/>
                </a:rPr>
                <a:t>C</a:t>
              </a:r>
              <a:r>
                <a:rPr lang="en-US" sz="2400" b="0" baseline="-25000" dirty="0">
                  <a:solidFill>
                    <a:srgbClr val="000000"/>
                  </a:solidFill>
                  <a:latin typeface="Courier"/>
                  <a:cs typeface="Courier"/>
                </a:rPr>
                <a:t>3</a:t>
              </a:r>
            </a:p>
          </p:txBody>
        </p:sp>
        <p:cxnSp>
          <p:nvCxnSpPr>
            <p:cNvPr id="78" name="Straight Arrow Connector 77"/>
            <p:cNvCxnSpPr/>
            <p:nvPr/>
          </p:nvCxnSpPr>
          <p:spPr bwMode="auto">
            <a:xfrm flipH="1">
              <a:off x="6963535" y="1378893"/>
              <a:ext cx="0" cy="368583"/>
            </a:xfrm>
            <a:prstGeom prst="straightConnector1">
              <a:avLst/>
            </a:prstGeom>
            <a:noFill/>
            <a:ln w="25400" cap="flat" cmpd="sng" algn="ctr">
              <a:solidFill>
                <a:srgbClr val="000000"/>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21" name="Rectangle 3">
            <a:extLst>
              <a:ext uri="{FF2B5EF4-FFF2-40B4-BE49-F238E27FC236}">
                <a16:creationId xmlns:a16="http://schemas.microsoft.com/office/drawing/2014/main" id="{F6018E2C-341D-FB47-95A2-F80C933E2963}"/>
              </a:ext>
            </a:extLst>
          </p:cNvPr>
          <p:cNvSpPr txBox="1">
            <a:spLocks noChangeArrowheads="1"/>
          </p:cNvSpPr>
          <p:nvPr/>
        </p:nvSpPr>
        <p:spPr bwMode="auto">
          <a:xfrm>
            <a:off x="198076" y="971080"/>
            <a:ext cx="7177489" cy="54438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marL="315278" indent="-315278" algn="l" rtl="0" eaLnBrk="0" fontAlgn="base" hangingPunct="0">
              <a:spcBef>
                <a:spcPct val="50000"/>
              </a:spcBef>
              <a:spcAft>
                <a:spcPct val="0"/>
              </a:spcAft>
              <a:buSzPct val="60000"/>
              <a:buFont typeface="Wingdings" charset="2"/>
              <a:buChar char="q"/>
              <a:defRPr sz="2800">
                <a:solidFill>
                  <a:schemeClr val="accent6">
                    <a:lumMod val="90000"/>
                    <a:lumOff val="10000"/>
                  </a:schemeClr>
                </a:solidFill>
                <a:latin typeface="Calibri" charset="0"/>
                <a:ea typeface="Calibri" charset="0"/>
                <a:cs typeface="Calibri" charset="0"/>
              </a:defRPr>
            </a:lvl1pPr>
            <a:lvl2pPr marL="655003" indent="-315278" algn="l" rtl="0" eaLnBrk="0" fontAlgn="base" hangingPunct="0">
              <a:spcBef>
                <a:spcPct val="10000"/>
              </a:spcBef>
              <a:spcAft>
                <a:spcPct val="0"/>
              </a:spcAft>
              <a:buFont typeface="Helvetica" charset="0"/>
              <a:buChar char="–"/>
              <a:defRPr sz="2400">
                <a:solidFill>
                  <a:schemeClr val="tx1"/>
                </a:solidFill>
                <a:latin typeface="+mn-lt"/>
                <a:ea typeface="Arial" charset="0"/>
                <a:cs typeface="+mn-cs"/>
              </a:defRPr>
            </a:lvl2pPr>
            <a:lvl3pPr marL="911225" indent="-233363" algn="l" rtl="0" eaLnBrk="0" fontAlgn="base" hangingPunct="0">
              <a:spcBef>
                <a:spcPct val="10000"/>
              </a:spcBef>
              <a:spcAft>
                <a:spcPct val="0"/>
              </a:spcAft>
              <a:buFont typeface="Wingdings" charset="0"/>
              <a:buChar char=""/>
              <a:defRPr sz="2000">
                <a:solidFill>
                  <a:schemeClr val="tx1"/>
                </a:solidFill>
                <a:latin typeface="+mn-lt"/>
                <a:ea typeface="Arial" charset="0"/>
                <a:cs typeface="+mn-cs"/>
              </a:defRPr>
            </a:lvl3pPr>
            <a:lvl4pPr marL="1258888" indent="-233363" algn="l" rtl="0" eaLnBrk="0" fontAlgn="base" hangingPunct="0">
              <a:spcBef>
                <a:spcPct val="10000"/>
              </a:spcBef>
              <a:spcAft>
                <a:spcPct val="0"/>
              </a:spcAft>
              <a:buChar char="•"/>
              <a:defRPr sz="2000">
                <a:solidFill>
                  <a:schemeClr val="accent2"/>
                </a:solidFill>
                <a:latin typeface="+mj-lt"/>
                <a:ea typeface="Arial" charset="0"/>
                <a:cs typeface="+mn-cs"/>
              </a:defRPr>
            </a:lvl4pPr>
            <a:lvl5pPr marL="1597025" indent="-223838" algn="l" rtl="0" eaLnBrk="0" fontAlgn="base" hangingPunct="0">
              <a:spcBef>
                <a:spcPct val="10000"/>
              </a:spcBef>
              <a:spcAft>
                <a:spcPct val="0"/>
              </a:spcAft>
              <a:buChar char="•"/>
              <a:defRPr sz="2000">
                <a:solidFill>
                  <a:schemeClr val="tx1"/>
                </a:solidFill>
                <a:latin typeface="+mj-lt"/>
                <a:ea typeface="Arial" charset="0"/>
                <a:cs typeface="+mn-cs"/>
              </a:defRPr>
            </a:lvl5pPr>
            <a:lvl6pPr marL="2054225" indent="-223838" algn="l" rtl="0" eaLnBrk="0" fontAlgn="base" hangingPunct="0">
              <a:spcBef>
                <a:spcPct val="10000"/>
              </a:spcBef>
              <a:spcAft>
                <a:spcPct val="0"/>
              </a:spcAft>
              <a:buChar char="•"/>
              <a:defRPr sz="2000">
                <a:solidFill>
                  <a:schemeClr val="tx1"/>
                </a:solidFill>
                <a:latin typeface="+mj-lt"/>
                <a:ea typeface="Arial" charset="0"/>
                <a:cs typeface="+mn-cs"/>
              </a:defRPr>
            </a:lvl6pPr>
            <a:lvl7pPr marL="2511425" indent="-223838" algn="l" rtl="0" eaLnBrk="0" fontAlgn="base" hangingPunct="0">
              <a:spcBef>
                <a:spcPct val="10000"/>
              </a:spcBef>
              <a:spcAft>
                <a:spcPct val="0"/>
              </a:spcAft>
              <a:buChar char="•"/>
              <a:defRPr sz="2000">
                <a:solidFill>
                  <a:schemeClr val="tx1"/>
                </a:solidFill>
                <a:latin typeface="+mj-lt"/>
                <a:ea typeface="Arial" charset="0"/>
                <a:cs typeface="+mn-cs"/>
              </a:defRPr>
            </a:lvl7pPr>
            <a:lvl8pPr marL="2968625" indent="-223838" algn="l" rtl="0" eaLnBrk="0" fontAlgn="base" hangingPunct="0">
              <a:spcBef>
                <a:spcPct val="10000"/>
              </a:spcBef>
              <a:spcAft>
                <a:spcPct val="0"/>
              </a:spcAft>
              <a:buChar char="•"/>
              <a:defRPr sz="2000">
                <a:solidFill>
                  <a:schemeClr val="tx1"/>
                </a:solidFill>
                <a:latin typeface="+mj-lt"/>
                <a:ea typeface="Arial" charset="0"/>
                <a:cs typeface="+mn-cs"/>
              </a:defRPr>
            </a:lvl8pPr>
            <a:lvl9pPr marL="3425825" indent="-223838" algn="l" rtl="0" eaLnBrk="0" fontAlgn="base" hangingPunct="0">
              <a:spcBef>
                <a:spcPct val="10000"/>
              </a:spcBef>
              <a:spcAft>
                <a:spcPct val="0"/>
              </a:spcAft>
              <a:buChar char="•"/>
              <a:defRPr sz="2000">
                <a:solidFill>
                  <a:schemeClr val="tx1"/>
                </a:solidFill>
                <a:latin typeface="+mj-lt"/>
                <a:ea typeface="Arial" charset="0"/>
                <a:cs typeface="+mn-cs"/>
              </a:defRPr>
            </a:lvl9pPr>
          </a:lstStyle>
          <a:p>
            <a:pPr eaLnBrk="1" hangingPunct="1">
              <a:defRPr/>
            </a:pPr>
            <a:r>
              <a:rPr lang="en-US" b="0" kern="0" dirty="0"/>
              <a:t>Only the child continues forking:</a:t>
            </a:r>
          </a:p>
          <a:p>
            <a:pPr eaLnBrk="1" hangingPunct="1">
              <a:defRPr/>
            </a:pPr>
            <a:endParaRPr lang="en-US" b="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wipe(up)">
                                      <p:cBhvr>
                                        <p:cTn id="11" dur="500"/>
                                        <p:tgtEl>
                                          <p:spTgt spid="6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wipe(up)">
                                      <p:cBhvr>
                                        <p:cTn id="20" dur="500"/>
                                        <p:tgtEl>
                                          <p:spTgt spid="7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76"/>
                                        </p:tgtEl>
                                        <p:attrNameLst>
                                          <p:attrName>style.visibility</p:attrName>
                                        </p:attrNameLst>
                                      </p:cBhvr>
                                      <p:to>
                                        <p:strVal val="visible"/>
                                      </p:to>
                                    </p:set>
                                    <p:animEffect transition="in" filter="wipe(up)">
                                      <p:cBhvr>
                                        <p:cTn id="29" dur="500"/>
                                        <p:tgtEl>
                                          <p:spTgt spid="76"/>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6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7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8" grpId="0"/>
      <p:bldP spid="69" grpId="0"/>
      <p:bldP spid="70" grpId="0"/>
      <p:bldP spid="71" grpId="0"/>
      <p:bldP spid="7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pPr>
            <a:r>
              <a:rPr lang="en-US" dirty="0"/>
              <a:t>Hands On</a:t>
            </a:r>
          </a:p>
        </p:txBody>
      </p:sp>
      <p:sp>
        <p:nvSpPr>
          <p:cNvPr id="3" name="Content Placeholder 2"/>
          <p:cNvSpPr>
            <a:spLocks noGrp="1"/>
          </p:cNvSpPr>
          <p:nvPr>
            <p:ph idx="1"/>
          </p:nvPr>
        </p:nvSpPr>
        <p:spPr>
          <a:xfrm>
            <a:off x="76200" y="990600"/>
            <a:ext cx="8915400" cy="1800225"/>
          </a:xfrm>
        </p:spPr>
        <p:txBody>
          <a:bodyPr/>
          <a:lstStyle/>
          <a:p>
            <a:pPr>
              <a:buFont typeface="Wingdings" charset="2"/>
              <a:buChar char="q"/>
              <a:defRPr/>
            </a:pPr>
            <a:r>
              <a:rPr lang="en-US" sz="2800" dirty="0">
                <a:solidFill>
                  <a:srgbClr val="000000"/>
                </a:solidFill>
              </a:rPr>
              <a:t>Write a C program that does the following:</a:t>
            </a:r>
            <a:endParaRPr lang="en-US" sz="3200" dirty="0">
              <a:solidFill>
                <a:srgbClr val="000000"/>
              </a:solidFill>
            </a:endParaRPr>
          </a:p>
          <a:p>
            <a:pPr lvl="1">
              <a:defRPr/>
            </a:pPr>
            <a:r>
              <a:rPr lang="en-US" sz="2800" dirty="0">
                <a:solidFill>
                  <a:srgbClr val="000000"/>
                </a:solidFill>
                <a:latin typeface="Calibri" charset="0"/>
                <a:ea typeface="Calibri" charset="0"/>
                <a:cs typeface="Calibri" charset="0"/>
              </a:rPr>
              <a:t>Takes a list of file names from the command line</a:t>
            </a:r>
            <a:endParaRPr lang="en-US" sz="800" b="1" dirty="0">
              <a:solidFill>
                <a:srgbClr val="000000"/>
              </a:solidFill>
              <a:latin typeface="Calibri" charset="0"/>
              <a:ea typeface="Calibri" charset="0"/>
              <a:cs typeface="Calibri" charset="0"/>
            </a:endParaRPr>
          </a:p>
          <a:p>
            <a:pPr marL="457200" lvl="1" indent="0">
              <a:buFontTx/>
              <a:buNone/>
              <a:defRPr/>
            </a:pPr>
            <a:r>
              <a:rPr lang="en-US" b="1" dirty="0">
                <a:solidFill>
                  <a:srgbClr val="000000"/>
                </a:solidFill>
                <a:latin typeface="Calibri" charset="0"/>
                <a:ea typeface="Calibri" charset="0"/>
                <a:cs typeface="Calibri" charset="0"/>
              </a:rPr>
              <a:t>	</a:t>
            </a:r>
            <a:endParaRPr lang="en-US" sz="1100" dirty="0">
              <a:solidFill>
                <a:srgbClr val="000000"/>
              </a:solidFill>
              <a:latin typeface="Calibri" charset="0"/>
              <a:ea typeface="Calibri" charset="0"/>
              <a:cs typeface="Calibri" charset="0"/>
            </a:endParaRPr>
          </a:p>
          <a:p>
            <a:pPr lvl="1">
              <a:defRPr/>
            </a:pPr>
            <a:endParaRPr lang="en-US" sz="1100" dirty="0">
              <a:solidFill>
                <a:srgbClr val="000000"/>
              </a:solidFill>
              <a:latin typeface="Calibri" charset="0"/>
              <a:ea typeface="Calibri" charset="0"/>
              <a:cs typeface="Calibri" charset="0"/>
            </a:endParaRPr>
          </a:p>
          <a:p>
            <a:pPr lvl="1">
              <a:defRPr/>
            </a:pPr>
            <a:r>
              <a:rPr lang="en-US" sz="2800" dirty="0">
                <a:solidFill>
                  <a:srgbClr val="000000"/>
                </a:solidFill>
                <a:latin typeface="Calibri" charset="0"/>
                <a:ea typeface="Calibri" charset="0"/>
                <a:cs typeface="Calibri" charset="0"/>
              </a:rPr>
              <a:t>For each file in the list:</a:t>
            </a:r>
            <a:endParaRPr lang="en-US" sz="3200" dirty="0">
              <a:solidFill>
                <a:srgbClr val="000000"/>
              </a:solidFill>
              <a:latin typeface="Calibri" charset="0"/>
              <a:ea typeface="Calibri" charset="0"/>
              <a:cs typeface="Calibri" charset="0"/>
            </a:endParaRPr>
          </a:p>
          <a:p>
            <a:pPr lvl="2">
              <a:defRPr/>
            </a:pPr>
            <a:r>
              <a:rPr lang="en-US" sz="2400" dirty="0">
                <a:solidFill>
                  <a:srgbClr val="000000"/>
                </a:solidFill>
                <a:latin typeface="Calibri" charset="0"/>
                <a:ea typeface="Calibri" charset="0"/>
                <a:cs typeface="Calibri" charset="0"/>
              </a:rPr>
              <a:t>Parent prints out the filename, forks child, waits for child </a:t>
            </a:r>
          </a:p>
          <a:p>
            <a:pPr marL="914400" lvl="2" indent="0">
              <a:buFont typeface="Monotype Sorts" charset="0"/>
              <a:buNone/>
              <a:defRPr/>
            </a:pPr>
            <a:endParaRPr lang="en-US" sz="2400" b="1" dirty="0">
              <a:solidFill>
                <a:srgbClr val="000000"/>
              </a:solidFill>
              <a:latin typeface="Calibri" charset="0"/>
              <a:ea typeface="Calibri" charset="0"/>
              <a:cs typeface="Calibri" charset="0"/>
            </a:endParaRPr>
          </a:p>
          <a:p>
            <a:pPr marL="914400" lvl="2" indent="0">
              <a:buFont typeface="Monotype Sorts" charset="0"/>
              <a:buNone/>
              <a:defRPr/>
            </a:pPr>
            <a:endParaRPr lang="en-US" sz="4400" b="1" dirty="0">
              <a:solidFill>
                <a:srgbClr val="000000"/>
              </a:solidFill>
              <a:latin typeface="Calibri" charset="0"/>
              <a:ea typeface="Calibri" charset="0"/>
              <a:cs typeface="Calibri" charset="0"/>
            </a:endParaRPr>
          </a:p>
          <a:p>
            <a:pPr lvl="2">
              <a:defRPr/>
            </a:pPr>
            <a:endParaRPr lang="en-US" sz="1100" dirty="0">
              <a:solidFill>
                <a:srgbClr val="000000"/>
              </a:solidFill>
              <a:latin typeface="Calibri" charset="0"/>
              <a:ea typeface="Calibri" charset="0"/>
              <a:cs typeface="Calibri" charset="0"/>
            </a:endParaRPr>
          </a:p>
          <a:p>
            <a:pPr lvl="2">
              <a:defRPr/>
            </a:pPr>
            <a:r>
              <a:rPr lang="en-US" sz="2400" dirty="0">
                <a:solidFill>
                  <a:srgbClr val="000000"/>
                </a:solidFill>
                <a:latin typeface="Calibri" charset="0"/>
                <a:ea typeface="Calibri" charset="0"/>
                <a:cs typeface="Calibri" charset="0"/>
              </a:rPr>
              <a:t>Child displays the contents of the file (use </a:t>
            </a:r>
            <a:r>
              <a:rPr lang="en-US" sz="2400" b="1" dirty="0">
                <a:solidFill>
                  <a:srgbClr val="CC3300"/>
                </a:solidFill>
                <a:latin typeface="Calibri" charset="0"/>
                <a:ea typeface="Calibri" charset="0"/>
                <a:cs typeface="Calibri" charset="0"/>
              </a:rPr>
              <a:t>tail</a:t>
            </a:r>
            <a:r>
              <a:rPr lang="en-US" sz="2400" dirty="0">
                <a:solidFill>
                  <a:srgbClr val="000000"/>
                </a:solidFill>
                <a:latin typeface="Calibri" charset="0"/>
                <a:ea typeface="Calibri" charset="0"/>
                <a:cs typeface="Calibri" charset="0"/>
              </a:rPr>
              <a:t>)</a:t>
            </a:r>
          </a:p>
          <a:p>
            <a:pPr marL="914400" lvl="2" indent="0">
              <a:buFont typeface="Monotype Sorts" charset="0"/>
              <a:buNone/>
              <a:defRPr/>
            </a:pPr>
            <a:r>
              <a:rPr lang="en-US" sz="2400" dirty="0">
                <a:solidFill>
                  <a:srgbClr val="000000"/>
                </a:solidFill>
                <a:latin typeface="Calibri" charset="0"/>
                <a:ea typeface="Calibri" charset="0"/>
                <a:cs typeface="Calibri" charset="0"/>
              </a:rPr>
              <a:t>	</a:t>
            </a:r>
          </a:p>
          <a:p>
            <a:pPr marL="914400" lvl="2" indent="0">
              <a:buFont typeface="Monotype Sorts" charset="0"/>
              <a:buNone/>
              <a:defRPr/>
            </a:pPr>
            <a:endParaRPr lang="en-US" sz="4400" dirty="0">
              <a:solidFill>
                <a:srgbClr val="000000"/>
              </a:solidFill>
              <a:latin typeface="Calibri" charset="0"/>
              <a:ea typeface="Calibri" charset="0"/>
              <a:cs typeface="Calibri" charset="0"/>
            </a:endParaRPr>
          </a:p>
          <a:p>
            <a:pPr marL="0" indent="0">
              <a:buFont typeface="Monotype Sorts" charset="0"/>
              <a:buNone/>
              <a:defRPr/>
            </a:pPr>
            <a:endParaRPr lang="en-US" dirty="0">
              <a:solidFill>
                <a:srgbClr val="000000"/>
              </a:solidFill>
            </a:endParaRPr>
          </a:p>
        </p:txBody>
      </p:sp>
      <p:sp>
        <p:nvSpPr>
          <p:cNvPr id="5" name="TextBox 4"/>
          <p:cNvSpPr txBox="1">
            <a:spLocks noChangeArrowheads="1"/>
          </p:cNvSpPr>
          <p:nvPr/>
        </p:nvSpPr>
        <p:spPr bwMode="auto">
          <a:xfrm>
            <a:off x="1751013" y="3481012"/>
            <a:ext cx="1200150" cy="430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eaLnBrk="1" hangingPunct="1"/>
            <a:r>
              <a:rPr lang="en-US" sz="2200" b="1" dirty="0">
                <a:solidFill>
                  <a:srgbClr val="CC3300"/>
                </a:solidFill>
                <a:latin typeface="Courier New" charset="0"/>
                <a:cs typeface="Courier New" charset="0"/>
              </a:rPr>
              <a:t>readme</a:t>
            </a:r>
          </a:p>
        </p:txBody>
      </p:sp>
      <p:sp>
        <p:nvSpPr>
          <p:cNvPr id="6" name="TextBox 5"/>
          <p:cNvSpPr txBox="1">
            <a:spLocks noChangeArrowheads="1"/>
          </p:cNvSpPr>
          <p:nvPr/>
        </p:nvSpPr>
        <p:spPr bwMode="auto">
          <a:xfrm>
            <a:off x="1749425" y="5097463"/>
            <a:ext cx="4868716"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eaLnBrk="1" hangingPunct="1"/>
            <a:r>
              <a:rPr lang="en-US" sz="2200" b="1" dirty="0">
                <a:solidFill>
                  <a:srgbClr val="000000"/>
                </a:solidFill>
                <a:latin typeface="Courier New" charset="0"/>
                <a:cs typeface="Courier New" charset="0"/>
              </a:rPr>
              <a:t>invoke </a:t>
            </a:r>
            <a:r>
              <a:rPr lang="en-US" sz="2200" b="1" dirty="0">
                <a:solidFill>
                  <a:srgbClr val="CC3300"/>
                </a:solidFill>
                <a:latin typeface="Courier New" charset="0"/>
                <a:cs typeface="Courier New" charset="0"/>
              </a:rPr>
              <a:t>system(</a:t>
            </a:r>
            <a:r>
              <a:rPr lang="en-US" sz="2200" b="1" dirty="0">
                <a:solidFill>
                  <a:srgbClr val="CC3300"/>
                </a:solidFill>
                <a:latin typeface="Math" charset="0"/>
                <a:cs typeface="Math" charset="0"/>
              </a:rPr>
              <a:t>“</a:t>
            </a:r>
            <a:r>
              <a:rPr lang="en-US" altLang="ja-JP" sz="2200" b="1" dirty="0">
                <a:solidFill>
                  <a:srgbClr val="CC3300"/>
                </a:solidFill>
                <a:latin typeface="Courier New" charset="0"/>
                <a:cs typeface="Courier New" charset="0"/>
              </a:rPr>
              <a:t>tail readme</a:t>
            </a:r>
            <a:r>
              <a:rPr lang="en-US" sz="2200" b="1" dirty="0">
                <a:solidFill>
                  <a:srgbClr val="CC3300"/>
                </a:solidFill>
                <a:latin typeface="Math" charset="0"/>
                <a:cs typeface="Math" charset="0"/>
              </a:rPr>
              <a:t>”</a:t>
            </a:r>
            <a:r>
              <a:rPr lang="en-US" altLang="ja-JP" sz="2200" b="1" dirty="0">
                <a:solidFill>
                  <a:srgbClr val="CC3300"/>
                </a:solidFill>
                <a:latin typeface="Courier New" charset="0"/>
                <a:cs typeface="Courier New" charset="0"/>
              </a:rPr>
              <a:t>)</a:t>
            </a:r>
            <a:endParaRPr lang="en-US" sz="2200" b="1" dirty="0">
              <a:solidFill>
                <a:srgbClr val="CC3300"/>
              </a:solidFill>
              <a:latin typeface="Courier New" charset="0"/>
              <a:cs typeface="Courier New" charset="0"/>
            </a:endParaRPr>
          </a:p>
        </p:txBody>
      </p:sp>
      <p:sp>
        <p:nvSpPr>
          <p:cNvPr id="7" name="TextBox 6"/>
          <p:cNvSpPr txBox="1">
            <a:spLocks noChangeArrowheads="1"/>
          </p:cNvSpPr>
          <p:nvPr/>
        </p:nvSpPr>
        <p:spPr bwMode="auto">
          <a:xfrm>
            <a:off x="1595438" y="2038350"/>
            <a:ext cx="5940425" cy="430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eaLnBrk="1" hangingPunct="1"/>
            <a:r>
              <a:rPr lang="en-US" sz="2200" b="1">
                <a:solidFill>
                  <a:srgbClr val="CC3300"/>
                </a:solidFill>
                <a:latin typeface="Courier New" charset="0"/>
                <a:cs typeface="Courier New" charset="0"/>
              </a:rPr>
              <a:t>./a.out readme code.cpp game.input</a:t>
            </a:r>
          </a:p>
        </p:txBody>
      </p:sp>
      <p:sp>
        <p:nvSpPr>
          <p:cNvPr id="8" name="TextBox 7"/>
          <p:cNvSpPr txBox="1">
            <a:spLocks noChangeArrowheads="1"/>
          </p:cNvSpPr>
          <p:nvPr/>
        </p:nvSpPr>
        <p:spPr bwMode="auto">
          <a:xfrm>
            <a:off x="1749425" y="3806450"/>
            <a:ext cx="1538288" cy="430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eaLnBrk="1" hangingPunct="1"/>
            <a:r>
              <a:rPr lang="en-US" sz="2200" b="1" dirty="0" err="1">
                <a:solidFill>
                  <a:srgbClr val="CC3300"/>
                </a:solidFill>
                <a:latin typeface="Courier New" charset="0"/>
                <a:cs typeface="Courier New" charset="0"/>
              </a:rPr>
              <a:t>code.cpp</a:t>
            </a:r>
            <a:endParaRPr lang="en-US" sz="2200" b="1" dirty="0">
              <a:solidFill>
                <a:srgbClr val="CC3300"/>
              </a:solidFill>
              <a:latin typeface="Courier New" charset="0"/>
              <a:cs typeface="Courier New" charset="0"/>
            </a:endParaRPr>
          </a:p>
        </p:txBody>
      </p:sp>
      <p:sp>
        <p:nvSpPr>
          <p:cNvPr id="9" name="TextBox 8"/>
          <p:cNvSpPr txBox="1">
            <a:spLocks noChangeArrowheads="1"/>
          </p:cNvSpPr>
          <p:nvPr/>
        </p:nvSpPr>
        <p:spPr bwMode="auto">
          <a:xfrm>
            <a:off x="1766888" y="5443538"/>
            <a:ext cx="5207325"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eaLnBrk="1" hangingPunct="1"/>
            <a:r>
              <a:rPr lang="en-US" sz="2200" b="1" dirty="0">
                <a:solidFill>
                  <a:srgbClr val="000000"/>
                </a:solidFill>
                <a:latin typeface="Courier New" charset="0"/>
                <a:cs typeface="Courier New" charset="0"/>
              </a:rPr>
              <a:t>invoke </a:t>
            </a:r>
            <a:r>
              <a:rPr lang="en-US" sz="2200" b="1" dirty="0">
                <a:solidFill>
                  <a:srgbClr val="CC3300"/>
                </a:solidFill>
                <a:latin typeface="Courier New" charset="0"/>
                <a:cs typeface="Courier New" charset="0"/>
              </a:rPr>
              <a:t>system(</a:t>
            </a:r>
            <a:r>
              <a:rPr lang="en-US" sz="2200" b="1" dirty="0">
                <a:solidFill>
                  <a:srgbClr val="CC3300"/>
                </a:solidFill>
                <a:latin typeface="Math" charset="0"/>
                <a:cs typeface="Math" charset="0"/>
              </a:rPr>
              <a:t>“</a:t>
            </a:r>
            <a:r>
              <a:rPr lang="en-US" altLang="ja-JP" sz="2200" b="1" dirty="0">
                <a:solidFill>
                  <a:srgbClr val="CC3300"/>
                </a:solidFill>
                <a:latin typeface="Courier New" charset="0"/>
                <a:cs typeface="Courier New" charset="0"/>
              </a:rPr>
              <a:t>tail </a:t>
            </a:r>
            <a:r>
              <a:rPr lang="en-US" altLang="ja-JP" sz="2200" b="1" dirty="0" err="1">
                <a:solidFill>
                  <a:srgbClr val="CC3300"/>
                </a:solidFill>
                <a:latin typeface="Courier New" charset="0"/>
                <a:cs typeface="Courier New" charset="0"/>
              </a:rPr>
              <a:t>code.cpp</a:t>
            </a:r>
            <a:r>
              <a:rPr lang="en-US" sz="2200" b="1" dirty="0">
                <a:solidFill>
                  <a:srgbClr val="CC3300"/>
                </a:solidFill>
                <a:latin typeface="Math" charset="0"/>
                <a:cs typeface="Math" charset="0"/>
              </a:rPr>
              <a:t>”</a:t>
            </a:r>
            <a:r>
              <a:rPr lang="en-US" altLang="ja-JP" sz="2200" b="1" dirty="0">
                <a:solidFill>
                  <a:srgbClr val="CC3300"/>
                </a:solidFill>
                <a:latin typeface="Courier New" charset="0"/>
                <a:cs typeface="Courier New" charset="0"/>
              </a:rPr>
              <a:t>)</a:t>
            </a:r>
            <a:endParaRPr lang="en-US" sz="2200" b="1" dirty="0">
              <a:solidFill>
                <a:srgbClr val="CC3300"/>
              </a:solidFill>
              <a:latin typeface="Courier New" charset="0"/>
              <a:cs typeface="Courier New" charset="0"/>
            </a:endParaRPr>
          </a:p>
        </p:txBody>
      </p:sp>
      <p:sp>
        <p:nvSpPr>
          <p:cNvPr id="10" name="TextBox 9"/>
          <p:cNvSpPr txBox="1">
            <a:spLocks noChangeArrowheads="1"/>
          </p:cNvSpPr>
          <p:nvPr/>
        </p:nvSpPr>
        <p:spPr bwMode="auto">
          <a:xfrm>
            <a:off x="1728788" y="4150937"/>
            <a:ext cx="1878012" cy="430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eaLnBrk="1" hangingPunct="1"/>
            <a:r>
              <a:rPr lang="en-US" sz="2200" b="1">
                <a:solidFill>
                  <a:srgbClr val="CC3300"/>
                </a:solidFill>
                <a:latin typeface="Courier New" charset="0"/>
                <a:cs typeface="Courier New" charset="0"/>
              </a:rPr>
              <a:t>game.input</a:t>
            </a:r>
          </a:p>
        </p:txBody>
      </p:sp>
      <p:sp>
        <p:nvSpPr>
          <p:cNvPr id="11" name="TextBox 10"/>
          <p:cNvSpPr txBox="1">
            <a:spLocks noChangeArrowheads="1"/>
          </p:cNvSpPr>
          <p:nvPr/>
        </p:nvSpPr>
        <p:spPr bwMode="auto">
          <a:xfrm>
            <a:off x="1746250" y="5807075"/>
            <a:ext cx="5545934"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800">
                <a:solidFill>
                  <a:schemeClr val="hlink"/>
                </a:solidFill>
                <a:latin typeface="Comic Sans MS" charset="0"/>
                <a:ea typeface="ＭＳ Ｐゴシック" charset="0"/>
                <a:cs typeface="ＭＳ Ｐゴシック" charset="0"/>
              </a:defRPr>
            </a:lvl1pPr>
            <a:lvl2pPr marL="742950" indent="-285750" eaLnBrk="0" hangingPunct="0">
              <a:defRPr sz="2800">
                <a:solidFill>
                  <a:schemeClr val="hlink"/>
                </a:solidFill>
                <a:latin typeface="Comic Sans MS" charset="0"/>
                <a:ea typeface="ＭＳ Ｐゴシック" charset="0"/>
              </a:defRPr>
            </a:lvl2pPr>
            <a:lvl3pPr marL="1143000" indent="-228600" eaLnBrk="0" hangingPunct="0">
              <a:defRPr sz="2800">
                <a:solidFill>
                  <a:schemeClr val="hlink"/>
                </a:solidFill>
                <a:latin typeface="Comic Sans MS" charset="0"/>
                <a:ea typeface="ＭＳ Ｐゴシック" charset="0"/>
              </a:defRPr>
            </a:lvl3pPr>
            <a:lvl4pPr marL="1600200" indent="-228600" eaLnBrk="0" hangingPunct="0">
              <a:defRPr sz="2800">
                <a:solidFill>
                  <a:schemeClr val="hlink"/>
                </a:solidFill>
                <a:latin typeface="Comic Sans MS" charset="0"/>
                <a:ea typeface="ＭＳ Ｐゴシック" charset="0"/>
              </a:defRPr>
            </a:lvl4pPr>
            <a:lvl5pPr marL="2057400" indent="-228600" eaLnBrk="0" hangingPunct="0">
              <a:defRPr sz="2800">
                <a:solidFill>
                  <a:schemeClr val="hlink"/>
                </a:solidFill>
                <a:latin typeface="Comic Sans MS" charset="0"/>
                <a:ea typeface="ＭＳ Ｐゴシック" charset="0"/>
              </a:defRPr>
            </a:lvl5pPr>
            <a:lvl6pPr marL="2514600" indent="-228600" eaLnBrk="0" fontAlgn="base" hangingPunct="0">
              <a:spcBef>
                <a:spcPct val="0"/>
              </a:spcBef>
              <a:spcAft>
                <a:spcPct val="0"/>
              </a:spcAft>
              <a:defRPr sz="2800">
                <a:solidFill>
                  <a:schemeClr val="hlink"/>
                </a:solidFill>
                <a:latin typeface="Comic Sans MS" charset="0"/>
                <a:ea typeface="ＭＳ Ｐゴシック" charset="0"/>
              </a:defRPr>
            </a:lvl6pPr>
            <a:lvl7pPr marL="2971800" indent="-228600" eaLnBrk="0" fontAlgn="base" hangingPunct="0">
              <a:spcBef>
                <a:spcPct val="0"/>
              </a:spcBef>
              <a:spcAft>
                <a:spcPct val="0"/>
              </a:spcAft>
              <a:defRPr sz="2800">
                <a:solidFill>
                  <a:schemeClr val="hlink"/>
                </a:solidFill>
                <a:latin typeface="Comic Sans MS" charset="0"/>
                <a:ea typeface="ＭＳ Ｐゴシック" charset="0"/>
              </a:defRPr>
            </a:lvl7pPr>
            <a:lvl8pPr marL="3429000" indent="-228600" eaLnBrk="0" fontAlgn="base" hangingPunct="0">
              <a:spcBef>
                <a:spcPct val="0"/>
              </a:spcBef>
              <a:spcAft>
                <a:spcPct val="0"/>
              </a:spcAft>
              <a:defRPr sz="2800">
                <a:solidFill>
                  <a:schemeClr val="hlink"/>
                </a:solidFill>
                <a:latin typeface="Comic Sans MS" charset="0"/>
                <a:ea typeface="ＭＳ Ｐゴシック" charset="0"/>
              </a:defRPr>
            </a:lvl8pPr>
            <a:lvl9pPr marL="3886200" indent="-228600" eaLnBrk="0" fontAlgn="base" hangingPunct="0">
              <a:spcBef>
                <a:spcPct val="0"/>
              </a:spcBef>
              <a:spcAft>
                <a:spcPct val="0"/>
              </a:spcAft>
              <a:defRPr sz="2800">
                <a:solidFill>
                  <a:schemeClr val="hlink"/>
                </a:solidFill>
                <a:latin typeface="Comic Sans MS" charset="0"/>
                <a:ea typeface="ＭＳ Ｐゴシック" charset="0"/>
              </a:defRPr>
            </a:lvl9pPr>
          </a:lstStyle>
          <a:p>
            <a:pPr eaLnBrk="1" hangingPunct="1"/>
            <a:r>
              <a:rPr lang="en-US" sz="2200" b="1" dirty="0">
                <a:solidFill>
                  <a:srgbClr val="000000"/>
                </a:solidFill>
                <a:latin typeface="Courier New" charset="0"/>
                <a:cs typeface="Courier New" charset="0"/>
              </a:rPr>
              <a:t>invoke </a:t>
            </a:r>
            <a:r>
              <a:rPr lang="en-US" sz="2200" b="1" dirty="0">
                <a:solidFill>
                  <a:srgbClr val="CC3300"/>
                </a:solidFill>
                <a:latin typeface="Courier New" charset="0"/>
                <a:cs typeface="Courier New" charset="0"/>
              </a:rPr>
              <a:t>system(</a:t>
            </a:r>
            <a:r>
              <a:rPr lang="en-US" sz="2200" b="1" dirty="0">
                <a:solidFill>
                  <a:srgbClr val="CC3300"/>
                </a:solidFill>
                <a:latin typeface="Math" charset="0"/>
                <a:cs typeface="Math" charset="0"/>
              </a:rPr>
              <a:t>“</a:t>
            </a:r>
            <a:r>
              <a:rPr lang="en-US" altLang="ja-JP" sz="2200" b="1" dirty="0">
                <a:solidFill>
                  <a:srgbClr val="CC3300"/>
                </a:solidFill>
                <a:latin typeface="Courier New" charset="0"/>
                <a:cs typeface="Courier New" charset="0"/>
              </a:rPr>
              <a:t>tail </a:t>
            </a:r>
            <a:r>
              <a:rPr lang="en-US" altLang="ja-JP" sz="2200" b="1" dirty="0" err="1">
                <a:solidFill>
                  <a:srgbClr val="CC3300"/>
                </a:solidFill>
                <a:latin typeface="Courier New" charset="0"/>
                <a:cs typeface="Courier New" charset="0"/>
              </a:rPr>
              <a:t>game.input</a:t>
            </a:r>
            <a:r>
              <a:rPr lang="en-US" sz="2200" b="1" dirty="0">
                <a:solidFill>
                  <a:srgbClr val="CC3300"/>
                </a:solidFill>
                <a:latin typeface="Math" charset="0"/>
                <a:cs typeface="Math" charset="0"/>
              </a:rPr>
              <a:t>”</a:t>
            </a:r>
            <a:r>
              <a:rPr lang="en-US" altLang="ja-JP" sz="2200" b="1" dirty="0">
                <a:solidFill>
                  <a:srgbClr val="CC3300"/>
                </a:solidFill>
                <a:latin typeface="Courier New" charset="0"/>
                <a:cs typeface="Courier New" charset="0"/>
              </a:rPr>
              <a:t>)</a:t>
            </a:r>
            <a:endParaRPr lang="en-US" sz="2200" b="1" dirty="0">
              <a:solidFill>
                <a:srgbClr val="CC3300"/>
              </a:solidFill>
              <a:latin typeface="Courier New" charset="0"/>
              <a:cs typeface="Courier New" charset="0"/>
            </a:endParaRPr>
          </a:p>
        </p:txBody>
      </p:sp>
      <p:grpSp>
        <p:nvGrpSpPr>
          <p:cNvPr id="16" name="Group 15"/>
          <p:cNvGrpSpPr>
            <a:grpSpLocks/>
          </p:cNvGrpSpPr>
          <p:nvPr/>
        </p:nvGrpSpPr>
        <p:grpSpPr bwMode="auto">
          <a:xfrm>
            <a:off x="2982913" y="2095500"/>
            <a:ext cx="4483100" cy="387350"/>
            <a:chOff x="2982262" y="2096021"/>
            <a:chExt cx="4483014" cy="386426"/>
          </a:xfrm>
        </p:grpSpPr>
        <p:sp>
          <p:nvSpPr>
            <p:cNvPr id="13" name="Rectangle 12"/>
            <p:cNvSpPr/>
            <p:nvPr/>
          </p:nvSpPr>
          <p:spPr bwMode="auto">
            <a:xfrm>
              <a:off x="2982262" y="2097605"/>
              <a:ext cx="1115991" cy="384842"/>
            </a:xfrm>
            <a:prstGeom prst="rect">
              <a:avLst/>
            </a:prstGeom>
            <a:noFill/>
            <a:ln w="25400" cap="flat" cmpd="sng" algn="ctr">
              <a:solidFill>
                <a:schemeClr val="accent3">
                  <a:lumMod val="25000"/>
                </a:schemeClr>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endParaRPr lang="en-US"/>
            </a:p>
          </p:txBody>
        </p:sp>
        <p:sp>
          <p:nvSpPr>
            <p:cNvPr id="14" name="Rectangle 13"/>
            <p:cNvSpPr/>
            <p:nvPr/>
          </p:nvSpPr>
          <p:spPr bwMode="auto">
            <a:xfrm>
              <a:off x="4153815" y="2096021"/>
              <a:ext cx="1425548" cy="386426"/>
            </a:xfrm>
            <a:prstGeom prst="rect">
              <a:avLst/>
            </a:prstGeom>
            <a:noFill/>
            <a:ln w="25400" cap="flat" cmpd="sng" algn="ctr">
              <a:solidFill>
                <a:schemeClr val="accent3">
                  <a:lumMod val="25000"/>
                </a:schemeClr>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endParaRPr lang="en-US"/>
            </a:p>
          </p:txBody>
        </p:sp>
        <p:sp>
          <p:nvSpPr>
            <p:cNvPr id="15" name="Rectangle 14"/>
            <p:cNvSpPr/>
            <p:nvPr/>
          </p:nvSpPr>
          <p:spPr bwMode="auto">
            <a:xfrm>
              <a:off x="5636511" y="2096021"/>
              <a:ext cx="1828765" cy="386426"/>
            </a:xfrm>
            <a:prstGeom prst="rect">
              <a:avLst/>
            </a:prstGeom>
            <a:noFill/>
            <a:ln w="25400" cap="flat" cmpd="sng" algn="ctr">
              <a:solidFill>
                <a:schemeClr val="accent3">
                  <a:lumMod val="25000"/>
                </a:schemeClr>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spAutoFit/>
            </a:bodyP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pPr>
            <a:r>
              <a:rPr lang="en-US" dirty="0"/>
              <a:t>Hands On (contd.) </a:t>
            </a:r>
          </a:p>
        </p:txBody>
      </p:sp>
      <p:sp>
        <p:nvSpPr>
          <p:cNvPr id="3" name="Content Placeholder 2"/>
          <p:cNvSpPr>
            <a:spLocks noGrp="1"/>
          </p:cNvSpPr>
          <p:nvPr>
            <p:ph idx="1"/>
          </p:nvPr>
        </p:nvSpPr>
        <p:spPr/>
        <p:txBody>
          <a:bodyPr/>
          <a:lstStyle/>
          <a:p>
            <a:pPr lvl="1">
              <a:defRPr/>
            </a:pPr>
            <a:r>
              <a:rPr lang="en-US" sz="2800" dirty="0">
                <a:solidFill>
                  <a:srgbClr val="000000"/>
                </a:solidFill>
                <a:latin typeface="Calibri" charset="0"/>
                <a:ea typeface="Calibri" charset="0"/>
                <a:cs typeface="Calibri" charset="0"/>
              </a:rPr>
              <a:t>After all children finished executing, the parent prints out</a:t>
            </a:r>
          </a:p>
          <a:p>
            <a:pPr marL="0" indent="0">
              <a:buFont typeface="Monotype Sorts" charset="0"/>
              <a:buNone/>
              <a:defRPr/>
            </a:pPr>
            <a:r>
              <a:rPr lang="en-US" sz="2800" b="1" dirty="0">
                <a:solidFill>
                  <a:srgbClr val="000000"/>
                </a:solidFill>
              </a:rPr>
              <a:t> 		 </a:t>
            </a:r>
            <a:r>
              <a:rPr lang="en-US" sz="2800" b="1" dirty="0">
                <a:solidFill>
                  <a:srgbClr val="CC3300"/>
                </a:solidFill>
              </a:rPr>
              <a:t>N files processed, done!</a:t>
            </a:r>
            <a:endParaRPr lang="en-US" sz="3200" dirty="0">
              <a:solidFill>
                <a:srgbClr val="CC3300"/>
              </a:solidFill>
            </a:endParaRPr>
          </a:p>
          <a:p>
            <a:pPr marL="0" indent="0">
              <a:buFont typeface="Monotype Sorts" charset="0"/>
              <a:buNone/>
              <a:defRPr/>
            </a:pPr>
            <a:r>
              <a:rPr lang="en-US" sz="2800" dirty="0">
                <a:solidFill>
                  <a:srgbClr val="000000"/>
                </a:solidFill>
              </a:rPr>
              <a:t>        where N is the number of filenames in the </a:t>
            </a:r>
          </a:p>
          <a:p>
            <a:pPr marL="0" indent="0">
              <a:spcBef>
                <a:spcPts val="0"/>
              </a:spcBef>
              <a:buFont typeface="Monotype Sorts" charset="0"/>
              <a:buNone/>
              <a:defRPr/>
            </a:pPr>
            <a:r>
              <a:rPr lang="en-US" sz="2800" dirty="0">
                <a:solidFill>
                  <a:srgbClr val="000000"/>
                </a:solidFill>
              </a:rPr>
              <a:t>        command line. </a:t>
            </a:r>
          </a:p>
          <a:p>
            <a:pPr>
              <a:buFont typeface="Wingdings" charset="2"/>
              <a:buChar char="q"/>
              <a:defRPr/>
            </a:pPr>
            <a:endParaRPr lang="en-US" dirty="0">
              <a:solidFill>
                <a:srgbClr val="0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Rectangle 2"/>
          <p:cNvSpPr>
            <a:spLocks noGrp="1" noChangeArrowheads="1"/>
          </p:cNvSpPr>
          <p:nvPr>
            <p:ph type="title"/>
          </p:nvPr>
        </p:nvSpPr>
        <p:spPr/>
        <p:txBody>
          <a:bodyPr/>
          <a:lstStyle/>
          <a:p>
            <a:pPr algn="ctr" eaLnBrk="1" hangingPunct="1">
              <a:defRPr/>
            </a:pPr>
            <a:r>
              <a:rPr lang="en-US" dirty="0"/>
              <a:t>Recap</a:t>
            </a:r>
          </a:p>
        </p:txBody>
      </p:sp>
      <p:sp>
        <p:nvSpPr>
          <p:cNvPr id="972803" name="Rectangle 3"/>
          <p:cNvSpPr>
            <a:spLocks noGrp="1" noChangeArrowheads="1"/>
          </p:cNvSpPr>
          <p:nvPr>
            <p:ph type="body" idx="1"/>
          </p:nvPr>
        </p:nvSpPr>
        <p:spPr/>
        <p:txBody>
          <a:bodyPr/>
          <a:lstStyle/>
          <a:p>
            <a:pPr eaLnBrk="1" hangingPunct="1">
              <a:buFont typeface="Wingdings" charset="2"/>
              <a:buChar char="q"/>
              <a:defRPr/>
            </a:pPr>
            <a:r>
              <a:rPr lang="en-US" sz="2800" dirty="0"/>
              <a:t>fork</a:t>
            </a:r>
          </a:p>
          <a:p>
            <a:pPr lvl="1" eaLnBrk="1" hangingPunct="1">
              <a:defRPr/>
            </a:pPr>
            <a:r>
              <a:rPr lang="en-US" dirty="0">
                <a:latin typeface="Calibri" charset="0"/>
                <a:ea typeface="Calibri" charset="0"/>
                <a:cs typeface="Calibri" charset="0"/>
              </a:rPr>
              <a:t>creates a duplicate of the calling process</a:t>
            </a:r>
          </a:p>
          <a:p>
            <a:pPr lvl="1" eaLnBrk="1" hangingPunct="1">
              <a:defRPr/>
            </a:pPr>
            <a:r>
              <a:rPr lang="en-US" dirty="0">
                <a:latin typeface="Calibri" charset="0"/>
                <a:ea typeface="Calibri" charset="0"/>
                <a:cs typeface="Calibri" charset="0"/>
              </a:rPr>
              <a:t>returns 0 to the child, and child identifier to the parent</a:t>
            </a:r>
          </a:p>
          <a:p>
            <a:pPr lvl="1" eaLnBrk="1" hangingPunct="1">
              <a:defRPr/>
            </a:pPr>
            <a:r>
              <a:rPr lang="en-US" dirty="0">
                <a:latin typeface="Calibri" charset="0"/>
                <a:ea typeface="Calibri" charset="0"/>
                <a:cs typeface="Calibri" charset="0"/>
              </a:rPr>
              <a:t>returns -1 in case of failure</a:t>
            </a:r>
          </a:p>
          <a:p>
            <a:pPr lvl="1" eaLnBrk="1" hangingPunct="1">
              <a:defRPr/>
            </a:pPr>
            <a:endParaRPr lang="en-US" sz="1200" dirty="0">
              <a:latin typeface="Calibri" charset="0"/>
              <a:ea typeface="Calibri" charset="0"/>
              <a:cs typeface="Calibri" charset="0"/>
            </a:endParaRPr>
          </a:p>
          <a:p>
            <a:pPr eaLnBrk="1" hangingPunct="1">
              <a:buFont typeface="Wingdings" charset="2"/>
              <a:buChar char="q"/>
              <a:defRPr/>
            </a:pPr>
            <a:r>
              <a:rPr lang="en-US" sz="2800" dirty="0"/>
              <a:t>wait</a:t>
            </a:r>
          </a:p>
          <a:p>
            <a:pPr lvl="1" eaLnBrk="1" hangingPunct="1">
              <a:defRPr/>
            </a:pPr>
            <a:r>
              <a:rPr lang="en-US" sz="2800" dirty="0">
                <a:latin typeface="Calibri" charset="0"/>
                <a:ea typeface="Calibri" charset="0"/>
                <a:cs typeface="Calibri" charset="0"/>
              </a:rPr>
              <a:t>invoked by parent</a:t>
            </a:r>
          </a:p>
          <a:p>
            <a:pPr lvl="1" eaLnBrk="1" hangingPunct="1">
              <a:defRPr/>
            </a:pPr>
            <a:r>
              <a:rPr lang="en-US" sz="2800" dirty="0">
                <a:latin typeface="Calibri" charset="0"/>
                <a:ea typeface="Calibri" charset="0"/>
                <a:cs typeface="Calibri" charset="0"/>
              </a:rPr>
              <a:t>parent blocks until one (arbitrary) child terminates</a:t>
            </a:r>
          </a:p>
          <a:p>
            <a:pPr lvl="1" eaLnBrk="1" hangingPunct="1">
              <a:defRPr/>
            </a:pPr>
            <a:endParaRPr lang="en-US" sz="1200" dirty="0">
              <a:latin typeface="Calibri" charset="0"/>
              <a:ea typeface="Calibri" charset="0"/>
              <a:cs typeface="Calibri" charset="0"/>
            </a:endParaRPr>
          </a:p>
          <a:p>
            <a:pPr eaLnBrk="1" hangingPunct="1">
              <a:buFont typeface="Wingdings" charset="2"/>
              <a:buChar char="q"/>
              <a:defRPr/>
            </a:pPr>
            <a:r>
              <a:rPr lang="en-US" sz="2800" dirty="0"/>
              <a:t>exit</a:t>
            </a:r>
          </a:p>
          <a:p>
            <a:pPr lvl="1" eaLnBrk="1" hangingPunct="1">
              <a:defRPr/>
            </a:pPr>
            <a:r>
              <a:rPr lang="en-US" sz="2800" dirty="0">
                <a:latin typeface="Calibri" charset="0"/>
                <a:ea typeface="Calibri" charset="0"/>
                <a:cs typeface="Calibri" charset="0"/>
              </a:rPr>
              <a:t>terminates the calling process</a:t>
            </a:r>
            <a:endParaRPr lang="en-US" sz="2800" dirty="0">
              <a:solidFill>
                <a:srgbClr val="CC3300"/>
              </a:solidFill>
              <a:latin typeface="Calibri" charset="0"/>
              <a:ea typeface="Calibri" charset="0"/>
              <a:cs typeface="Calibri"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cs426">
  <a:themeElements>
    <a:clrScheme name="">
      <a:dk1>
        <a:srgbClr val="000000"/>
      </a:dk1>
      <a:lt1>
        <a:srgbClr val="FFFFFF"/>
      </a:lt1>
      <a:dk2>
        <a:srgbClr val="000000"/>
      </a:dk2>
      <a:lt2>
        <a:srgbClr val="777777"/>
      </a:lt2>
      <a:accent1>
        <a:srgbClr val="F47A00"/>
      </a:accent1>
      <a:accent2>
        <a:srgbClr val="000066"/>
      </a:accent2>
      <a:accent3>
        <a:srgbClr val="FFFFFF"/>
      </a:accent3>
      <a:accent4>
        <a:srgbClr val="000000"/>
      </a:accent4>
      <a:accent5>
        <a:srgbClr val="F8BEAA"/>
      </a:accent5>
      <a:accent6>
        <a:srgbClr val="00005C"/>
      </a:accent6>
      <a:hlink>
        <a:srgbClr val="A50021"/>
      </a:hlink>
      <a:folHlink>
        <a:srgbClr val="008000"/>
      </a:folHlink>
    </a:clrScheme>
    <a:fontScheme name="cs426">
      <a:majorFont>
        <a:latin typeface="Helvetica"/>
        <a:ea typeface="ＭＳ Ｐゴシック"/>
        <a:cs typeface=""/>
      </a:majorFont>
      <a:minorFont>
        <a:latin typeface="Arial"/>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a:ln>
              <a:noFill/>
            </a:ln>
            <a:solidFill>
              <a:schemeClr val="tx1"/>
            </a:solidFill>
            <a:effectLst/>
            <a:latin typeface="Courier New" charset="0"/>
            <a:ea typeface="ＭＳ Ｐゴシック" charset="0"/>
          </a:defRPr>
        </a:defPPr>
      </a:lstStyle>
    </a:spDef>
    <a:lnDef>
      <a:spPr bwMode="auto">
        <a:xfrm>
          <a:off x="0" y="0"/>
          <a:ext cx="1" cy="1"/>
        </a:xfrm>
        <a:custGeom>
          <a:avLst/>
          <a:gdLst/>
          <a:ahLst/>
          <a:cxnLst/>
          <a:rect l="0" t="0" r="0" b="0"/>
          <a:pathLst/>
        </a:custGeom>
        <a:noFill/>
        <a:ln w="9525"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a:ln>
              <a:noFill/>
            </a:ln>
            <a:solidFill>
              <a:schemeClr val="tx1"/>
            </a:solidFill>
            <a:effectLst/>
            <a:latin typeface="Courier New" charset="0"/>
            <a:ea typeface="ＭＳ Ｐゴシック" charset="0"/>
          </a:defRPr>
        </a:defPPr>
      </a:lstStyle>
    </a:lnDef>
  </a:objectDefaults>
  <a:extraClrSchemeLst>
    <a:extraClrScheme>
      <a:clrScheme name="cs426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426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426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426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426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426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426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Side Bar">
  <a:themeElements>
    <a:clrScheme name="">
      <a:dk1>
        <a:srgbClr val="000099"/>
      </a:dk1>
      <a:lt1>
        <a:srgbClr val="FFFFFF"/>
      </a:lt1>
      <a:dk2>
        <a:srgbClr val="0000FF"/>
      </a:dk2>
      <a:lt2>
        <a:srgbClr val="FFFF00"/>
      </a:lt2>
      <a:accent1>
        <a:srgbClr val="FF6633"/>
      </a:accent1>
      <a:accent2>
        <a:srgbClr val="C1C43C"/>
      </a:accent2>
      <a:accent3>
        <a:srgbClr val="AAAAFF"/>
      </a:accent3>
      <a:accent4>
        <a:srgbClr val="DADADA"/>
      </a:accent4>
      <a:accent5>
        <a:srgbClr val="FFB8AD"/>
      </a:accent5>
      <a:accent6>
        <a:srgbClr val="AFB135"/>
      </a:accent6>
      <a:hlink>
        <a:srgbClr val="FF0000"/>
      </a:hlink>
      <a:folHlink>
        <a:srgbClr val="808080"/>
      </a:folHlink>
    </a:clrScheme>
    <a:fontScheme name="Side Bar">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a:ln>
              <a:noFill/>
            </a:ln>
            <a:solidFill>
              <a:schemeClr val="hlink"/>
            </a:solidFill>
            <a:effectLst/>
            <a:latin typeface="Comic Sans MS" charset="0"/>
            <a:ea typeface="ＭＳ Ｐゴシック" charset="0"/>
          </a:defRPr>
        </a:defPPr>
      </a:lstStyle>
    </a:spDef>
    <a:lnDef>
      <a:spPr bwMode="auto">
        <a:xfrm>
          <a:off x="0" y="0"/>
          <a:ext cx="1" cy="1"/>
        </a:xfrm>
        <a:custGeom>
          <a:avLst/>
          <a:gdLst/>
          <a:ahLst/>
          <a:cxnLst/>
          <a:rect l="0" t="0" r="0" b="0"/>
          <a:pathLst/>
        </a:custGeom>
        <a:noFill/>
        <a:ln w="254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a:ln>
              <a:noFill/>
            </a:ln>
            <a:solidFill>
              <a:schemeClr val="hlink"/>
            </a:solidFill>
            <a:effectLst/>
            <a:latin typeface="Comic Sans MS" charset="0"/>
            <a:ea typeface="ＭＳ Ｐゴシック" charset="0"/>
          </a:defRPr>
        </a:defPPr>
      </a:lstStyle>
    </a:lnDef>
  </a:objectDefaults>
  <a:extraClrSchemeLst>
    <a:extraClrScheme>
      <a:clrScheme name="Side Bar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Side Bar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Side Bar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Side Bar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254</TotalTime>
  <Words>4479</Words>
  <Application>Microsoft Office PowerPoint</Application>
  <PresentationFormat>On-screen Show (4:3)</PresentationFormat>
  <Paragraphs>599</Paragraphs>
  <Slides>35</Slides>
  <Notes>21</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35</vt:i4>
      </vt:variant>
    </vt:vector>
  </HeadingPairs>
  <TitlesOfParts>
    <vt:vector size="50" baseType="lpstr">
      <vt:lpstr>.AppleSystemUIFont</vt:lpstr>
      <vt:lpstr>Arial</vt:lpstr>
      <vt:lpstr>Bookman Old Style</vt:lpstr>
      <vt:lpstr>Calibri</vt:lpstr>
      <vt:lpstr>Comic Sans MS</vt:lpstr>
      <vt:lpstr>Courier</vt:lpstr>
      <vt:lpstr>Courier New</vt:lpstr>
      <vt:lpstr>Helvetica</vt:lpstr>
      <vt:lpstr>Lucida Grande</vt:lpstr>
      <vt:lpstr>Math</vt:lpstr>
      <vt:lpstr>Monotype Sorts</vt:lpstr>
      <vt:lpstr>Times New Roman</vt:lpstr>
      <vt:lpstr>Wingdings</vt:lpstr>
      <vt:lpstr>cs426</vt:lpstr>
      <vt:lpstr>1_Side Bar</vt:lpstr>
      <vt:lpstr>Process Creation</vt:lpstr>
      <vt:lpstr>Recap: Process Identifiers</vt:lpstr>
      <vt:lpstr>Creating a New Process: fork</vt:lpstr>
      <vt:lpstr>Tree of Unix Processes</vt:lpstr>
      <vt:lpstr>Booting</vt:lpstr>
      <vt:lpstr>The fork System Call</vt:lpstr>
      <vt:lpstr>Example</vt:lpstr>
      <vt:lpstr>The fork System Call Illustrated</vt:lpstr>
      <vt:lpstr>PowerPoint Presentation</vt:lpstr>
      <vt:lpstr>PowerPoint Presentation</vt:lpstr>
      <vt:lpstr>Try This Out</vt:lpstr>
      <vt:lpstr>Try It Out</vt:lpstr>
      <vt:lpstr>fork: Parent and Child</vt:lpstr>
      <vt:lpstr>How fork Works (1) </vt:lpstr>
      <vt:lpstr>How fork Works (2) </vt:lpstr>
      <vt:lpstr>How fork Works (3)  </vt:lpstr>
      <vt:lpstr>PowerPoint Presentation</vt:lpstr>
      <vt:lpstr>PowerPoint Presentation</vt:lpstr>
      <vt:lpstr>ORPHAN PROCESS</vt:lpstr>
      <vt:lpstr>Wait system call</vt:lpstr>
      <vt:lpstr>Wait system call</vt:lpstr>
      <vt:lpstr>PowerPoint Presentation</vt:lpstr>
      <vt:lpstr>How wait Works </vt:lpstr>
      <vt:lpstr>How exit Works </vt:lpstr>
      <vt:lpstr>How fork Works (6)</vt:lpstr>
      <vt:lpstr>Orderly Termination: exit()</vt:lpstr>
      <vt:lpstr>Recap: Managing Unix Processes </vt:lpstr>
      <vt:lpstr>Fork Example 1: What Output?</vt:lpstr>
      <vt:lpstr>Fork Example 2</vt:lpstr>
      <vt:lpstr>Fork Example 3</vt:lpstr>
      <vt:lpstr>Fork Example 4</vt:lpstr>
      <vt:lpstr>Fork Example 5</vt:lpstr>
      <vt:lpstr>Hands On</vt:lpstr>
      <vt:lpstr>Hands On (contd.) </vt:lpstr>
      <vt:lpstr>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 Robson</dc:creator>
  <cp:lastModifiedBy>REENA GEORGE</cp:lastModifiedBy>
  <cp:revision>29</cp:revision>
  <dcterms:created xsi:type="dcterms:W3CDTF">2020-01-21T14:45:47Z</dcterms:created>
  <dcterms:modified xsi:type="dcterms:W3CDTF">2026-01-20T16:56:21Z</dcterms:modified>
</cp:coreProperties>
</file>