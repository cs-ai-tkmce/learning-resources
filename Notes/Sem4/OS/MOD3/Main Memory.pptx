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256" r:id="rId2"/>
    <p:sldId id="257" r:id="rId3"/>
    <p:sldId id="258" r:id="rId4"/>
    <p:sldId id="420" r:id="rId5"/>
    <p:sldId id="421" r:id="rId6"/>
    <p:sldId id="422" r:id="rId7"/>
    <p:sldId id="423" r:id="rId8"/>
    <p:sldId id="261" r:id="rId9"/>
    <p:sldId id="262" r:id="rId10"/>
    <p:sldId id="263" r:id="rId11"/>
    <p:sldId id="264" r:id="rId12"/>
    <p:sldId id="424" r:id="rId13"/>
    <p:sldId id="266" r:id="rId14"/>
    <p:sldId id="267" r:id="rId15"/>
    <p:sldId id="268" r:id="rId16"/>
    <p:sldId id="269" r:id="rId17"/>
    <p:sldId id="270" r:id="rId18"/>
    <p:sldId id="259" r:id="rId19"/>
    <p:sldId id="336" r:id="rId20"/>
    <p:sldId id="337" r:id="rId21"/>
    <p:sldId id="338" r:id="rId22"/>
    <p:sldId id="260" r:id="rId23"/>
    <p:sldId id="340" r:id="rId24"/>
    <p:sldId id="400" r:id="rId25"/>
    <p:sldId id="401" r:id="rId26"/>
    <p:sldId id="402" r:id="rId27"/>
    <p:sldId id="341" r:id="rId28"/>
    <p:sldId id="342" r:id="rId29"/>
    <p:sldId id="343" r:id="rId30"/>
    <p:sldId id="344" r:id="rId31"/>
    <p:sldId id="396" r:id="rId32"/>
    <p:sldId id="345" r:id="rId33"/>
    <p:sldId id="397" r:id="rId34"/>
    <p:sldId id="398" r:id="rId35"/>
    <p:sldId id="403" r:id="rId36"/>
    <p:sldId id="348" r:id="rId37"/>
    <p:sldId id="399" r:id="rId38"/>
    <p:sldId id="349" r:id="rId39"/>
    <p:sldId id="350" r:id="rId40"/>
    <p:sldId id="351" r:id="rId41"/>
    <p:sldId id="352" r:id="rId42"/>
    <p:sldId id="353" r:id="rId43"/>
    <p:sldId id="410" r:id="rId44"/>
    <p:sldId id="354" r:id="rId45"/>
    <p:sldId id="355" r:id="rId46"/>
    <p:sldId id="356" r:id="rId47"/>
    <p:sldId id="357" r:id="rId48"/>
    <p:sldId id="358" r:id="rId49"/>
    <p:sldId id="359" r:id="rId50"/>
    <p:sldId id="360" r:id="rId51"/>
    <p:sldId id="361" r:id="rId52"/>
    <p:sldId id="362" r:id="rId53"/>
    <p:sldId id="363" r:id="rId54"/>
    <p:sldId id="364" r:id="rId55"/>
    <p:sldId id="365" r:id="rId56"/>
    <p:sldId id="366" r:id="rId57"/>
    <p:sldId id="367" r:id="rId58"/>
    <p:sldId id="411" r:id="rId59"/>
    <p:sldId id="368" r:id="rId60"/>
    <p:sldId id="369" r:id="rId61"/>
    <p:sldId id="265" r:id="rId62"/>
    <p:sldId id="334" r:id="rId63"/>
    <p:sldId id="335" r:id="rId64"/>
    <p:sldId id="412" r:id="rId65"/>
    <p:sldId id="413" r:id="rId66"/>
    <p:sldId id="414" r:id="rId67"/>
    <p:sldId id="415" r:id="rId68"/>
    <p:sldId id="339" r:id="rId69"/>
    <p:sldId id="416" r:id="rId70"/>
    <p:sldId id="417" r:id="rId71"/>
    <p:sldId id="418"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5C8B8C-B70A-4928-A912-95D2840127F0}" type="datetimeFigureOut">
              <a:rPr lang="en-IN" smtClean="0"/>
              <a:t>10-02-2026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2E6B8-5A82-4D29-B2AF-FF73FCF9E2D7}" type="slidenum">
              <a:rPr lang="en-IN" smtClean="0"/>
              <a:t>‹#›</a:t>
            </a:fld>
            <a:endParaRPr lang="en-IN"/>
          </a:p>
        </p:txBody>
      </p:sp>
    </p:spTree>
    <p:extLst>
      <p:ext uri="{BB962C8B-B14F-4D97-AF65-F5344CB8AC3E}">
        <p14:creationId xmlns:p14="http://schemas.microsoft.com/office/powerpoint/2010/main" val="693638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00C4A9ED-C164-5930-F681-862FE9E375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412524-7D54-4FC5-A374-7B21B65FD312}" type="slidenum">
              <a:rPr lang="en-US" altLang="en-US">
                <a:latin typeface="Helvetica" panose="020B0604020202020204" pitchFamily="34" charset="0"/>
              </a:rPr>
              <a:pPr/>
              <a:t>21</a:t>
            </a:fld>
            <a:endParaRPr lang="en-US" altLang="en-US">
              <a:latin typeface="Helvetica" panose="020B0604020202020204" pitchFamily="34" charset="0"/>
            </a:endParaRPr>
          </a:p>
        </p:txBody>
      </p:sp>
      <p:sp>
        <p:nvSpPr>
          <p:cNvPr id="81923" name="Rectangle 2">
            <a:extLst>
              <a:ext uri="{FF2B5EF4-FFF2-40B4-BE49-F238E27FC236}">
                <a16:creationId xmlns:a16="http://schemas.microsoft.com/office/drawing/2014/main" id="{201818CA-B067-64BE-F964-10DCDBF0435E}"/>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44580544-E2F9-C017-B40A-B7F9C70E6F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664D108E-DD40-DAD5-55A6-A9FC7D7987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DD3E3A-3A25-4A06-9B38-5234CA2F081D}" type="slidenum">
              <a:rPr lang="en-US" altLang="en-US">
                <a:latin typeface="Helvetica" panose="020B0604020202020204" pitchFamily="34" charset="0"/>
              </a:rPr>
              <a:pPr/>
              <a:t>23</a:t>
            </a:fld>
            <a:endParaRPr lang="en-US" altLang="en-US">
              <a:latin typeface="Helvetica" panose="020B0604020202020204" pitchFamily="34" charset="0"/>
            </a:endParaRPr>
          </a:p>
        </p:txBody>
      </p:sp>
      <p:sp>
        <p:nvSpPr>
          <p:cNvPr id="83971" name="Rectangle 2">
            <a:extLst>
              <a:ext uri="{FF2B5EF4-FFF2-40B4-BE49-F238E27FC236}">
                <a16:creationId xmlns:a16="http://schemas.microsoft.com/office/drawing/2014/main" id="{14AB1931-84D4-9C39-9123-995968A7C661}"/>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EE8E932A-ADCB-7631-AD4E-72481DF828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31852EB1-CD69-3E5F-8CD6-D86761CC75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1A4C822-4F81-4E5F-B8EC-849BB2B4BD31}" type="slidenum">
              <a:rPr lang="en-US" altLang="en-US">
                <a:latin typeface="Helvetica" panose="020B0604020202020204" pitchFamily="34" charset="0"/>
              </a:rPr>
              <a:pPr/>
              <a:t>27</a:t>
            </a:fld>
            <a:endParaRPr lang="en-US" altLang="en-US">
              <a:latin typeface="Helvetica" panose="020B0604020202020204" pitchFamily="34" charset="0"/>
            </a:endParaRPr>
          </a:p>
        </p:txBody>
      </p:sp>
      <p:sp>
        <p:nvSpPr>
          <p:cNvPr id="84995" name="Rectangle 2">
            <a:extLst>
              <a:ext uri="{FF2B5EF4-FFF2-40B4-BE49-F238E27FC236}">
                <a16:creationId xmlns:a16="http://schemas.microsoft.com/office/drawing/2014/main" id="{209E40EF-3695-43DA-E0E1-5D7029392F11}"/>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92631201-43FE-4D2B-6CCF-279504E75A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4787C175-46B1-2B3E-05F9-2A897524C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95FB581-1BB7-4C78-8F86-1F516A952A4A}" type="slidenum">
              <a:rPr lang="en-US" altLang="en-US">
                <a:latin typeface="Helvetica" panose="020B0604020202020204" pitchFamily="34" charset="0"/>
              </a:rPr>
              <a:pPr/>
              <a:t>28</a:t>
            </a:fld>
            <a:endParaRPr lang="en-US" altLang="en-US">
              <a:latin typeface="Helvetica" panose="020B0604020202020204" pitchFamily="34" charset="0"/>
            </a:endParaRPr>
          </a:p>
        </p:txBody>
      </p:sp>
      <p:sp>
        <p:nvSpPr>
          <p:cNvPr id="86019" name="Rectangle 2">
            <a:extLst>
              <a:ext uri="{FF2B5EF4-FFF2-40B4-BE49-F238E27FC236}">
                <a16:creationId xmlns:a16="http://schemas.microsoft.com/office/drawing/2014/main" id="{93682636-0C6A-198B-1426-09609F3FF182}"/>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21395CD1-2740-DF90-EFDC-0617C9D587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EEB17BD5-097B-8F9D-A671-DE0A8E1D18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881004-F85F-4E5E-A4E6-B0D973E21B0D}" type="slidenum">
              <a:rPr lang="en-US" altLang="en-US">
                <a:latin typeface="Helvetica" panose="020B0604020202020204" pitchFamily="34" charset="0"/>
              </a:rPr>
              <a:pPr/>
              <a:t>29</a:t>
            </a:fld>
            <a:endParaRPr lang="en-US" altLang="en-US">
              <a:latin typeface="Helvetica" panose="020B0604020202020204" pitchFamily="34" charset="0"/>
            </a:endParaRPr>
          </a:p>
        </p:txBody>
      </p:sp>
      <p:sp>
        <p:nvSpPr>
          <p:cNvPr id="87043" name="Rectangle 2">
            <a:extLst>
              <a:ext uri="{FF2B5EF4-FFF2-40B4-BE49-F238E27FC236}">
                <a16:creationId xmlns:a16="http://schemas.microsoft.com/office/drawing/2014/main" id="{A5E4F216-1AF7-B086-F640-937A74A8DF5C}"/>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8DDEFEF0-6FF6-DF1F-FAFE-8947517139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F9DDCBE0-43D6-CDE5-0061-CF80409F94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D2BF4F5-2587-481A-84BE-9CF4F3AE6A4F}" type="slidenum">
              <a:rPr lang="en-US" altLang="en-US">
                <a:latin typeface="Helvetica" panose="020B0604020202020204" pitchFamily="34" charset="0"/>
              </a:rPr>
              <a:pPr/>
              <a:t>30</a:t>
            </a:fld>
            <a:endParaRPr lang="en-US" altLang="en-US">
              <a:latin typeface="Helvetica" panose="020B0604020202020204" pitchFamily="34" charset="0"/>
            </a:endParaRPr>
          </a:p>
        </p:txBody>
      </p:sp>
      <p:sp>
        <p:nvSpPr>
          <p:cNvPr id="30723" name="Rectangle 2">
            <a:extLst>
              <a:ext uri="{FF2B5EF4-FFF2-40B4-BE49-F238E27FC236}">
                <a16:creationId xmlns:a16="http://schemas.microsoft.com/office/drawing/2014/main" id="{F3D0AC3C-BC4C-268B-46FB-60BDE9BCFE98}"/>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BE176D88-9F91-C465-BCB2-FD3069E5BC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80138EE5-3956-8581-52C5-AAEF271D88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9E85B2-34E6-4AE2-A640-983E9DEDCF0D}" type="slidenum">
              <a:rPr lang="en-US" altLang="en-US">
                <a:latin typeface="Helvetica" panose="020B0604020202020204" pitchFamily="34" charset="0"/>
              </a:rPr>
              <a:pPr/>
              <a:t>31</a:t>
            </a:fld>
            <a:endParaRPr lang="en-US" altLang="en-US">
              <a:latin typeface="Helvetica" panose="020B0604020202020204" pitchFamily="34" charset="0"/>
            </a:endParaRPr>
          </a:p>
        </p:txBody>
      </p:sp>
      <p:sp>
        <p:nvSpPr>
          <p:cNvPr id="32771" name="Rectangle 2">
            <a:extLst>
              <a:ext uri="{FF2B5EF4-FFF2-40B4-BE49-F238E27FC236}">
                <a16:creationId xmlns:a16="http://schemas.microsoft.com/office/drawing/2014/main" id="{A92BA4FF-A8EB-3B4E-C637-D32D6E0BDC10}"/>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763A3882-7A9A-E4E1-A09D-29337B174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BE99D36B-53A6-65F3-90A1-5F686EF7BB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A7491E8-786A-432E-81C2-16451FD04D35}" type="slidenum">
              <a:rPr lang="en-US" altLang="en-US">
                <a:latin typeface="Helvetica" panose="020B0604020202020204" pitchFamily="34" charset="0"/>
              </a:rPr>
              <a:pPr/>
              <a:t>32</a:t>
            </a:fld>
            <a:endParaRPr lang="en-US" altLang="en-US">
              <a:latin typeface="Helvetica" panose="020B0604020202020204" pitchFamily="34" charset="0"/>
            </a:endParaRPr>
          </a:p>
        </p:txBody>
      </p:sp>
      <p:sp>
        <p:nvSpPr>
          <p:cNvPr id="34819" name="Rectangle 2">
            <a:extLst>
              <a:ext uri="{FF2B5EF4-FFF2-40B4-BE49-F238E27FC236}">
                <a16:creationId xmlns:a16="http://schemas.microsoft.com/office/drawing/2014/main" id="{6C591D64-5308-64B1-ED71-571BA05AB0EE}"/>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08B6D134-5402-C260-C711-1C43997E71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C49B85EC-CED3-80EB-58A0-F39CFA3157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5210B4E-25C9-4F2A-A6A0-D621B51CE009}" type="slidenum">
              <a:rPr lang="en-US" altLang="en-US">
                <a:latin typeface="Helvetica" panose="020B0604020202020204" pitchFamily="34" charset="0"/>
              </a:rPr>
              <a:pPr/>
              <a:t>36</a:t>
            </a:fld>
            <a:endParaRPr lang="en-US" altLang="en-US">
              <a:latin typeface="Helvetica" panose="020B0604020202020204" pitchFamily="34" charset="0"/>
            </a:endParaRPr>
          </a:p>
        </p:txBody>
      </p:sp>
      <p:sp>
        <p:nvSpPr>
          <p:cNvPr id="39939" name="Rectangle 2">
            <a:extLst>
              <a:ext uri="{FF2B5EF4-FFF2-40B4-BE49-F238E27FC236}">
                <a16:creationId xmlns:a16="http://schemas.microsoft.com/office/drawing/2014/main" id="{F7EB6D3E-1C07-118D-C1B2-E034A15E88D7}"/>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80D926BC-98C4-05B9-6A10-E53613F3BE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66E06178-CFA5-680A-0118-9DA5E0C4ED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74EE895-D7C6-4ADE-A3E0-02C81EED18EE}" type="slidenum">
              <a:rPr lang="en-US" altLang="en-US">
                <a:latin typeface="Helvetica" panose="020B0604020202020204" pitchFamily="34" charset="0"/>
              </a:rPr>
              <a:pPr/>
              <a:t>37</a:t>
            </a:fld>
            <a:endParaRPr lang="en-US" altLang="en-US">
              <a:latin typeface="Helvetica" panose="020B0604020202020204" pitchFamily="34" charset="0"/>
            </a:endParaRPr>
          </a:p>
        </p:txBody>
      </p:sp>
      <p:sp>
        <p:nvSpPr>
          <p:cNvPr id="41987" name="Rectangle 2">
            <a:extLst>
              <a:ext uri="{FF2B5EF4-FFF2-40B4-BE49-F238E27FC236}">
                <a16:creationId xmlns:a16="http://schemas.microsoft.com/office/drawing/2014/main" id="{2E494B98-6AC4-638F-9AD3-3191E6F1D70E}"/>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06EBC893-3431-8B24-9BDC-0231AFB0C7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9C7CAD0F-57F6-3F83-793D-56FC8D9B7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D9BA3D5-2173-4859-8DF0-B2C140957843}" type="slidenum">
              <a:rPr lang="en-US" altLang="en-US">
                <a:latin typeface="Helvetica" panose="020B0604020202020204" pitchFamily="34" charset="0"/>
              </a:rPr>
              <a:pPr/>
              <a:t>38</a:t>
            </a:fld>
            <a:endParaRPr lang="en-US" altLang="en-US">
              <a:latin typeface="Helvetica" panose="020B0604020202020204" pitchFamily="34" charset="0"/>
            </a:endParaRPr>
          </a:p>
        </p:txBody>
      </p:sp>
      <p:sp>
        <p:nvSpPr>
          <p:cNvPr id="44035" name="Rectangle 2">
            <a:extLst>
              <a:ext uri="{FF2B5EF4-FFF2-40B4-BE49-F238E27FC236}">
                <a16:creationId xmlns:a16="http://schemas.microsoft.com/office/drawing/2014/main" id="{C4B82F10-FB67-5608-7026-E007A1B9120E}"/>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8773C612-B5D5-5285-50C0-BF1F353B8C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F406D441-59ED-411F-5CFE-C38BD000AD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5A8C34F-74F8-40A9-A7E8-DDF4A835C775}" type="slidenum">
              <a:rPr lang="en-US" altLang="en-US">
                <a:latin typeface="Helvetica" panose="020B0604020202020204" pitchFamily="34" charset="0"/>
              </a:rPr>
              <a:pPr/>
              <a:t>39</a:t>
            </a:fld>
            <a:endParaRPr lang="en-US" altLang="en-US">
              <a:latin typeface="Helvetica" panose="020B0604020202020204" pitchFamily="34" charset="0"/>
            </a:endParaRPr>
          </a:p>
        </p:txBody>
      </p:sp>
      <p:sp>
        <p:nvSpPr>
          <p:cNvPr id="46083" name="Rectangle 2">
            <a:extLst>
              <a:ext uri="{FF2B5EF4-FFF2-40B4-BE49-F238E27FC236}">
                <a16:creationId xmlns:a16="http://schemas.microsoft.com/office/drawing/2014/main" id="{0A7D855F-2BB3-CA96-B8BF-DAF86ACBF519}"/>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EFF727CD-9473-55AF-FBAF-1E2E245E57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6A3EC06A-DBDB-E8F0-D8E3-C55C3B8ADC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AC524E3-6F11-4D4A-8498-4C8C33D1E5D6}" type="slidenum">
              <a:rPr lang="en-US" altLang="en-US">
                <a:latin typeface="Helvetica" panose="020B0604020202020204" pitchFamily="34" charset="0"/>
              </a:rPr>
              <a:pPr/>
              <a:t>40</a:t>
            </a:fld>
            <a:endParaRPr lang="en-US" altLang="en-US">
              <a:latin typeface="Helvetica" panose="020B0604020202020204" pitchFamily="34" charset="0"/>
            </a:endParaRPr>
          </a:p>
        </p:txBody>
      </p:sp>
      <p:sp>
        <p:nvSpPr>
          <p:cNvPr id="48131" name="Rectangle 2">
            <a:extLst>
              <a:ext uri="{FF2B5EF4-FFF2-40B4-BE49-F238E27FC236}">
                <a16:creationId xmlns:a16="http://schemas.microsoft.com/office/drawing/2014/main" id="{069C5261-228C-BBFC-C3FA-A26F35BB5DF7}"/>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698907B3-029B-8F37-04DE-54E750D6EE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F001E63-37E0-E2D2-C8F4-008A3C05DB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88BC086-277B-4368-B7C3-382E9BCC17FC}" type="slidenum">
              <a:rPr lang="en-US" altLang="en-US">
                <a:latin typeface="Helvetica" panose="020B0604020202020204" pitchFamily="34" charset="0"/>
              </a:rPr>
              <a:pPr/>
              <a:t>41</a:t>
            </a:fld>
            <a:endParaRPr lang="en-US" altLang="en-US">
              <a:latin typeface="Helvetica" panose="020B0604020202020204" pitchFamily="34" charset="0"/>
            </a:endParaRPr>
          </a:p>
        </p:txBody>
      </p:sp>
      <p:sp>
        <p:nvSpPr>
          <p:cNvPr id="50179" name="Rectangle 2">
            <a:extLst>
              <a:ext uri="{FF2B5EF4-FFF2-40B4-BE49-F238E27FC236}">
                <a16:creationId xmlns:a16="http://schemas.microsoft.com/office/drawing/2014/main" id="{DD4CB735-28DA-8B1A-7612-601178AADB86}"/>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F87CDCF0-5658-440A-76CF-9B1A0573CF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FA794E33-1EB1-C550-E737-3207FA5D71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CF7038-2F19-4567-A18C-5946DCB18299}" type="slidenum">
              <a:rPr lang="en-US" altLang="en-US">
                <a:latin typeface="Helvetica" panose="020B0604020202020204" pitchFamily="34" charset="0"/>
              </a:rPr>
              <a:pPr/>
              <a:t>44</a:t>
            </a:fld>
            <a:endParaRPr lang="en-US" altLang="en-US">
              <a:latin typeface="Helvetica" panose="020B0604020202020204" pitchFamily="34" charset="0"/>
            </a:endParaRPr>
          </a:p>
        </p:txBody>
      </p:sp>
      <p:sp>
        <p:nvSpPr>
          <p:cNvPr id="53251" name="Rectangle 2">
            <a:extLst>
              <a:ext uri="{FF2B5EF4-FFF2-40B4-BE49-F238E27FC236}">
                <a16:creationId xmlns:a16="http://schemas.microsoft.com/office/drawing/2014/main" id="{108BCAF7-B0E2-F6D9-0E39-A27771BE0775}"/>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E599A2E3-B136-5341-65E3-FE429A6968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7D315F44-9774-A330-8315-22C73F6FB6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43E7A3-AC53-4647-BDD0-4CEAD3881023}" type="slidenum">
              <a:rPr lang="en-US" altLang="en-US">
                <a:latin typeface="Helvetica" panose="020B0604020202020204" pitchFamily="34" charset="0"/>
              </a:rPr>
              <a:pPr/>
              <a:t>45</a:t>
            </a:fld>
            <a:endParaRPr lang="en-US" altLang="en-US">
              <a:latin typeface="Helvetica" panose="020B0604020202020204" pitchFamily="34" charset="0"/>
            </a:endParaRPr>
          </a:p>
        </p:txBody>
      </p:sp>
      <p:sp>
        <p:nvSpPr>
          <p:cNvPr id="55299" name="Rectangle 2">
            <a:extLst>
              <a:ext uri="{FF2B5EF4-FFF2-40B4-BE49-F238E27FC236}">
                <a16:creationId xmlns:a16="http://schemas.microsoft.com/office/drawing/2014/main" id="{1BFD824B-05DF-2205-2FBF-04ED26564576}"/>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91CADF8D-3C26-398C-A620-4E31A90A60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DF7AB3F6-7810-F0CB-B670-E2B438A6AA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F33D57-58A4-4714-9DE3-FE045F16C37F}" type="slidenum">
              <a:rPr lang="en-US" altLang="en-US">
                <a:latin typeface="Helvetica" panose="020B0604020202020204" pitchFamily="34" charset="0"/>
              </a:rPr>
              <a:pPr/>
              <a:t>46</a:t>
            </a:fld>
            <a:endParaRPr lang="en-US" altLang="en-US">
              <a:latin typeface="Helvetica" panose="020B0604020202020204" pitchFamily="34" charset="0"/>
            </a:endParaRPr>
          </a:p>
        </p:txBody>
      </p:sp>
      <p:sp>
        <p:nvSpPr>
          <p:cNvPr id="57347" name="Rectangle 2">
            <a:extLst>
              <a:ext uri="{FF2B5EF4-FFF2-40B4-BE49-F238E27FC236}">
                <a16:creationId xmlns:a16="http://schemas.microsoft.com/office/drawing/2014/main" id="{C2F91EEF-052A-AB81-153F-E2E08B33EB37}"/>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3780C22E-4692-4681-EA0A-DAFBD41179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FB22B017-D082-149A-DC0A-E4D503FDA6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4F8D86C-7B50-481F-A249-7BD54E5F918D}" type="slidenum">
              <a:rPr lang="en-US" altLang="en-US">
                <a:latin typeface="Helvetica" panose="020B0604020202020204" pitchFamily="34" charset="0"/>
              </a:rPr>
              <a:pPr/>
              <a:t>47</a:t>
            </a:fld>
            <a:endParaRPr lang="en-US" altLang="en-US">
              <a:latin typeface="Helvetica" panose="020B0604020202020204" pitchFamily="34" charset="0"/>
            </a:endParaRPr>
          </a:p>
        </p:txBody>
      </p:sp>
      <p:sp>
        <p:nvSpPr>
          <p:cNvPr id="59395" name="Rectangle 2">
            <a:extLst>
              <a:ext uri="{FF2B5EF4-FFF2-40B4-BE49-F238E27FC236}">
                <a16:creationId xmlns:a16="http://schemas.microsoft.com/office/drawing/2014/main" id="{B093AF29-8AF6-217F-1841-B072CEE0FE01}"/>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A08B2EED-ED61-AABB-CA9D-048F77B9D1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F31E8EBC-5D1E-446C-AB8A-7BAF1CC61B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E9002F4-8AC6-4CEE-BF2A-061564FFF103}" type="slidenum">
              <a:rPr lang="en-US" altLang="en-US">
                <a:latin typeface="Helvetica" panose="020B0604020202020204" pitchFamily="34" charset="0"/>
              </a:rPr>
              <a:pPr/>
              <a:t>48</a:t>
            </a:fld>
            <a:endParaRPr lang="en-US" altLang="en-US">
              <a:latin typeface="Helvetica" panose="020B0604020202020204" pitchFamily="34" charset="0"/>
            </a:endParaRPr>
          </a:p>
        </p:txBody>
      </p:sp>
      <p:sp>
        <p:nvSpPr>
          <p:cNvPr id="61443" name="Rectangle 2">
            <a:extLst>
              <a:ext uri="{FF2B5EF4-FFF2-40B4-BE49-F238E27FC236}">
                <a16:creationId xmlns:a16="http://schemas.microsoft.com/office/drawing/2014/main" id="{CAC2C3FB-E022-7506-AA68-DE0AC080905B}"/>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005E0BA8-19AC-4E3E-ACC6-DBA9A9C4A4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69F25049-710E-71F8-D8D7-19C095BA2F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4396C-0D6B-4749-A094-C16894BE5EAC}" type="slidenum">
              <a:rPr lang="en-US" altLang="en-US">
                <a:latin typeface="Helvetica" panose="020B0604020202020204" pitchFamily="34" charset="0"/>
              </a:rPr>
              <a:pPr/>
              <a:t>49</a:t>
            </a:fld>
            <a:endParaRPr lang="en-US" altLang="en-US">
              <a:latin typeface="Helvetica" panose="020B0604020202020204" pitchFamily="34" charset="0"/>
            </a:endParaRPr>
          </a:p>
        </p:txBody>
      </p:sp>
      <p:sp>
        <p:nvSpPr>
          <p:cNvPr id="63491" name="Rectangle 2">
            <a:extLst>
              <a:ext uri="{FF2B5EF4-FFF2-40B4-BE49-F238E27FC236}">
                <a16:creationId xmlns:a16="http://schemas.microsoft.com/office/drawing/2014/main" id="{DA3FDDD4-8547-C5DE-B2F4-3CEA91812506}"/>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022BADD3-0FB5-C463-91CB-5C10625897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DD7CE87D-35CA-B196-6FC7-B26BE856E8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783496B-31B1-4448-BC24-2FDE6A763832}" type="slidenum">
              <a:rPr lang="en-US" altLang="en-US">
                <a:latin typeface="Helvetica" panose="020B0604020202020204" pitchFamily="34" charset="0"/>
              </a:rPr>
              <a:pPr/>
              <a:t>50</a:t>
            </a:fld>
            <a:endParaRPr lang="en-US" altLang="en-US">
              <a:latin typeface="Helvetica" panose="020B0604020202020204" pitchFamily="34" charset="0"/>
            </a:endParaRPr>
          </a:p>
        </p:txBody>
      </p:sp>
      <p:sp>
        <p:nvSpPr>
          <p:cNvPr id="65539" name="Rectangle 2">
            <a:extLst>
              <a:ext uri="{FF2B5EF4-FFF2-40B4-BE49-F238E27FC236}">
                <a16:creationId xmlns:a16="http://schemas.microsoft.com/office/drawing/2014/main" id="{BFF1DA32-C34A-8E45-5D8A-F90872A33098}"/>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8DE75AAC-F6DD-F8C3-684E-31D30BE446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1E3633A0-8049-9D5A-8E3E-432148E734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B980B9-91F6-4BB2-BFC8-BCD9B5481F08}" type="slidenum">
              <a:rPr lang="en-US" altLang="en-US">
                <a:latin typeface="Helvetica" panose="020B0604020202020204" pitchFamily="34" charset="0"/>
              </a:rPr>
              <a:pPr/>
              <a:t>51</a:t>
            </a:fld>
            <a:endParaRPr lang="en-US" altLang="en-US">
              <a:latin typeface="Helvetica" panose="020B0604020202020204" pitchFamily="34" charset="0"/>
            </a:endParaRPr>
          </a:p>
        </p:txBody>
      </p:sp>
      <p:sp>
        <p:nvSpPr>
          <p:cNvPr id="67587" name="Rectangle 2">
            <a:extLst>
              <a:ext uri="{FF2B5EF4-FFF2-40B4-BE49-F238E27FC236}">
                <a16:creationId xmlns:a16="http://schemas.microsoft.com/office/drawing/2014/main" id="{C6624D65-DD6F-36F1-7C53-C810B41EDCFF}"/>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9C777443-81EE-30D0-CA2A-5A6163CFD9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F2D98FB2-A231-D845-8DFE-6DF3E9F880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09DAE0A-9FAA-4DEA-B4E6-7CE806FBFAFF}" type="slidenum">
              <a:rPr lang="en-US" altLang="en-US">
                <a:latin typeface="Helvetica" panose="020B0604020202020204" pitchFamily="34" charset="0"/>
              </a:rPr>
              <a:pPr/>
              <a:t>52</a:t>
            </a:fld>
            <a:endParaRPr lang="en-US" altLang="en-US">
              <a:latin typeface="Helvetica" panose="020B0604020202020204" pitchFamily="34" charset="0"/>
            </a:endParaRPr>
          </a:p>
        </p:txBody>
      </p:sp>
      <p:sp>
        <p:nvSpPr>
          <p:cNvPr id="69635" name="Rectangle 2">
            <a:extLst>
              <a:ext uri="{FF2B5EF4-FFF2-40B4-BE49-F238E27FC236}">
                <a16:creationId xmlns:a16="http://schemas.microsoft.com/office/drawing/2014/main" id="{A56DEFF4-484B-F8B2-35EB-634A87DAC2C5}"/>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65D4DA52-FA3C-7CD5-029C-92DE4DE3DF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809A729D-30FC-403A-21C5-704A167DC2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6DB16FA-EAC9-43D1-9461-58D7E11C1EC5}" type="slidenum">
              <a:rPr lang="en-US" altLang="en-US">
                <a:latin typeface="Helvetica" panose="020B0604020202020204" pitchFamily="34" charset="0"/>
              </a:rPr>
              <a:pPr/>
              <a:t>53</a:t>
            </a:fld>
            <a:endParaRPr lang="en-US" altLang="en-US">
              <a:latin typeface="Helvetica" panose="020B0604020202020204" pitchFamily="34" charset="0"/>
            </a:endParaRPr>
          </a:p>
        </p:txBody>
      </p:sp>
      <p:sp>
        <p:nvSpPr>
          <p:cNvPr id="71683" name="Rectangle 2">
            <a:extLst>
              <a:ext uri="{FF2B5EF4-FFF2-40B4-BE49-F238E27FC236}">
                <a16:creationId xmlns:a16="http://schemas.microsoft.com/office/drawing/2014/main" id="{6BB9A1CB-2485-018C-615B-00616B071A69}"/>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7DA87915-152F-2C99-31DF-7618ACC5F8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17D57216-EC68-F4CB-D82A-9A722D7DD1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7FA92E-115C-4717-80BD-957ED37B49E8}" type="slidenum">
              <a:rPr lang="en-US" altLang="en-US">
                <a:latin typeface="Helvetica" panose="020B0604020202020204" pitchFamily="34" charset="0"/>
              </a:rPr>
              <a:pPr/>
              <a:t>54</a:t>
            </a:fld>
            <a:endParaRPr lang="en-US" altLang="en-US">
              <a:latin typeface="Helvetica" panose="020B0604020202020204" pitchFamily="34" charset="0"/>
            </a:endParaRPr>
          </a:p>
        </p:txBody>
      </p:sp>
      <p:sp>
        <p:nvSpPr>
          <p:cNvPr id="73731" name="Rectangle 2">
            <a:extLst>
              <a:ext uri="{FF2B5EF4-FFF2-40B4-BE49-F238E27FC236}">
                <a16:creationId xmlns:a16="http://schemas.microsoft.com/office/drawing/2014/main" id="{7245E816-D30B-D920-E41B-01C8F320D4BD}"/>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B8072CA9-4ADD-0362-F54A-E25BF87631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38E3AAA6-A30B-6E8B-2A2A-54D16432E9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CDA323-DD4D-4297-BD89-3790EE96AB11}" type="slidenum">
              <a:rPr lang="en-US" altLang="en-US">
                <a:latin typeface="Helvetica" panose="020B0604020202020204" pitchFamily="34" charset="0"/>
              </a:rPr>
              <a:pPr/>
              <a:t>56</a:t>
            </a:fld>
            <a:endParaRPr lang="en-US" altLang="en-US">
              <a:latin typeface="Helvetica" panose="020B0604020202020204" pitchFamily="34" charset="0"/>
            </a:endParaRPr>
          </a:p>
        </p:txBody>
      </p:sp>
      <p:sp>
        <p:nvSpPr>
          <p:cNvPr id="76803" name="Rectangle 2">
            <a:extLst>
              <a:ext uri="{FF2B5EF4-FFF2-40B4-BE49-F238E27FC236}">
                <a16:creationId xmlns:a16="http://schemas.microsoft.com/office/drawing/2014/main" id="{7A4F7522-91F1-77D8-9A0F-26AD92C37824}"/>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D2C24FD5-16E1-18FB-AC45-ED5863BECC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E85B8E6F-9EF7-B390-86F7-9931CD7BFD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8AEDBE2-54C0-45C7-84F6-FD264B9DFF43}" type="slidenum">
              <a:rPr lang="en-US" altLang="en-US">
                <a:latin typeface="Helvetica" panose="020B0604020202020204" pitchFamily="34" charset="0"/>
              </a:rPr>
              <a:pPr/>
              <a:t>57</a:t>
            </a:fld>
            <a:endParaRPr lang="en-US" altLang="en-US">
              <a:latin typeface="Helvetica" panose="020B0604020202020204" pitchFamily="34" charset="0"/>
            </a:endParaRPr>
          </a:p>
        </p:txBody>
      </p:sp>
      <p:sp>
        <p:nvSpPr>
          <p:cNvPr id="78851" name="Rectangle 2">
            <a:extLst>
              <a:ext uri="{FF2B5EF4-FFF2-40B4-BE49-F238E27FC236}">
                <a16:creationId xmlns:a16="http://schemas.microsoft.com/office/drawing/2014/main" id="{AF6A4648-EE07-5F30-B774-00ECE4C32B52}"/>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10304197-4620-203F-3062-148B60EFA4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3406DB7F-9F1C-E45A-DD0B-F815420D17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7250E39-5279-435A-AECE-E304280BC9B6}" type="slidenum">
              <a:rPr lang="en-US" altLang="en-US">
                <a:latin typeface="Helvetica" panose="020B0604020202020204" pitchFamily="34" charset="0"/>
              </a:rPr>
              <a:pPr/>
              <a:t>58</a:t>
            </a:fld>
            <a:endParaRPr lang="en-US" altLang="en-US">
              <a:latin typeface="Helvetica" panose="020B0604020202020204" pitchFamily="34" charset="0"/>
            </a:endParaRPr>
          </a:p>
        </p:txBody>
      </p:sp>
      <p:sp>
        <p:nvSpPr>
          <p:cNvPr id="80899" name="Rectangle 2">
            <a:extLst>
              <a:ext uri="{FF2B5EF4-FFF2-40B4-BE49-F238E27FC236}">
                <a16:creationId xmlns:a16="http://schemas.microsoft.com/office/drawing/2014/main" id="{0D43F34A-2141-4FC5-09A4-F61CBEF4761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8D70FC4-80D3-8B64-A57A-FFF0D58194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B443A906-DBF7-9ECA-1DB0-A8445FA413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A0F72C4-779A-4C0E-AF12-A995D5BFEE75}" type="slidenum">
              <a:rPr lang="en-US" altLang="en-US">
                <a:latin typeface="Helvetica" panose="020B0604020202020204" pitchFamily="34" charset="0"/>
              </a:rPr>
              <a:pPr/>
              <a:t>59</a:t>
            </a:fld>
            <a:endParaRPr lang="en-US" altLang="en-US">
              <a:latin typeface="Helvetica" panose="020B0604020202020204" pitchFamily="34" charset="0"/>
            </a:endParaRPr>
          </a:p>
        </p:txBody>
      </p:sp>
      <p:sp>
        <p:nvSpPr>
          <p:cNvPr id="82947" name="Rectangle 2">
            <a:extLst>
              <a:ext uri="{FF2B5EF4-FFF2-40B4-BE49-F238E27FC236}">
                <a16:creationId xmlns:a16="http://schemas.microsoft.com/office/drawing/2014/main" id="{51633716-92B0-C8AF-87B1-8F759C55A5DC}"/>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0658E2B3-6FCD-ACC8-BF72-DDC93B222E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75AB62F1-03F4-3D9D-0FBE-4C61341732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5094385-FD55-4F5E-9892-678CD2B44F96}" type="slidenum">
              <a:rPr lang="en-US" altLang="en-US">
                <a:latin typeface="Helvetica" panose="020B0604020202020204" pitchFamily="34" charset="0"/>
              </a:rPr>
              <a:pPr/>
              <a:t>60</a:t>
            </a:fld>
            <a:endParaRPr lang="en-US" altLang="en-US">
              <a:latin typeface="Helvetica" panose="020B0604020202020204" pitchFamily="34" charset="0"/>
            </a:endParaRPr>
          </a:p>
        </p:txBody>
      </p:sp>
      <p:sp>
        <p:nvSpPr>
          <p:cNvPr id="84995" name="Rectangle 2">
            <a:extLst>
              <a:ext uri="{FF2B5EF4-FFF2-40B4-BE49-F238E27FC236}">
                <a16:creationId xmlns:a16="http://schemas.microsoft.com/office/drawing/2014/main" id="{10CFB829-0252-F1A9-9A01-ADBE50FB28BB}"/>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6BB10FCA-FAD7-8F8D-4F15-914062676C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B0C103F0-9E04-5C9D-1642-D0D5A41DB6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1BB8B0F-2391-464E-80BB-85A7D2DAE529}" type="slidenum">
              <a:rPr lang="en-US" altLang="en-US">
                <a:latin typeface="Times New Roman" panose="02020603050405020304" pitchFamily="18" charset="0"/>
              </a:rPr>
              <a:pPr/>
              <a:t>62</a:t>
            </a:fld>
            <a:endParaRPr lang="en-US" altLang="en-US">
              <a:latin typeface="Times New Roman" panose="02020603050405020304" pitchFamily="18" charset="0"/>
            </a:endParaRPr>
          </a:p>
        </p:txBody>
      </p:sp>
      <p:sp>
        <p:nvSpPr>
          <p:cNvPr id="87043" name="Rectangle 2">
            <a:extLst>
              <a:ext uri="{FF2B5EF4-FFF2-40B4-BE49-F238E27FC236}">
                <a16:creationId xmlns:a16="http://schemas.microsoft.com/office/drawing/2014/main" id="{99196552-F390-0401-356F-392CDFE67FE6}"/>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DA98FE84-60C8-7871-6F2B-940A209974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F24D429D-559C-6AAE-E8A1-776516984F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35BA7E-AB84-4339-8679-AF7F4BA8D9ED}" type="slidenum">
              <a:rPr lang="en-US" altLang="en-US">
                <a:latin typeface="Times New Roman" panose="02020603050405020304" pitchFamily="18" charset="0"/>
              </a:rPr>
              <a:pPr/>
              <a:t>63</a:t>
            </a:fld>
            <a:endParaRPr lang="en-US" altLang="en-US">
              <a:latin typeface="Times New Roman" panose="02020603050405020304" pitchFamily="18" charset="0"/>
            </a:endParaRPr>
          </a:p>
        </p:txBody>
      </p:sp>
      <p:sp>
        <p:nvSpPr>
          <p:cNvPr id="88067" name="Rectangle 2">
            <a:extLst>
              <a:ext uri="{FF2B5EF4-FFF2-40B4-BE49-F238E27FC236}">
                <a16:creationId xmlns:a16="http://schemas.microsoft.com/office/drawing/2014/main" id="{AF82E005-06CC-8AAB-4F2E-492E01BADC75}"/>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264E8D96-9296-609C-33BD-6740A07016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C0CCC6E6-B03D-B07D-85F5-7079895C02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BBE1F47-0556-4255-806B-828343D8CBB3}" type="slidenum">
              <a:rPr lang="en-US" altLang="en-US">
                <a:latin typeface="Times New Roman" panose="02020603050405020304" pitchFamily="18" charset="0"/>
              </a:rPr>
              <a:pPr/>
              <a:t>64</a:t>
            </a:fld>
            <a:endParaRPr lang="en-US" altLang="en-US">
              <a:latin typeface="Times New Roman" panose="02020603050405020304" pitchFamily="18" charset="0"/>
            </a:endParaRPr>
          </a:p>
        </p:txBody>
      </p:sp>
      <p:sp>
        <p:nvSpPr>
          <p:cNvPr id="89091" name="Rectangle 2">
            <a:extLst>
              <a:ext uri="{FF2B5EF4-FFF2-40B4-BE49-F238E27FC236}">
                <a16:creationId xmlns:a16="http://schemas.microsoft.com/office/drawing/2014/main" id="{F6B6B086-C210-2E80-6BEE-3193DCA6E192}"/>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152D9680-C39C-1F03-B35E-CFA73EBE3D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D0489CB0-89B8-9C1B-7EBC-94969B7E71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B492C0C-5AE6-46C8-BDAB-86D52D80B614}" type="slidenum">
              <a:rPr lang="en-US" altLang="en-US">
                <a:latin typeface="Times New Roman" panose="02020603050405020304" pitchFamily="18" charset="0"/>
              </a:rPr>
              <a:pPr/>
              <a:t>65</a:t>
            </a:fld>
            <a:endParaRPr lang="en-US" altLang="en-US">
              <a:latin typeface="Times New Roman" panose="02020603050405020304" pitchFamily="18" charset="0"/>
            </a:endParaRPr>
          </a:p>
        </p:txBody>
      </p:sp>
      <p:sp>
        <p:nvSpPr>
          <p:cNvPr id="90115" name="Rectangle 2">
            <a:extLst>
              <a:ext uri="{FF2B5EF4-FFF2-40B4-BE49-F238E27FC236}">
                <a16:creationId xmlns:a16="http://schemas.microsoft.com/office/drawing/2014/main" id="{C6F38748-361D-5D53-E84F-74AE2FF2C1D6}"/>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494AEE46-E4B0-C19F-B868-B02A086864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A23C7E9B-C609-DCB0-8F97-76BC5E53C6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A93240D-B911-40A9-8765-179F5D29D99A}" type="slidenum">
              <a:rPr lang="en-US" altLang="en-US">
                <a:latin typeface="Times New Roman" panose="02020603050405020304" pitchFamily="18" charset="0"/>
              </a:rPr>
              <a:pPr/>
              <a:t>66</a:t>
            </a:fld>
            <a:endParaRPr lang="en-US" altLang="en-US">
              <a:latin typeface="Times New Roman" panose="02020603050405020304" pitchFamily="18" charset="0"/>
            </a:endParaRPr>
          </a:p>
        </p:txBody>
      </p:sp>
      <p:sp>
        <p:nvSpPr>
          <p:cNvPr id="91139" name="Rectangle 2">
            <a:extLst>
              <a:ext uri="{FF2B5EF4-FFF2-40B4-BE49-F238E27FC236}">
                <a16:creationId xmlns:a16="http://schemas.microsoft.com/office/drawing/2014/main" id="{B386074D-0750-E701-FD52-CCD0DF251327}"/>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A3E79B52-B40A-C243-003F-E4DC0B6A42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8A6176D9-DF55-FFE0-F9F4-C29EE85788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2EE0CC-DF62-4E17-9471-37E2338650F9}" type="slidenum">
              <a:rPr lang="en-US" altLang="en-US">
                <a:latin typeface="Times New Roman" panose="02020603050405020304" pitchFamily="18" charset="0"/>
              </a:rPr>
              <a:pPr/>
              <a:t>67</a:t>
            </a:fld>
            <a:endParaRPr lang="en-US" altLang="en-US">
              <a:latin typeface="Times New Roman" panose="02020603050405020304" pitchFamily="18" charset="0"/>
            </a:endParaRPr>
          </a:p>
        </p:txBody>
      </p:sp>
      <p:sp>
        <p:nvSpPr>
          <p:cNvPr id="92163" name="Rectangle 2">
            <a:extLst>
              <a:ext uri="{FF2B5EF4-FFF2-40B4-BE49-F238E27FC236}">
                <a16:creationId xmlns:a16="http://schemas.microsoft.com/office/drawing/2014/main" id="{867DF175-D3B2-D3AB-AF1B-5ADB8B01A9B4}"/>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F3DD7C7B-41FF-5FF0-5D1F-1B5F533B2B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055E9B4D-8A86-4980-D91A-B0A039CD89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72466DB-5835-4702-A7DF-39111D349B1A}" type="slidenum">
              <a:rPr lang="en-US" altLang="en-US">
                <a:latin typeface="Times New Roman" panose="02020603050405020304" pitchFamily="18" charset="0"/>
              </a:rPr>
              <a:pPr/>
              <a:t>68</a:t>
            </a:fld>
            <a:endParaRPr lang="en-US" altLang="en-US">
              <a:latin typeface="Times New Roman" panose="02020603050405020304" pitchFamily="18" charset="0"/>
            </a:endParaRPr>
          </a:p>
        </p:txBody>
      </p:sp>
      <p:sp>
        <p:nvSpPr>
          <p:cNvPr id="93187" name="Rectangle 2">
            <a:extLst>
              <a:ext uri="{FF2B5EF4-FFF2-40B4-BE49-F238E27FC236}">
                <a16:creationId xmlns:a16="http://schemas.microsoft.com/office/drawing/2014/main" id="{DC5C858F-BC5F-6D23-5FC7-9E8E8C0774E0}"/>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6DB93AB3-9D4C-C51C-A80F-32138AE9FE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479C0821-075D-D0BF-CDD0-9E3E6EE00B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FF6C57D-8EA2-4753-A9B6-161D12134A7C}" type="slidenum">
              <a:rPr lang="en-US" altLang="en-US">
                <a:latin typeface="Times New Roman" panose="02020603050405020304" pitchFamily="18" charset="0"/>
              </a:rPr>
              <a:pPr/>
              <a:t>70</a:t>
            </a:fld>
            <a:endParaRPr lang="en-US" altLang="en-US">
              <a:latin typeface="Times New Roman" panose="02020603050405020304" pitchFamily="18" charset="0"/>
            </a:endParaRPr>
          </a:p>
        </p:txBody>
      </p:sp>
      <p:sp>
        <p:nvSpPr>
          <p:cNvPr id="94211" name="Rectangle 2">
            <a:extLst>
              <a:ext uri="{FF2B5EF4-FFF2-40B4-BE49-F238E27FC236}">
                <a16:creationId xmlns:a16="http://schemas.microsoft.com/office/drawing/2014/main" id="{ED26BAFA-06A1-C2CB-6590-910CE03DFC19}"/>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4D05A4AD-67B6-8C05-11E0-FD9CE89285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85DCC8B4-F06E-8173-0A41-26C5B72486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84474DA-5D05-4136-A3DE-2EED2A1F7440}" type="slidenum">
              <a:rPr lang="en-US" altLang="en-US">
                <a:latin typeface="Times New Roman" panose="02020603050405020304" pitchFamily="18" charset="0"/>
              </a:rPr>
              <a:pPr/>
              <a:t>71</a:t>
            </a:fld>
            <a:endParaRPr lang="en-US" altLang="en-US">
              <a:latin typeface="Times New Roman" panose="02020603050405020304" pitchFamily="18" charset="0"/>
            </a:endParaRPr>
          </a:p>
        </p:txBody>
      </p:sp>
      <p:sp>
        <p:nvSpPr>
          <p:cNvPr id="95235" name="Rectangle 2">
            <a:extLst>
              <a:ext uri="{FF2B5EF4-FFF2-40B4-BE49-F238E27FC236}">
                <a16:creationId xmlns:a16="http://schemas.microsoft.com/office/drawing/2014/main" id="{AF6E691F-0B53-0648-DA2C-E53C3BB85029}"/>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C3674AE4-6149-4EEF-8027-B1913705DE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6DD0C-8F6C-31BC-9730-CC52304C7C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4F3BF1A-497C-98BA-A488-4D8E19AF4F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A0DE8F7-DCA9-E3DB-3073-093887920086}"/>
              </a:ext>
            </a:extLst>
          </p:cNvPr>
          <p:cNvSpPr>
            <a:spLocks noGrp="1"/>
          </p:cNvSpPr>
          <p:nvPr>
            <p:ph type="dt" sz="half" idx="10"/>
          </p:nvPr>
        </p:nvSpPr>
        <p:spPr/>
        <p:txBody>
          <a:bodyPr/>
          <a:lstStyle/>
          <a:p>
            <a:fld id="{F51D6B5E-5F7C-4A8B-B1B8-0CA723B77AA4}" type="datetimeFigureOut">
              <a:rPr lang="en-IN" smtClean="0"/>
              <a:t>10-02-2026</a:t>
            </a:fld>
            <a:endParaRPr lang="en-IN"/>
          </a:p>
        </p:txBody>
      </p:sp>
      <p:sp>
        <p:nvSpPr>
          <p:cNvPr id="5" name="Footer Placeholder 4">
            <a:extLst>
              <a:ext uri="{FF2B5EF4-FFF2-40B4-BE49-F238E27FC236}">
                <a16:creationId xmlns:a16="http://schemas.microsoft.com/office/drawing/2014/main" id="{25B69589-3482-A920-43EE-4569838269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653A9-3A55-DD49-F476-0C31D2B8F7BE}"/>
              </a:ext>
            </a:extLst>
          </p:cNvPr>
          <p:cNvSpPr>
            <a:spLocks noGrp="1"/>
          </p:cNvSpPr>
          <p:nvPr>
            <p:ph type="sldNum" sz="quarter" idx="12"/>
          </p:nvPr>
        </p:nvSpPr>
        <p:spPr/>
        <p:txBody>
          <a:bodyPr/>
          <a:lstStyle/>
          <a:p>
            <a:fld id="{F899DD5C-47AD-4DA0-BB5E-174AFD155308}" type="slidenum">
              <a:rPr lang="en-IN" smtClean="0"/>
              <a:t>‹#›</a:t>
            </a:fld>
            <a:endParaRPr lang="en-IN"/>
          </a:p>
        </p:txBody>
      </p:sp>
    </p:spTree>
    <p:extLst>
      <p:ext uri="{BB962C8B-B14F-4D97-AF65-F5344CB8AC3E}">
        <p14:creationId xmlns:p14="http://schemas.microsoft.com/office/powerpoint/2010/main" val="426419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EB33A-B9B6-311C-AC59-290E013BD7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A2989F-56E7-A00E-12A4-92CC14D430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998CB9-E397-81CD-BB50-EA87CDAC7DEC}"/>
              </a:ext>
            </a:extLst>
          </p:cNvPr>
          <p:cNvSpPr>
            <a:spLocks noGrp="1"/>
          </p:cNvSpPr>
          <p:nvPr>
            <p:ph type="dt" sz="half" idx="10"/>
          </p:nvPr>
        </p:nvSpPr>
        <p:spPr/>
        <p:txBody>
          <a:bodyPr/>
          <a:lstStyle/>
          <a:p>
            <a:fld id="{F51D6B5E-5F7C-4A8B-B1B8-0CA723B77AA4}" type="datetimeFigureOut">
              <a:rPr lang="en-IN" smtClean="0"/>
              <a:t>10-02-2026</a:t>
            </a:fld>
            <a:endParaRPr lang="en-IN"/>
          </a:p>
        </p:txBody>
      </p:sp>
      <p:sp>
        <p:nvSpPr>
          <p:cNvPr id="5" name="Footer Placeholder 4">
            <a:extLst>
              <a:ext uri="{FF2B5EF4-FFF2-40B4-BE49-F238E27FC236}">
                <a16:creationId xmlns:a16="http://schemas.microsoft.com/office/drawing/2014/main" id="{B2229D02-553F-1951-3E54-30E691E2DA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AA8639-8BEC-3935-F5CD-FD21D4BB3079}"/>
              </a:ext>
            </a:extLst>
          </p:cNvPr>
          <p:cNvSpPr>
            <a:spLocks noGrp="1"/>
          </p:cNvSpPr>
          <p:nvPr>
            <p:ph type="sldNum" sz="quarter" idx="12"/>
          </p:nvPr>
        </p:nvSpPr>
        <p:spPr/>
        <p:txBody>
          <a:bodyPr/>
          <a:lstStyle/>
          <a:p>
            <a:fld id="{F899DD5C-47AD-4DA0-BB5E-174AFD155308}" type="slidenum">
              <a:rPr lang="en-IN" smtClean="0"/>
              <a:t>‹#›</a:t>
            </a:fld>
            <a:endParaRPr lang="en-IN"/>
          </a:p>
        </p:txBody>
      </p:sp>
    </p:spTree>
    <p:extLst>
      <p:ext uri="{BB962C8B-B14F-4D97-AF65-F5344CB8AC3E}">
        <p14:creationId xmlns:p14="http://schemas.microsoft.com/office/powerpoint/2010/main" val="209782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5380F-B7CC-8458-CC33-1C95CF78AF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5608673-CFD7-EAAD-018A-20E5117870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316ABD-32B7-8A97-37E5-7B69EB86A4FE}"/>
              </a:ext>
            </a:extLst>
          </p:cNvPr>
          <p:cNvSpPr>
            <a:spLocks noGrp="1"/>
          </p:cNvSpPr>
          <p:nvPr>
            <p:ph type="dt" sz="half" idx="10"/>
          </p:nvPr>
        </p:nvSpPr>
        <p:spPr/>
        <p:txBody>
          <a:bodyPr/>
          <a:lstStyle/>
          <a:p>
            <a:fld id="{F51D6B5E-5F7C-4A8B-B1B8-0CA723B77AA4}" type="datetimeFigureOut">
              <a:rPr lang="en-IN" smtClean="0"/>
              <a:t>10-02-2026</a:t>
            </a:fld>
            <a:endParaRPr lang="en-IN"/>
          </a:p>
        </p:txBody>
      </p:sp>
      <p:sp>
        <p:nvSpPr>
          <p:cNvPr id="5" name="Footer Placeholder 4">
            <a:extLst>
              <a:ext uri="{FF2B5EF4-FFF2-40B4-BE49-F238E27FC236}">
                <a16:creationId xmlns:a16="http://schemas.microsoft.com/office/drawing/2014/main" id="{CDECD118-5014-2F06-7433-125B718695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227EB8-5EFC-1892-43FF-926BE6AB269B}"/>
              </a:ext>
            </a:extLst>
          </p:cNvPr>
          <p:cNvSpPr>
            <a:spLocks noGrp="1"/>
          </p:cNvSpPr>
          <p:nvPr>
            <p:ph type="sldNum" sz="quarter" idx="12"/>
          </p:nvPr>
        </p:nvSpPr>
        <p:spPr/>
        <p:txBody>
          <a:bodyPr/>
          <a:lstStyle/>
          <a:p>
            <a:fld id="{F899DD5C-47AD-4DA0-BB5E-174AFD155308}" type="slidenum">
              <a:rPr lang="en-IN" smtClean="0"/>
              <a:t>‹#›</a:t>
            </a:fld>
            <a:endParaRPr lang="en-IN"/>
          </a:p>
        </p:txBody>
      </p:sp>
    </p:spTree>
    <p:extLst>
      <p:ext uri="{BB962C8B-B14F-4D97-AF65-F5344CB8AC3E}">
        <p14:creationId xmlns:p14="http://schemas.microsoft.com/office/powerpoint/2010/main" val="4211965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6FA93-9872-86B6-DFBB-696DF83A22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F30FA9-67B0-DF69-9025-A6CBDD9653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428CCC-42A6-309F-97F8-216A870A4F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B32607-4516-0665-012D-BEE636B7CF61}"/>
              </a:ext>
            </a:extLst>
          </p:cNvPr>
          <p:cNvSpPr>
            <a:spLocks noGrp="1"/>
          </p:cNvSpPr>
          <p:nvPr>
            <p:ph type="dt" sz="half" idx="10"/>
          </p:nvPr>
        </p:nvSpPr>
        <p:spPr/>
        <p:txBody>
          <a:bodyPr/>
          <a:lstStyle/>
          <a:p>
            <a:fld id="{F51D6B5E-5F7C-4A8B-B1B8-0CA723B77AA4}" type="datetimeFigureOut">
              <a:rPr lang="en-IN" smtClean="0"/>
              <a:t>10-02-2026</a:t>
            </a:fld>
            <a:endParaRPr lang="en-IN"/>
          </a:p>
        </p:txBody>
      </p:sp>
      <p:sp>
        <p:nvSpPr>
          <p:cNvPr id="6" name="Footer Placeholder 5">
            <a:extLst>
              <a:ext uri="{FF2B5EF4-FFF2-40B4-BE49-F238E27FC236}">
                <a16:creationId xmlns:a16="http://schemas.microsoft.com/office/drawing/2014/main" id="{CAA5AB12-ECA3-D243-0AEB-18D8CF5273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E62059-9259-0FE1-7DD0-A748525C197A}"/>
              </a:ext>
            </a:extLst>
          </p:cNvPr>
          <p:cNvSpPr>
            <a:spLocks noGrp="1"/>
          </p:cNvSpPr>
          <p:nvPr>
            <p:ph type="sldNum" sz="quarter" idx="12"/>
          </p:nvPr>
        </p:nvSpPr>
        <p:spPr/>
        <p:txBody>
          <a:bodyPr/>
          <a:lstStyle/>
          <a:p>
            <a:fld id="{F899DD5C-47AD-4DA0-BB5E-174AFD155308}" type="slidenum">
              <a:rPr lang="en-IN" smtClean="0"/>
              <a:t>‹#›</a:t>
            </a:fld>
            <a:endParaRPr lang="en-IN"/>
          </a:p>
        </p:txBody>
      </p:sp>
    </p:spTree>
    <p:extLst>
      <p:ext uri="{BB962C8B-B14F-4D97-AF65-F5344CB8AC3E}">
        <p14:creationId xmlns:p14="http://schemas.microsoft.com/office/powerpoint/2010/main" val="2732464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2BADC-199B-82CF-11B4-8E3E06F7AC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6DC32D-9442-C5D0-94FD-CE9A4084BE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A04375-B418-CD7A-E988-23FCE7D558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330264-0892-7CAD-4DF7-BD38C6A2BB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A6F950-C64D-C79D-7AD8-A6F528C3A7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D3A5B36-1511-807A-78F5-FA1594E50467}"/>
              </a:ext>
            </a:extLst>
          </p:cNvPr>
          <p:cNvSpPr>
            <a:spLocks noGrp="1"/>
          </p:cNvSpPr>
          <p:nvPr>
            <p:ph type="dt" sz="half" idx="10"/>
          </p:nvPr>
        </p:nvSpPr>
        <p:spPr/>
        <p:txBody>
          <a:bodyPr/>
          <a:lstStyle/>
          <a:p>
            <a:fld id="{F51D6B5E-5F7C-4A8B-B1B8-0CA723B77AA4}" type="datetimeFigureOut">
              <a:rPr lang="en-IN" smtClean="0"/>
              <a:t>10-02-2026</a:t>
            </a:fld>
            <a:endParaRPr lang="en-IN"/>
          </a:p>
        </p:txBody>
      </p:sp>
      <p:sp>
        <p:nvSpPr>
          <p:cNvPr id="8" name="Footer Placeholder 7">
            <a:extLst>
              <a:ext uri="{FF2B5EF4-FFF2-40B4-BE49-F238E27FC236}">
                <a16:creationId xmlns:a16="http://schemas.microsoft.com/office/drawing/2014/main" id="{0598FB0C-9300-8E10-E95C-5632268A63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7B71549-EA84-D861-68BF-A9F365B11276}"/>
              </a:ext>
            </a:extLst>
          </p:cNvPr>
          <p:cNvSpPr>
            <a:spLocks noGrp="1"/>
          </p:cNvSpPr>
          <p:nvPr>
            <p:ph type="sldNum" sz="quarter" idx="12"/>
          </p:nvPr>
        </p:nvSpPr>
        <p:spPr/>
        <p:txBody>
          <a:bodyPr/>
          <a:lstStyle/>
          <a:p>
            <a:fld id="{F899DD5C-47AD-4DA0-BB5E-174AFD155308}" type="slidenum">
              <a:rPr lang="en-IN" smtClean="0"/>
              <a:t>‹#›</a:t>
            </a:fld>
            <a:endParaRPr lang="en-IN"/>
          </a:p>
        </p:txBody>
      </p:sp>
    </p:spTree>
    <p:extLst>
      <p:ext uri="{BB962C8B-B14F-4D97-AF65-F5344CB8AC3E}">
        <p14:creationId xmlns:p14="http://schemas.microsoft.com/office/powerpoint/2010/main" val="1768731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39C22-E7C1-AB99-8FA4-4AE2438B12A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BCC07AF-B748-2A7F-D4CF-C59F81D41679}"/>
              </a:ext>
            </a:extLst>
          </p:cNvPr>
          <p:cNvSpPr>
            <a:spLocks noGrp="1"/>
          </p:cNvSpPr>
          <p:nvPr>
            <p:ph type="dt" sz="half" idx="10"/>
          </p:nvPr>
        </p:nvSpPr>
        <p:spPr/>
        <p:txBody>
          <a:bodyPr/>
          <a:lstStyle/>
          <a:p>
            <a:fld id="{F51D6B5E-5F7C-4A8B-B1B8-0CA723B77AA4}" type="datetimeFigureOut">
              <a:rPr lang="en-IN" smtClean="0"/>
              <a:t>10-02-2026</a:t>
            </a:fld>
            <a:endParaRPr lang="en-IN"/>
          </a:p>
        </p:txBody>
      </p:sp>
      <p:sp>
        <p:nvSpPr>
          <p:cNvPr id="4" name="Footer Placeholder 3">
            <a:extLst>
              <a:ext uri="{FF2B5EF4-FFF2-40B4-BE49-F238E27FC236}">
                <a16:creationId xmlns:a16="http://schemas.microsoft.com/office/drawing/2014/main" id="{1EB9D1A8-B5F5-145E-EC30-88F2F2B818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57F48FA-322A-15E5-313D-AA104A3EFAA8}"/>
              </a:ext>
            </a:extLst>
          </p:cNvPr>
          <p:cNvSpPr>
            <a:spLocks noGrp="1"/>
          </p:cNvSpPr>
          <p:nvPr>
            <p:ph type="sldNum" sz="quarter" idx="12"/>
          </p:nvPr>
        </p:nvSpPr>
        <p:spPr/>
        <p:txBody>
          <a:bodyPr/>
          <a:lstStyle/>
          <a:p>
            <a:fld id="{F899DD5C-47AD-4DA0-BB5E-174AFD155308}" type="slidenum">
              <a:rPr lang="en-IN" smtClean="0"/>
              <a:t>‹#›</a:t>
            </a:fld>
            <a:endParaRPr lang="en-IN"/>
          </a:p>
        </p:txBody>
      </p:sp>
    </p:spTree>
    <p:extLst>
      <p:ext uri="{BB962C8B-B14F-4D97-AF65-F5344CB8AC3E}">
        <p14:creationId xmlns:p14="http://schemas.microsoft.com/office/powerpoint/2010/main" val="584453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00A955-6C25-E9B8-341D-EC74B828F412}"/>
              </a:ext>
            </a:extLst>
          </p:cNvPr>
          <p:cNvSpPr>
            <a:spLocks noGrp="1"/>
          </p:cNvSpPr>
          <p:nvPr>
            <p:ph type="dt" sz="half" idx="10"/>
          </p:nvPr>
        </p:nvSpPr>
        <p:spPr/>
        <p:txBody>
          <a:bodyPr/>
          <a:lstStyle/>
          <a:p>
            <a:fld id="{F51D6B5E-5F7C-4A8B-B1B8-0CA723B77AA4}" type="datetimeFigureOut">
              <a:rPr lang="en-IN" smtClean="0"/>
              <a:t>10-02-2026</a:t>
            </a:fld>
            <a:endParaRPr lang="en-IN"/>
          </a:p>
        </p:txBody>
      </p:sp>
      <p:sp>
        <p:nvSpPr>
          <p:cNvPr id="3" name="Footer Placeholder 2">
            <a:extLst>
              <a:ext uri="{FF2B5EF4-FFF2-40B4-BE49-F238E27FC236}">
                <a16:creationId xmlns:a16="http://schemas.microsoft.com/office/drawing/2014/main" id="{99A55A4D-9D44-AE24-5816-8693591D91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B8EECB-69F8-25AA-EF0C-1376B9391B71}"/>
              </a:ext>
            </a:extLst>
          </p:cNvPr>
          <p:cNvSpPr>
            <a:spLocks noGrp="1"/>
          </p:cNvSpPr>
          <p:nvPr>
            <p:ph type="sldNum" sz="quarter" idx="12"/>
          </p:nvPr>
        </p:nvSpPr>
        <p:spPr/>
        <p:txBody>
          <a:bodyPr/>
          <a:lstStyle/>
          <a:p>
            <a:fld id="{F899DD5C-47AD-4DA0-BB5E-174AFD155308}" type="slidenum">
              <a:rPr lang="en-IN" smtClean="0"/>
              <a:t>‹#›</a:t>
            </a:fld>
            <a:endParaRPr lang="en-IN"/>
          </a:p>
        </p:txBody>
      </p:sp>
    </p:spTree>
    <p:extLst>
      <p:ext uri="{BB962C8B-B14F-4D97-AF65-F5344CB8AC3E}">
        <p14:creationId xmlns:p14="http://schemas.microsoft.com/office/powerpoint/2010/main" val="1719928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E1216-DA3E-6C65-1C23-EAD1B062FA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34A4555-37A9-99B5-531F-19EDD93A8A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8BFFCA-0280-C55E-FC45-F088D5D1C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66B1F4-92AF-C5E7-034A-9138786C6DB6}"/>
              </a:ext>
            </a:extLst>
          </p:cNvPr>
          <p:cNvSpPr>
            <a:spLocks noGrp="1"/>
          </p:cNvSpPr>
          <p:nvPr>
            <p:ph type="dt" sz="half" idx="10"/>
          </p:nvPr>
        </p:nvSpPr>
        <p:spPr/>
        <p:txBody>
          <a:bodyPr/>
          <a:lstStyle/>
          <a:p>
            <a:fld id="{F51D6B5E-5F7C-4A8B-B1B8-0CA723B77AA4}" type="datetimeFigureOut">
              <a:rPr lang="en-IN" smtClean="0"/>
              <a:t>10-02-2026</a:t>
            </a:fld>
            <a:endParaRPr lang="en-IN"/>
          </a:p>
        </p:txBody>
      </p:sp>
      <p:sp>
        <p:nvSpPr>
          <p:cNvPr id="6" name="Footer Placeholder 5">
            <a:extLst>
              <a:ext uri="{FF2B5EF4-FFF2-40B4-BE49-F238E27FC236}">
                <a16:creationId xmlns:a16="http://schemas.microsoft.com/office/drawing/2014/main" id="{AC6689C6-0332-C973-272A-DE6E0332FF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FE204D-31FE-43E4-4010-1ADFB63ADC13}"/>
              </a:ext>
            </a:extLst>
          </p:cNvPr>
          <p:cNvSpPr>
            <a:spLocks noGrp="1"/>
          </p:cNvSpPr>
          <p:nvPr>
            <p:ph type="sldNum" sz="quarter" idx="12"/>
          </p:nvPr>
        </p:nvSpPr>
        <p:spPr/>
        <p:txBody>
          <a:bodyPr/>
          <a:lstStyle/>
          <a:p>
            <a:fld id="{F899DD5C-47AD-4DA0-BB5E-174AFD155308}" type="slidenum">
              <a:rPr lang="en-IN" smtClean="0"/>
              <a:t>‹#›</a:t>
            </a:fld>
            <a:endParaRPr lang="en-IN"/>
          </a:p>
        </p:txBody>
      </p:sp>
    </p:spTree>
    <p:extLst>
      <p:ext uri="{BB962C8B-B14F-4D97-AF65-F5344CB8AC3E}">
        <p14:creationId xmlns:p14="http://schemas.microsoft.com/office/powerpoint/2010/main" val="1510177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52E55-0543-A164-821F-34E80D372C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89FBAB2-A49C-4C7A-5C62-B0AC7AD427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E2D9CD8-D5FD-41C0-E8ED-42D91E019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A9980F-7B20-30F2-B0CB-D613DC08475F}"/>
              </a:ext>
            </a:extLst>
          </p:cNvPr>
          <p:cNvSpPr>
            <a:spLocks noGrp="1"/>
          </p:cNvSpPr>
          <p:nvPr>
            <p:ph type="dt" sz="half" idx="10"/>
          </p:nvPr>
        </p:nvSpPr>
        <p:spPr/>
        <p:txBody>
          <a:bodyPr/>
          <a:lstStyle/>
          <a:p>
            <a:fld id="{F51D6B5E-5F7C-4A8B-B1B8-0CA723B77AA4}" type="datetimeFigureOut">
              <a:rPr lang="en-IN" smtClean="0"/>
              <a:t>10-02-2026</a:t>
            </a:fld>
            <a:endParaRPr lang="en-IN"/>
          </a:p>
        </p:txBody>
      </p:sp>
      <p:sp>
        <p:nvSpPr>
          <p:cNvPr id="6" name="Footer Placeholder 5">
            <a:extLst>
              <a:ext uri="{FF2B5EF4-FFF2-40B4-BE49-F238E27FC236}">
                <a16:creationId xmlns:a16="http://schemas.microsoft.com/office/drawing/2014/main" id="{B290704D-5B70-0054-4BB1-296D58D040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C12006-C81D-AED0-1583-687F8523B079}"/>
              </a:ext>
            </a:extLst>
          </p:cNvPr>
          <p:cNvSpPr>
            <a:spLocks noGrp="1"/>
          </p:cNvSpPr>
          <p:nvPr>
            <p:ph type="sldNum" sz="quarter" idx="12"/>
          </p:nvPr>
        </p:nvSpPr>
        <p:spPr/>
        <p:txBody>
          <a:bodyPr/>
          <a:lstStyle/>
          <a:p>
            <a:fld id="{F899DD5C-47AD-4DA0-BB5E-174AFD155308}" type="slidenum">
              <a:rPr lang="en-IN" smtClean="0"/>
              <a:t>‹#›</a:t>
            </a:fld>
            <a:endParaRPr lang="en-IN"/>
          </a:p>
        </p:txBody>
      </p:sp>
    </p:spTree>
    <p:extLst>
      <p:ext uri="{BB962C8B-B14F-4D97-AF65-F5344CB8AC3E}">
        <p14:creationId xmlns:p14="http://schemas.microsoft.com/office/powerpoint/2010/main" val="4037042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39D9-41D5-204C-71A2-6EC90528879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653738-011E-757D-1685-FED329AA26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5AC650-CB19-1D29-C721-A522660006B0}"/>
              </a:ext>
            </a:extLst>
          </p:cNvPr>
          <p:cNvSpPr>
            <a:spLocks noGrp="1"/>
          </p:cNvSpPr>
          <p:nvPr>
            <p:ph type="dt" sz="half" idx="10"/>
          </p:nvPr>
        </p:nvSpPr>
        <p:spPr/>
        <p:txBody>
          <a:bodyPr/>
          <a:lstStyle/>
          <a:p>
            <a:fld id="{F51D6B5E-5F7C-4A8B-B1B8-0CA723B77AA4}" type="datetimeFigureOut">
              <a:rPr lang="en-IN" smtClean="0"/>
              <a:t>10-02-2026</a:t>
            </a:fld>
            <a:endParaRPr lang="en-IN"/>
          </a:p>
        </p:txBody>
      </p:sp>
      <p:sp>
        <p:nvSpPr>
          <p:cNvPr id="5" name="Footer Placeholder 4">
            <a:extLst>
              <a:ext uri="{FF2B5EF4-FFF2-40B4-BE49-F238E27FC236}">
                <a16:creationId xmlns:a16="http://schemas.microsoft.com/office/drawing/2014/main" id="{41FB6C60-EBB2-AEAF-C3A8-E1A3AB2DAB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41275E-03EC-44C7-DDEE-29B2403819E5}"/>
              </a:ext>
            </a:extLst>
          </p:cNvPr>
          <p:cNvSpPr>
            <a:spLocks noGrp="1"/>
          </p:cNvSpPr>
          <p:nvPr>
            <p:ph type="sldNum" sz="quarter" idx="12"/>
          </p:nvPr>
        </p:nvSpPr>
        <p:spPr/>
        <p:txBody>
          <a:bodyPr/>
          <a:lstStyle/>
          <a:p>
            <a:fld id="{F899DD5C-47AD-4DA0-BB5E-174AFD155308}" type="slidenum">
              <a:rPr lang="en-IN" smtClean="0"/>
              <a:t>‹#›</a:t>
            </a:fld>
            <a:endParaRPr lang="en-IN"/>
          </a:p>
        </p:txBody>
      </p:sp>
    </p:spTree>
    <p:extLst>
      <p:ext uri="{BB962C8B-B14F-4D97-AF65-F5344CB8AC3E}">
        <p14:creationId xmlns:p14="http://schemas.microsoft.com/office/powerpoint/2010/main" val="3133254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3C5F2A-071D-057F-692B-D261C0FF38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0E0717-E69E-9362-1FFE-24112BC83A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C733D2-CAA3-9D62-9A59-EF9FA89ABFD0}"/>
              </a:ext>
            </a:extLst>
          </p:cNvPr>
          <p:cNvSpPr>
            <a:spLocks noGrp="1"/>
          </p:cNvSpPr>
          <p:nvPr>
            <p:ph type="dt" sz="half" idx="10"/>
          </p:nvPr>
        </p:nvSpPr>
        <p:spPr/>
        <p:txBody>
          <a:bodyPr/>
          <a:lstStyle/>
          <a:p>
            <a:fld id="{F51D6B5E-5F7C-4A8B-B1B8-0CA723B77AA4}" type="datetimeFigureOut">
              <a:rPr lang="en-IN" smtClean="0"/>
              <a:t>10-02-2026</a:t>
            </a:fld>
            <a:endParaRPr lang="en-IN"/>
          </a:p>
        </p:txBody>
      </p:sp>
      <p:sp>
        <p:nvSpPr>
          <p:cNvPr id="5" name="Footer Placeholder 4">
            <a:extLst>
              <a:ext uri="{FF2B5EF4-FFF2-40B4-BE49-F238E27FC236}">
                <a16:creationId xmlns:a16="http://schemas.microsoft.com/office/drawing/2014/main" id="{A70515F7-320F-3033-BC9C-088C580568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A862BF-BF22-7A09-AF03-434C30E1EE4E}"/>
              </a:ext>
            </a:extLst>
          </p:cNvPr>
          <p:cNvSpPr>
            <a:spLocks noGrp="1"/>
          </p:cNvSpPr>
          <p:nvPr>
            <p:ph type="sldNum" sz="quarter" idx="12"/>
          </p:nvPr>
        </p:nvSpPr>
        <p:spPr/>
        <p:txBody>
          <a:bodyPr/>
          <a:lstStyle/>
          <a:p>
            <a:fld id="{F899DD5C-47AD-4DA0-BB5E-174AFD155308}" type="slidenum">
              <a:rPr lang="en-IN" smtClean="0"/>
              <a:t>‹#›</a:t>
            </a:fld>
            <a:endParaRPr lang="en-IN"/>
          </a:p>
        </p:txBody>
      </p:sp>
    </p:spTree>
    <p:extLst>
      <p:ext uri="{BB962C8B-B14F-4D97-AF65-F5344CB8AC3E}">
        <p14:creationId xmlns:p14="http://schemas.microsoft.com/office/powerpoint/2010/main" val="1805148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13BBA2-B031-A982-2F1D-564A4A8882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8449EF-AA65-4FB4-3395-19CE0E2623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9D5C09-C1FA-95CC-FFF0-CA3AD1C50D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1D6B5E-5F7C-4A8B-B1B8-0CA723B77AA4}" type="datetimeFigureOut">
              <a:rPr lang="en-IN" smtClean="0"/>
              <a:t>10-02-2026</a:t>
            </a:fld>
            <a:endParaRPr lang="en-IN"/>
          </a:p>
        </p:txBody>
      </p:sp>
      <p:sp>
        <p:nvSpPr>
          <p:cNvPr id="5" name="Footer Placeholder 4">
            <a:extLst>
              <a:ext uri="{FF2B5EF4-FFF2-40B4-BE49-F238E27FC236}">
                <a16:creationId xmlns:a16="http://schemas.microsoft.com/office/drawing/2014/main" id="{E6060160-FB68-778C-ADC8-C3036BF5D3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092743F-2B02-4E6C-5ED5-0F32B77F88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99DD5C-47AD-4DA0-BB5E-174AFD155308}" type="slidenum">
              <a:rPr lang="en-IN" smtClean="0"/>
              <a:t>‹#›</a:t>
            </a:fld>
            <a:endParaRPr lang="en-IN"/>
          </a:p>
        </p:txBody>
      </p:sp>
    </p:spTree>
    <p:extLst>
      <p:ext uri="{BB962C8B-B14F-4D97-AF65-F5344CB8AC3E}">
        <p14:creationId xmlns:p14="http://schemas.microsoft.com/office/powerpoint/2010/main" val="817628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3E1DD-B9B1-1CCA-A259-429C3AB3C04E}"/>
              </a:ext>
            </a:extLst>
          </p:cNvPr>
          <p:cNvSpPr>
            <a:spLocks noGrp="1"/>
          </p:cNvSpPr>
          <p:nvPr>
            <p:ph type="ctrTitle"/>
          </p:nvPr>
        </p:nvSpPr>
        <p:spPr/>
        <p:txBody>
          <a:bodyPr/>
          <a:lstStyle/>
          <a:p>
            <a:r>
              <a:rPr lang="en-US" altLang="en-US" dirty="0"/>
              <a:t>Main Memory</a:t>
            </a:r>
            <a:endParaRPr lang="en-IN" dirty="0"/>
          </a:p>
        </p:txBody>
      </p:sp>
      <p:sp>
        <p:nvSpPr>
          <p:cNvPr id="3" name="Subtitle 2">
            <a:extLst>
              <a:ext uri="{FF2B5EF4-FFF2-40B4-BE49-F238E27FC236}">
                <a16:creationId xmlns:a16="http://schemas.microsoft.com/office/drawing/2014/main" id="{67FCBFF3-9012-7B44-9367-A0BDCB91282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147125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7513D-F88E-46EF-1837-F9B1D17DE4C1}"/>
              </a:ext>
            </a:extLst>
          </p:cNvPr>
          <p:cNvSpPr>
            <a:spLocks noGrp="1"/>
          </p:cNvSpPr>
          <p:nvPr>
            <p:ph type="title"/>
          </p:nvPr>
        </p:nvSpPr>
        <p:spPr/>
        <p:txBody>
          <a:bodyPr/>
          <a:lstStyle/>
          <a:p>
            <a:r>
              <a:rPr lang="en-IN" dirty="0"/>
              <a:t>Memory Hierarchy</a:t>
            </a:r>
          </a:p>
        </p:txBody>
      </p:sp>
      <p:pic>
        <p:nvPicPr>
          <p:cNvPr id="1030" name="Picture 6" descr="Memory Hierarchy Design and its Characteristics - GeeksforGeeks">
            <a:extLst>
              <a:ext uri="{FF2B5EF4-FFF2-40B4-BE49-F238E27FC236}">
                <a16:creationId xmlns:a16="http://schemas.microsoft.com/office/drawing/2014/main" id="{2B9BD10C-4880-559C-4E45-F8540C5747A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8400" y="2282031"/>
            <a:ext cx="7315200" cy="3438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1151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F0A96-9A8E-84A3-7C9C-1BBFDF9C3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F401F-0B46-D1B3-E159-AEFA8655DCD4}"/>
              </a:ext>
            </a:extLst>
          </p:cNvPr>
          <p:cNvSpPr>
            <a:spLocks noGrp="1"/>
          </p:cNvSpPr>
          <p:nvPr>
            <p:ph type="title"/>
          </p:nvPr>
        </p:nvSpPr>
        <p:spPr/>
        <p:txBody>
          <a:bodyPr/>
          <a:lstStyle/>
          <a:p>
            <a:r>
              <a:rPr lang="en-IN" dirty="0" err="1"/>
              <a:t>Contd</a:t>
            </a:r>
            <a:r>
              <a:rPr lang="en-IN" dirty="0"/>
              <a:t>…</a:t>
            </a:r>
          </a:p>
        </p:txBody>
      </p:sp>
      <p:sp>
        <p:nvSpPr>
          <p:cNvPr id="4" name="Rectangle 1027">
            <a:extLst>
              <a:ext uri="{FF2B5EF4-FFF2-40B4-BE49-F238E27FC236}">
                <a16:creationId xmlns:a16="http://schemas.microsoft.com/office/drawing/2014/main" id="{F1EF92C8-B460-B2CA-0B39-891CED9B7E18}"/>
              </a:ext>
            </a:extLst>
          </p:cNvPr>
          <p:cNvSpPr>
            <a:spLocks noGrp="1" noChangeArrowheads="1"/>
          </p:cNvSpPr>
          <p:nvPr>
            <p:ph idx="1"/>
          </p:nvPr>
        </p:nvSpPr>
        <p:spPr>
          <a:xfrm>
            <a:off x="838200" y="1825625"/>
            <a:ext cx="10515600" cy="4351338"/>
          </a:xfrm>
        </p:spPr>
        <p:txBody>
          <a:bodyPr/>
          <a:lstStyle/>
          <a:p>
            <a:r>
              <a:rPr lang="en-US" altLang="en-US" dirty="0"/>
              <a:t>Program must be brought (from disk)  into memory and placed within a process for it to be run</a:t>
            </a:r>
            <a:endParaRPr lang="en-US" altLang="en-US" sz="800" dirty="0"/>
          </a:p>
          <a:p>
            <a:r>
              <a:rPr lang="en-US" altLang="en-US" dirty="0"/>
              <a:t>Main memory and registers are only storage CPU can access directly</a:t>
            </a:r>
          </a:p>
          <a:p>
            <a:r>
              <a:rPr lang="en-US" altLang="en-US" dirty="0"/>
              <a:t>Memory unit only sees a stream of addresses + read requests, or address + data and write requests</a:t>
            </a:r>
            <a:endParaRPr lang="en-US" altLang="en-US" sz="800" dirty="0"/>
          </a:p>
          <a:p>
            <a:r>
              <a:rPr lang="en-US" altLang="en-US" dirty="0"/>
              <a:t>Register access in one CPU clock (or less)</a:t>
            </a:r>
            <a:endParaRPr lang="en-US" altLang="en-US" sz="800" dirty="0"/>
          </a:p>
          <a:p>
            <a:r>
              <a:rPr lang="en-US" altLang="en-US" dirty="0"/>
              <a:t>Main memory can take many cycles, causing a </a:t>
            </a:r>
            <a:r>
              <a:rPr lang="en-US" altLang="en-US" b="1" dirty="0">
                <a:solidFill>
                  <a:srgbClr val="3366FF"/>
                </a:solidFill>
              </a:rPr>
              <a:t>stall</a:t>
            </a:r>
            <a:endParaRPr lang="en-US" altLang="en-US" sz="800" dirty="0"/>
          </a:p>
          <a:p>
            <a:r>
              <a:rPr lang="en-US" altLang="en-US" b="1" dirty="0">
                <a:solidFill>
                  <a:srgbClr val="3366FF"/>
                </a:solidFill>
              </a:rPr>
              <a:t>Cache</a:t>
            </a:r>
            <a:r>
              <a:rPr lang="en-US" altLang="en-US" dirty="0">
                <a:solidFill>
                  <a:srgbClr val="3366FF"/>
                </a:solidFill>
              </a:rPr>
              <a:t> </a:t>
            </a:r>
            <a:r>
              <a:rPr lang="en-US" altLang="en-US" dirty="0"/>
              <a:t>sits between main memory and CPU registers</a:t>
            </a:r>
            <a:endParaRPr lang="en-US" altLang="en-US" sz="800" dirty="0"/>
          </a:p>
          <a:p>
            <a:r>
              <a:rPr lang="en-US" altLang="en-US" dirty="0"/>
              <a:t>Protection of memory required to ensure correct operation</a:t>
            </a:r>
          </a:p>
          <a:p>
            <a:pPr>
              <a:buFont typeface="Monotype Sorts" pitchFamily="-84" charset="2"/>
              <a:buNone/>
            </a:pPr>
            <a:endParaRPr lang="en-US" altLang="en-US" b="1" dirty="0"/>
          </a:p>
        </p:txBody>
      </p:sp>
    </p:spTree>
    <p:extLst>
      <p:ext uri="{BB962C8B-B14F-4D97-AF65-F5344CB8AC3E}">
        <p14:creationId xmlns:p14="http://schemas.microsoft.com/office/powerpoint/2010/main" val="817203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Memory and Programs</a:t>
            </a:r>
          </a:p>
        </p:txBody>
      </p:sp>
      <p:sp>
        <p:nvSpPr>
          <p:cNvPr id="3" name="Content Placeholder 2"/>
          <p:cNvSpPr>
            <a:spLocks noGrp="1"/>
          </p:cNvSpPr>
          <p:nvPr>
            <p:ph idx="1"/>
          </p:nvPr>
        </p:nvSpPr>
        <p:spPr/>
        <p:txBody>
          <a:bodyPr/>
          <a:lstStyle/>
          <a:p>
            <a:r>
              <a:rPr dirty="0"/>
              <a:t> Programs need memory to store instructions and data</a:t>
            </a:r>
          </a:p>
          <a:p>
            <a:r>
              <a:rPr dirty="0"/>
              <a:t> Memory locations are identified using addresses</a:t>
            </a:r>
          </a:p>
          <a:p>
            <a:r>
              <a:rPr dirty="0"/>
              <a:t> Modern computers run many programs at the same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Physical Memory (RAM)</a:t>
            </a:r>
          </a:p>
        </p:txBody>
      </p:sp>
      <p:sp>
        <p:nvSpPr>
          <p:cNvPr id="3" name="Content Placeholder 2"/>
          <p:cNvSpPr>
            <a:spLocks noGrp="1"/>
          </p:cNvSpPr>
          <p:nvPr>
            <p:ph idx="1"/>
          </p:nvPr>
        </p:nvSpPr>
        <p:spPr/>
        <p:txBody>
          <a:bodyPr/>
          <a:lstStyle/>
          <a:p>
            <a:r>
              <a:rPr dirty="0"/>
              <a:t> RAM is a hardware device</a:t>
            </a:r>
          </a:p>
          <a:p>
            <a:r>
              <a:rPr dirty="0"/>
              <a:t> RAM has real memory locations</a:t>
            </a:r>
          </a:p>
          <a:p>
            <a:r>
              <a:rPr dirty="0"/>
              <a:t> These locations are called physical addresses</a:t>
            </a:r>
          </a:p>
          <a:p>
            <a:endParaRPr dirty="0"/>
          </a:p>
          <a:p>
            <a:r>
              <a:rPr dirty="0"/>
              <a:t>Example:</a:t>
            </a:r>
          </a:p>
          <a:p>
            <a:pPr marL="0" indent="0">
              <a:buNone/>
            </a:pPr>
            <a:r>
              <a:rPr dirty="0"/>
              <a:t>1000, 1001, 1002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with Using Physical Addresses</a:t>
            </a:r>
          </a:p>
        </p:txBody>
      </p:sp>
      <p:sp>
        <p:nvSpPr>
          <p:cNvPr id="3" name="Content Placeholder 2"/>
          <p:cNvSpPr>
            <a:spLocks noGrp="1"/>
          </p:cNvSpPr>
          <p:nvPr>
            <p:ph idx="1"/>
          </p:nvPr>
        </p:nvSpPr>
        <p:spPr/>
        <p:txBody>
          <a:bodyPr/>
          <a:lstStyle/>
          <a:p>
            <a:r>
              <a:rPr dirty="0"/>
              <a:t>All programs share the same RAM</a:t>
            </a:r>
          </a:p>
          <a:p>
            <a:r>
              <a:rPr dirty="0"/>
              <a:t>Direct use causes crashes and data overwrite</a:t>
            </a:r>
          </a:p>
          <a:p>
            <a:r>
              <a:rPr dirty="0"/>
              <a:t> No protection between programs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Logical Address – Program View</a:t>
            </a:r>
          </a:p>
        </p:txBody>
      </p:sp>
      <p:sp>
        <p:nvSpPr>
          <p:cNvPr id="3" name="Content Placeholder 2"/>
          <p:cNvSpPr>
            <a:spLocks noGrp="1"/>
          </p:cNvSpPr>
          <p:nvPr>
            <p:ph idx="1"/>
          </p:nvPr>
        </p:nvSpPr>
        <p:spPr/>
        <p:txBody>
          <a:bodyPr/>
          <a:lstStyle/>
          <a:p>
            <a:r>
              <a:rPr dirty="0"/>
              <a:t>Each program is given its own memory numbers</a:t>
            </a:r>
          </a:p>
          <a:p>
            <a:r>
              <a:rPr dirty="0"/>
              <a:t>These numbers are private to the program</a:t>
            </a:r>
          </a:p>
          <a:p>
            <a:endParaRPr dirty="0"/>
          </a:p>
          <a:p>
            <a:r>
              <a:rPr dirty="0"/>
              <a:t>Program A: 0,1,2...</a:t>
            </a:r>
          </a:p>
          <a:p>
            <a:r>
              <a:rPr dirty="0"/>
              <a:t>Program B: 0,1,2...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Logical Address – Definition</a:t>
            </a:r>
          </a:p>
        </p:txBody>
      </p:sp>
      <p:sp>
        <p:nvSpPr>
          <p:cNvPr id="3" name="Content Placeholder 2"/>
          <p:cNvSpPr>
            <a:spLocks noGrp="1"/>
          </p:cNvSpPr>
          <p:nvPr>
            <p:ph idx="1"/>
          </p:nvPr>
        </p:nvSpPr>
        <p:spPr/>
        <p:txBody>
          <a:bodyPr/>
          <a:lstStyle/>
          <a:p>
            <a:r>
              <a:rPr dirty="0"/>
              <a:t>Address generated and used by a program</a:t>
            </a:r>
          </a:p>
          <a:p>
            <a:r>
              <a:rPr dirty="0"/>
              <a:t>Not a real RAM address</a:t>
            </a:r>
          </a:p>
          <a:p>
            <a:r>
              <a:rPr dirty="0"/>
              <a:t>Meaningful only inside that program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Logical vs Physical Address</a:t>
            </a:r>
          </a:p>
        </p:txBody>
      </p:sp>
      <p:sp>
        <p:nvSpPr>
          <p:cNvPr id="3" name="Content Placeholder 2"/>
          <p:cNvSpPr>
            <a:spLocks noGrp="1"/>
          </p:cNvSpPr>
          <p:nvPr>
            <p:ph idx="1"/>
          </p:nvPr>
        </p:nvSpPr>
        <p:spPr/>
        <p:txBody>
          <a:bodyPr/>
          <a:lstStyle/>
          <a:p>
            <a:r>
              <a:rPr dirty="0"/>
              <a:t>Logical Address:</a:t>
            </a:r>
          </a:p>
          <a:p>
            <a:r>
              <a:rPr dirty="0"/>
              <a:t>Used by program</a:t>
            </a:r>
          </a:p>
          <a:p>
            <a:r>
              <a:rPr dirty="0"/>
              <a:t>Program-specific</a:t>
            </a:r>
          </a:p>
          <a:p>
            <a:endParaRPr dirty="0"/>
          </a:p>
          <a:p>
            <a:r>
              <a:rPr dirty="0"/>
              <a:t>Physical Address:</a:t>
            </a:r>
          </a:p>
          <a:p>
            <a:r>
              <a:rPr dirty="0"/>
              <a:t>Used by RAM</a:t>
            </a:r>
          </a:p>
          <a:p>
            <a:r>
              <a:rPr dirty="0"/>
              <a:t>Real memory location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Logical Address in C Program</a:t>
            </a:r>
          </a:p>
        </p:txBody>
      </p:sp>
      <p:sp>
        <p:nvSpPr>
          <p:cNvPr id="3" name="Content Placeholder 2"/>
          <p:cNvSpPr>
            <a:spLocks noGrp="1"/>
          </p:cNvSpPr>
          <p:nvPr>
            <p:ph idx="1"/>
          </p:nvPr>
        </p:nvSpPr>
        <p:spPr/>
        <p:txBody>
          <a:bodyPr/>
          <a:lstStyle/>
          <a:p>
            <a:r>
              <a:rPr dirty="0"/>
              <a:t>int a = 10;</a:t>
            </a:r>
          </a:p>
          <a:p>
            <a:r>
              <a:rPr dirty="0" err="1"/>
              <a:t>printf</a:t>
            </a:r>
            <a:r>
              <a:rPr dirty="0"/>
              <a:t>("%p", &amp;a);</a:t>
            </a:r>
          </a:p>
          <a:p>
            <a:endParaRPr dirty="0"/>
          </a:p>
          <a:p>
            <a:r>
              <a:rPr dirty="0"/>
              <a:t>Printed address is a logical address</a:t>
            </a:r>
          </a:p>
          <a:p>
            <a:r>
              <a:rPr dirty="0"/>
              <a:t>Changes every run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Address Translation</a:t>
            </a:r>
          </a:p>
        </p:txBody>
      </p:sp>
      <p:sp>
        <p:nvSpPr>
          <p:cNvPr id="3" name="Content Placeholder 2"/>
          <p:cNvSpPr>
            <a:spLocks noGrp="1"/>
          </p:cNvSpPr>
          <p:nvPr>
            <p:ph idx="1"/>
          </p:nvPr>
        </p:nvSpPr>
        <p:spPr/>
        <p:txBody>
          <a:bodyPr/>
          <a:lstStyle/>
          <a:p>
            <a:r>
              <a:t>Logical Address → Operating System → Physical Address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Limited RAM Problem</a:t>
            </a:r>
          </a:p>
        </p:txBody>
      </p:sp>
      <p:sp>
        <p:nvSpPr>
          <p:cNvPr id="3" name="Content Placeholder 2"/>
          <p:cNvSpPr>
            <a:spLocks noGrp="1"/>
          </p:cNvSpPr>
          <p:nvPr>
            <p:ph idx="1"/>
          </p:nvPr>
        </p:nvSpPr>
        <p:spPr/>
        <p:txBody>
          <a:bodyPr/>
          <a:lstStyle/>
          <a:p>
            <a:r>
              <a:rPr dirty="0"/>
              <a:t> RAM size is limited</a:t>
            </a:r>
          </a:p>
          <a:p>
            <a:r>
              <a:rPr dirty="0"/>
              <a:t> Programs may need more memory than RAM</a:t>
            </a:r>
          </a:p>
          <a:p>
            <a:endParaRPr dirty="0"/>
          </a:p>
          <a:p>
            <a:r>
              <a:rPr dirty="0"/>
              <a:t>Example:</a:t>
            </a:r>
          </a:p>
          <a:p>
            <a:pPr marL="0" indent="0">
              <a:buNone/>
            </a:pPr>
            <a:r>
              <a:rPr dirty="0"/>
              <a:t>RAM = 8GB</a:t>
            </a:r>
          </a:p>
          <a:p>
            <a:pPr marL="0" indent="0">
              <a:buNone/>
            </a:pPr>
            <a:r>
              <a:rPr dirty="0"/>
              <a:t>Program = 12GB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Virtual Memory?</a:t>
            </a:r>
          </a:p>
        </p:txBody>
      </p:sp>
      <p:sp>
        <p:nvSpPr>
          <p:cNvPr id="3" name="Content Placeholder 2"/>
          <p:cNvSpPr>
            <a:spLocks noGrp="1"/>
          </p:cNvSpPr>
          <p:nvPr>
            <p:ph idx="1"/>
          </p:nvPr>
        </p:nvSpPr>
        <p:spPr/>
        <p:txBody>
          <a:bodyPr/>
          <a:lstStyle/>
          <a:p>
            <a:r>
              <a:rPr dirty="0"/>
              <a:t>Allows programs to use more memory than RAM</a:t>
            </a:r>
          </a:p>
          <a:p>
            <a:r>
              <a:rPr dirty="0"/>
              <a:t>Provides illusion of large memory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Virtual Memory – View</a:t>
            </a:r>
          </a:p>
        </p:txBody>
      </p:sp>
      <p:sp>
        <p:nvSpPr>
          <p:cNvPr id="3" name="Content Placeholder 2"/>
          <p:cNvSpPr>
            <a:spLocks noGrp="1"/>
          </p:cNvSpPr>
          <p:nvPr>
            <p:ph idx="1"/>
          </p:nvPr>
        </p:nvSpPr>
        <p:spPr/>
        <p:txBody>
          <a:bodyPr/>
          <a:lstStyle/>
          <a:p>
            <a:r>
              <a:t>Program thinks it has large memory</a:t>
            </a:r>
          </a:p>
          <a:p>
            <a:r>
              <a:t>Only required parts are kept in RAM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Virtual Memory &amp; Logical Address</a:t>
            </a:r>
          </a:p>
        </p:txBody>
      </p:sp>
      <p:sp>
        <p:nvSpPr>
          <p:cNvPr id="3" name="Content Placeholder 2"/>
          <p:cNvSpPr>
            <a:spLocks noGrp="1"/>
          </p:cNvSpPr>
          <p:nvPr>
            <p:ph idx="1"/>
          </p:nvPr>
        </p:nvSpPr>
        <p:spPr/>
        <p:txBody>
          <a:bodyPr/>
          <a:lstStyle/>
          <a:p>
            <a:r>
              <a:rPr dirty="0"/>
              <a:t>Virtual memory is based on logical addresses</a:t>
            </a:r>
          </a:p>
          <a:p>
            <a:r>
              <a:rPr dirty="0"/>
              <a:t>Logical address space = Virtual address space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Virtual Memory Example</a:t>
            </a:r>
          </a:p>
        </p:txBody>
      </p:sp>
      <p:sp>
        <p:nvSpPr>
          <p:cNvPr id="3" name="Content Placeholder 2"/>
          <p:cNvSpPr>
            <a:spLocks noGrp="1"/>
          </p:cNvSpPr>
          <p:nvPr>
            <p:ph idx="1"/>
          </p:nvPr>
        </p:nvSpPr>
        <p:spPr/>
        <p:txBody>
          <a:bodyPr/>
          <a:lstStyle/>
          <a:p>
            <a:r>
              <a:rPr dirty="0"/>
              <a:t>while(1) {</a:t>
            </a:r>
          </a:p>
          <a:p>
            <a:pPr marL="0" indent="0">
              <a:buNone/>
            </a:pPr>
            <a:r>
              <a:rPr lang="en-IN" dirty="0"/>
              <a:t>   </a:t>
            </a:r>
            <a:r>
              <a:rPr dirty="0"/>
              <a:t> malloc(1024*1024);</a:t>
            </a:r>
          </a:p>
          <a:p>
            <a:pPr marL="0" indent="0">
              <a:buNone/>
            </a:pPr>
            <a:r>
              <a:rPr lang="en-IN" dirty="0"/>
              <a:t>    </a:t>
            </a:r>
            <a:r>
              <a:rPr dirty="0"/>
              <a:t>}</a:t>
            </a:r>
          </a:p>
          <a:p>
            <a:endParaRPr dirty="0"/>
          </a:p>
          <a:p>
            <a:r>
              <a:rPr dirty="0"/>
              <a:t>Program doesn’t crash immediately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of Virtual Memory</a:t>
            </a:r>
          </a:p>
        </p:txBody>
      </p:sp>
      <p:sp>
        <p:nvSpPr>
          <p:cNvPr id="3" name="Content Placeholder 2"/>
          <p:cNvSpPr>
            <a:spLocks noGrp="1"/>
          </p:cNvSpPr>
          <p:nvPr>
            <p:ph idx="1"/>
          </p:nvPr>
        </p:nvSpPr>
        <p:spPr/>
        <p:txBody>
          <a:bodyPr/>
          <a:lstStyle/>
          <a:p>
            <a:r>
              <a:rPr dirty="0"/>
              <a:t>Programs can be larger than RAM</a:t>
            </a:r>
          </a:p>
          <a:p>
            <a:r>
              <a:rPr dirty="0"/>
              <a:t>Better memory utilization</a:t>
            </a:r>
          </a:p>
          <a:p>
            <a:r>
              <a:rPr dirty="0"/>
              <a:t>More programs can run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D2382-279C-CC21-C8E8-10759EE9C3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8A67687-0277-72B8-EABF-E60B10717843}"/>
              </a:ext>
            </a:extLst>
          </p:cNvPr>
          <p:cNvSpPr>
            <a:spLocks noGrp="1" noChangeArrowheads="1"/>
          </p:cNvSpPr>
          <p:nvPr>
            <p:ph idx="1"/>
          </p:nvPr>
        </p:nvSpPr>
        <p:spPr>
          <a:xfrm>
            <a:off x="838200" y="1825625"/>
            <a:ext cx="10515600" cy="4351338"/>
          </a:xfrm>
        </p:spPr>
        <p:txBody>
          <a:bodyPr/>
          <a:lstStyle/>
          <a:p>
            <a:r>
              <a:rPr lang="en-US" altLang="en-US" dirty="0"/>
              <a:t>A pair of </a:t>
            </a:r>
            <a:r>
              <a:rPr lang="en-US" altLang="en-US" b="1" dirty="0">
                <a:solidFill>
                  <a:srgbClr val="3366FF"/>
                </a:solidFill>
              </a:rPr>
              <a:t>base</a:t>
            </a:r>
            <a:r>
              <a:rPr lang="en-US" altLang="en-US" dirty="0">
                <a:solidFill>
                  <a:srgbClr val="3366FF"/>
                </a:solidFill>
              </a:rPr>
              <a:t> </a:t>
            </a:r>
            <a:r>
              <a:rPr lang="en-US" altLang="en-US" dirty="0"/>
              <a:t>and</a:t>
            </a:r>
            <a:r>
              <a:rPr lang="en-US" altLang="en-US" b="1" dirty="0">
                <a:solidFill>
                  <a:srgbClr val="FF0000"/>
                </a:solidFill>
              </a:rPr>
              <a:t> </a:t>
            </a:r>
            <a:r>
              <a:rPr lang="en-US" altLang="en-US" b="1" dirty="0">
                <a:solidFill>
                  <a:srgbClr val="3366FF"/>
                </a:solidFill>
              </a:rPr>
              <a:t>limit</a:t>
            </a:r>
            <a:r>
              <a:rPr lang="en-US" altLang="en-US" dirty="0">
                <a:solidFill>
                  <a:srgbClr val="3366FF"/>
                </a:solidFill>
              </a:rPr>
              <a:t> </a:t>
            </a:r>
            <a:r>
              <a:rPr lang="en-US" altLang="en-US" b="1" dirty="0">
                <a:solidFill>
                  <a:srgbClr val="3366FF"/>
                </a:solidFill>
              </a:rPr>
              <a:t>registers</a:t>
            </a:r>
            <a:r>
              <a:rPr lang="en-US" altLang="en-US" dirty="0"/>
              <a:t> define the logical address space</a:t>
            </a:r>
          </a:p>
          <a:p>
            <a:r>
              <a:rPr lang="en-US" altLang="en-US" dirty="0"/>
              <a:t>CPU must check every memory access generated in user mode to be sure it is between base and limit for that user</a:t>
            </a:r>
          </a:p>
        </p:txBody>
      </p:sp>
      <p:pic>
        <p:nvPicPr>
          <p:cNvPr id="5" name="Picture 5">
            <a:extLst>
              <a:ext uri="{FF2B5EF4-FFF2-40B4-BE49-F238E27FC236}">
                <a16:creationId xmlns:a16="http://schemas.microsoft.com/office/drawing/2014/main" id="{45D4244F-6C6C-757D-4FBE-1C37D3C2D1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1013" y="3176588"/>
            <a:ext cx="3273425"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CEE43F45-091C-6419-058B-2D33C8573091}"/>
              </a:ext>
            </a:extLst>
          </p:cNvPr>
          <p:cNvSpPr>
            <a:spLocks noGrp="1" noChangeArrowheads="1"/>
          </p:cNvSpPr>
          <p:nvPr>
            <p:ph type="title"/>
          </p:nvPr>
        </p:nvSpPr>
        <p:spPr>
          <a:xfrm>
            <a:off x="838200" y="365125"/>
            <a:ext cx="10515600" cy="1325563"/>
          </a:xfrm>
        </p:spPr>
        <p:txBody>
          <a:bodyPr/>
          <a:lstStyle/>
          <a:p>
            <a:pPr eaLnBrk="1" hangingPunct="1"/>
            <a:r>
              <a:rPr lang="en-US" altLang="en-US" dirty="0"/>
              <a:t>Base and Limit Registers</a:t>
            </a:r>
          </a:p>
        </p:txBody>
      </p:sp>
    </p:spTree>
    <p:extLst>
      <p:ext uri="{BB962C8B-B14F-4D97-AF65-F5344CB8AC3E}">
        <p14:creationId xmlns:p14="http://schemas.microsoft.com/office/powerpoint/2010/main" val="628215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040E793F-CC10-239E-608B-7B58A69767ED}"/>
              </a:ext>
            </a:extLst>
          </p:cNvPr>
          <p:cNvSpPr>
            <a:spLocks noGrp="1"/>
          </p:cNvSpPr>
          <p:nvPr>
            <p:ph type="title"/>
          </p:nvPr>
        </p:nvSpPr>
        <p:spPr>
          <a:xfrm>
            <a:off x="2223294" y="382588"/>
            <a:ext cx="7745412" cy="576262"/>
          </a:xfrm>
        </p:spPr>
        <p:txBody>
          <a:bodyPr>
            <a:normAutofit fontScale="90000"/>
          </a:bodyPr>
          <a:lstStyle/>
          <a:p>
            <a:r>
              <a:rPr lang="en-US" altLang="en-US" dirty="0"/>
              <a:t>Hardware Address Protection</a:t>
            </a:r>
          </a:p>
        </p:txBody>
      </p:sp>
      <p:pic>
        <p:nvPicPr>
          <p:cNvPr id="8195" name="Content Placeholder 4" descr="8.02.pdf">
            <a:extLst>
              <a:ext uri="{FF2B5EF4-FFF2-40B4-BE49-F238E27FC236}">
                <a16:creationId xmlns:a16="http://schemas.microsoft.com/office/drawing/2014/main" id="{DF9CB745-8446-0F11-760F-D31C98468BF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2790" b="-12790"/>
          <a:stretch>
            <a:fillRect/>
          </a:stretch>
        </p:blipFill>
        <p:spPr>
          <a:xfrm>
            <a:off x="3100388" y="1222376"/>
            <a:ext cx="6324600" cy="3482975"/>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F91846F9-18C7-40B6-094C-14C04B7EB783}"/>
              </a:ext>
            </a:extLst>
          </p:cNvPr>
          <p:cNvSpPr>
            <a:spLocks noGrp="1"/>
          </p:cNvSpPr>
          <p:nvPr>
            <p:ph type="title"/>
          </p:nvPr>
        </p:nvSpPr>
        <p:spPr>
          <a:xfrm>
            <a:off x="1600200" y="384969"/>
            <a:ext cx="8229600" cy="576262"/>
          </a:xfrm>
        </p:spPr>
        <p:txBody>
          <a:bodyPr>
            <a:normAutofit fontScale="90000"/>
          </a:bodyPr>
          <a:lstStyle/>
          <a:p>
            <a:r>
              <a:rPr lang="en-US" altLang="en-US" dirty="0"/>
              <a:t>Address Binding</a:t>
            </a:r>
          </a:p>
        </p:txBody>
      </p:sp>
      <p:sp>
        <p:nvSpPr>
          <p:cNvPr id="9219" name="Content Placeholder 2">
            <a:extLst>
              <a:ext uri="{FF2B5EF4-FFF2-40B4-BE49-F238E27FC236}">
                <a16:creationId xmlns:a16="http://schemas.microsoft.com/office/drawing/2014/main" id="{EF24DC54-EB29-A7AD-AD89-E75326A32533}"/>
              </a:ext>
            </a:extLst>
          </p:cNvPr>
          <p:cNvSpPr>
            <a:spLocks noGrp="1"/>
          </p:cNvSpPr>
          <p:nvPr>
            <p:ph idx="1"/>
          </p:nvPr>
        </p:nvSpPr>
        <p:spPr>
          <a:xfrm>
            <a:off x="1600200" y="1258888"/>
            <a:ext cx="8610600" cy="4926012"/>
          </a:xfrm>
        </p:spPr>
        <p:txBody>
          <a:bodyPr>
            <a:noAutofit/>
          </a:bodyPr>
          <a:lstStyle/>
          <a:p>
            <a:r>
              <a:rPr lang="en-US" altLang="en-US" sz="2000" dirty="0"/>
              <a:t>Programs on disk, ready to be brought into memory to execute form an </a:t>
            </a:r>
            <a:r>
              <a:rPr lang="en-US" altLang="en-US" sz="2000" b="1" dirty="0">
                <a:solidFill>
                  <a:srgbClr val="0000FF"/>
                </a:solidFill>
              </a:rPr>
              <a:t>input queue</a:t>
            </a:r>
          </a:p>
          <a:p>
            <a:pPr lvl="1"/>
            <a:r>
              <a:rPr lang="en-US" altLang="en-US" sz="2000" dirty="0"/>
              <a:t>Without support, must be loaded into address 0000</a:t>
            </a:r>
          </a:p>
          <a:p>
            <a:r>
              <a:rPr lang="en-US" altLang="en-US" sz="2000" dirty="0"/>
              <a:t>Inconvenient to have first user process physical address always at 0000 </a:t>
            </a:r>
          </a:p>
          <a:p>
            <a:pPr lvl="1"/>
            <a:r>
              <a:rPr lang="en-US" altLang="en-US" sz="2000" dirty="0"/>
              <a:t>How can it not be?</a:t>
            </a:r>
          </a:p>
          <a:p>
            <a:r>
              <a:rPr lang="en-US" altLang="en-US" sz="2000" dirty="0"/>
              <a:t>Further, addresses represented in different ways at different stages of a program</a:t>
            </a:r>
            <a:r>
              <a:rPr lang="ja-JP" altLang="en-US" sz="2000" dirty="0"/>
              <a:t>’</a:t>
            </a:r>
            <a:r>
              <a:rPr lang="en-US" altLang="ja-JP" sz="2000" dirty="0"/>
              <a:t>s life</a:t>
            </a:r>
          </a:p>
          <a:p>
            <a:pPr lvl="1"/>
            <a:r>
              <a:rPr lang="en-US" altLang="en-US" sz="2000" dirty="0"/>
              <a:t>Source code addresses usually symbolic</a:t>
            </a:r>
          </a:p>
          <a:p>
            <a:pPr lvl="1"/>
            <a:r>
              <a:rPr lang="en-US" altLang="en-US" sz="2000" dirty="0"/>
              <a:t>Compiled code addresses </a:t>
            </a:r>
            <a:r>
              <a:rPr lang="en-US" altLang="en-US" sz="2000" b="1" dirty="0">
                <a:solidFill>
                  <a:srgbClr val="0000FF"/>
                </a:solidFill>
              </a:rPr>
              <a:t>bind </a:t>
            </a:r>
            <a:r>
              <a:rPr lang="en-US" altLang="en-US" sz="2000" dirty="0"/>
              <a:t>to relocatable addresses</a:t>
            </a:r>
          </a:p>
          <a:p>
            <a:pPr lvl="2"/>
            <a:r>
              <a:rPr lang="en-US" altLang="en-US" dirty="0"/>
              <a:t>i.e. </a:t>
            </a:r>
            <a:r>
              <a:rPr lang="ja-JP" altLang="en-US" dirty="0"/>
              <a:t>“</a:t>
            </a:r>
            <a:r>
              <a:rPr lang="en-US" altLang="ja-JP" dirty="0"/>
              <a:t>14 bytes from beginning of this module</a:t>
            </a:r>
            <a:r>
              <a:rPr lang="ja-JP" altLang="en-US" dirty="0"/>
              <a:t>”</a:t>
            </a:r>
            <a:endParaRPr lang="en-US" altLang="ja-JP" dirty="0"/>
          </a:p>
          <a:p>
            <a:pPr lvl="1"/>
            <a:r>
              <a:rPr lang="en-US" altLang="en-US" sz="2000" dirty="0"/>
              <a:t>Linker or loader will bind relocatable addresses to absolute addresses</a:t>
            </a:r>
          </a:p>
          <a:p>
            <a:pPr lvl="2"/>
            <a:r>
              <a:rPr lang="en-US" altLang="en-US" dirty="0"/>
              <a:t>i.e. 74014</a:t>
            </a:r>
          </a:p>
          <a:p>
            <a:pPr lvl="1"/>
            <a:r>
              <a:rPr lang="en-US" altLang="en-US" sz="2000" dirty="0"/>
              <a:t>Each binding maps one address space to another</a:t>
            </a:r>
          </a:p>
          <a:p>
            <a:pPr>
              <a:buFont typeface="Monotype Sorts" pitchFamily="-84" charset="2"/>
              <a:buNone/>
            </a:pPr>
            <a:endParaRPr kumimoji="0" lang="en-US" altLang="en-US" sz="2000" dirty="0"/>
          </a:p>
          <a:p>
            <a:pPr lvl="1"/>
            <a:endParaRPr kumimoji="0" lang="en-US" alt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BDDDD0C-D357-462F-4CF3-F09962F2452D}"/>
              </a:ext>
            </a:extLst>
          </p:cNvPr>
          <p:cNvSpPr>
            <a:spLocks noGrp="1" noChangeArrowheads="1"/>
          </p:cNvSpPr>
          <p:nvPr>
            <p:ph type="title"/>
          </p:nvPr>
        </p:nvSpPr>
        <p:spPr>
          <a:xfrm>
            <a:off x="1771649" y="371473"/>
            <a:ext cx="9105900" cy="457200"/>
          </a:xfrm>
        </p:spPr>
        <p:txBody>
          <a:bodyPr vert="horz" lIns="91440" tIns="45720" rIns="91440" bIns="45720" rtlCol="0" anchor="ctr">
            <a:normAutofit fontScale="90000"/>
          </a:bodyPr>
          <a:lstStyle/>
          <a:p>
            <a:r>
              <a:rPr lang="en-US" altLang="en-US" dirty="0"/>
              <a:t>Binding of Instructions and Data to Memory</a:t>
            </a:r>
          </a:p>
        </p:txBody>
      </p:sp>
      <p:sp>
        <p:nvSpPr>
          <p:cNvPr id="10243" name="Rectangle 3">
            <a:extLst>
              <a:ext uri="{FF2B5EF4-FFF2-40B4-BE49-F238E27FC236}">
                <a16:creationId xmlns:a16="http://schemas.microsoft.com/office/drawing/2014/main" id="{E8D231A4-7B41-DFBB-85CB-E13DFA7E1D21}"/>
              </a:ext>
            </a:extLst>
          </p:cNvPr>
          <p:cNvSpPr>
            <a:spLocks noGrp="1" noChangeArrowheads="1"/>
          </p:cNvSpPr>
          <p:nvPr>
            <p:ph type="body" idx="1"/>
          </p:nvPr>
        </p:nvSpPr>
        <p:spPr>
          <a:xfrm>
            <a:off x="1771649" y="819149"/>
            <a:ext cx="8943975" cy="4505325"/>
          </a:xfrm>
        </p:spPr>
        <p:txBody>
          <a:bodyPr>
            <a:normAutofit lnSpcReduction="10000"/>
          </a:bodyPr>
          <a:lstStyle/>
          <a:p>
            <a:pPr>
              <a:buFont typeface="Monotype Sorts" pitchFamily="-84" charset="2"/>
              <a:buNone/>
            </a:pPr>
            <a:endParaRPr lang="en-US" altLang="en-US" dirty="0"/>
          </a:p>
          <a:p>
            <a:r>
              <a:rPr kumimoji="0" lang="en-US" altLang="en-US" dirty="0"/>
              <a:t>Address binding of instructions and data to memory addresses can happen at three different stages</a:t>
            </a:r>
          </a:p>
          <a:p>
            <a:pPr lvl="1"/>
            <a:r>
              <a:rPr lang="en-US" altLang="en-US" b="1" dirty="0"/>
              <a:t>Compile time</a:t>
            </a:r>
            <a:r>
              <a:rPr lang="en-US" altLang="en-US" dirty="0"/>
              <a:t>:  If memory location known a priori, </a:t>
            </a:r>
            <a:r>
              <a:rPr lang="en-US" altLang="en-US" b="1" dirty="0">
                <a:solidFill>
                  <a:srgbClr val="3366FF"/>
                </a:solidFill>
              </a:rPr>
              <a:t>absolute code</a:t>
            </a:r>
            <a:r>
              <a:rPr lang="en-US" altLang="en-US" dirty="0">
                <a:solidFill>
                  <a:srgbClr val="3366FF"/>
                </a:solidFill>
              </a:rPr>
              <a:t> </a:t>
            </a:r>
            <a:r>
              <a:rPr lang="en-US" altLang="en-US" dirty="0"/>
              <a:t>can be generated; must recompile code if starting location changes</a:t>
            </a:r>
          </a:p>
          <a:p>
            <a:pPr lvl="1"/>
            <a:r>
              <a:rPr lang="en-US" altLang="en-US" b="1" dirty="0"/>
              <a:t>Load time</a:t>
            </a:r>
            <a:r>
              <a:rPr lang="en-US" altLang="en-US" dirty="0"/>
              <a:t>:  Must generate </a:t>
            </a:r>
            <a:r>
              <a:rPr lang="en-US" altLang="en-US" b="1" dirty="0">
                <a:solidFill>
                  <a:srgbClr val="3366FF"/>
                </a:solidFill>
              </a:rPr>
              <a:t>relocatable code</a:t>
            </a:r>
            <a:r>
              <a:rPr lang="en-US" altLang="en-US" dirty="0"/>
              <a:t> if memory location is not known at compile time</a:t>
            </a:r>
          </a:p>
          <a:p>
            <a:pPr lvl="1"/>
            <a:r>
              <a:rPr lang="en-US" altLang="en-US" b="1" dirty="0"/>
              <a:t>Execution time</a:t>
            </a:r>
            <a:r>
              <a:rPr lang="en-US" altLang="en-US" dirty="0"/>
              <a:t>:  Binding delayed until run time if the process can be moved during its execution from one memory segment to another</a:t>
            </a:r>
          </a:p>
          <a:p>
            <a:pPr lvl="2"/>
            <a:r>
              <a:rPr lang="en-US" altLang="en-US" dirty="0"/>
              <a:t>Need hardware support for address maps (e.g., base and limit</a:t>
            </a:r>
            <a:r>
              <a:rPr lang="en-US" altLang="en-US" i="1" dirty="0"/>
              <a:t> </a:t>
            </a:r>
            <a:r>
              <a:rPr lang="en-US" altLang="en-US" dirty="0"/>
              <a:t>registers)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0E1E0-1C4B-9AB4-827C-7AD55560AD48}"/>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50F8BE66-090E-AA0C-EE78-3CB18F84F09A}"/>
              </a:ext>
            </a:extLst>
          </p:cNvPr>
          <p:cNvSpPr>
            <a:spLocks noGrp="1" noChangeArrowheads="1"/>
          </p:cNvSpPr>
          <p:nvPr>
            <p:ph type="title"/>
          </p:nvPr>
        </p:nvSpPr>
        <p:spPr>
          <a:xfrm>
            <a:off x="838200" y="365125"/>
            <a:ext cx="10515600" cy="1325563"/>
          </a:xfrm>
        </p:spPr>
        <p:txBody>
          <a:bodyPr vert="horz" lIns="91440" tIns="45720" rIns="91440" bIns="45720" rtlCol="0" anchor="ctr">
            <a:normAutofit/>
          </a:bodyPr>
          <a:lstStyle/>
          <a:p>
            <a:r>
              <a:rPr lang="en-US" altLang="en-US" dirty="0"/>
              <a:t>Multistep Processing of a User Program </a:t>
            </a:r>
          </a:p>
        </p:txBody>
      </p:sp>
      <p:pic>
        <p:nvPicPr>
          <p:cNvPr id="5" name="Content Placeholder 4" descr="8">
            <a:extLst>
              <a:ext uri="{FF2B5EF4-FFF2-40B4-BE49-F238E27FC236}">
                <a16:creationId xmlns:a16="http://schemas.microsoft.com/office/drawing/2014/main" id="{27D92C47-2AAA-3632-DB78-37FDF73B48E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76726" y="1457325"/>
            <a:ext cx="2991862" cy="471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0377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307BD1B-10A0-0AA7-2E50-E19DF25209ED}"/>
              </a:ext>
            </a:extLst>
          </p:cNvPr>
          <p:cNvSpPr>
            <a:spLocks noGrp="1" noChangeArrowheads="1"/>
          </p:cNvSpPr>
          <p:nvPr>
            <p:ph type="title"/>
          </p:nvPr>
        </p:nvSpPr>
        <p:spPr>
          <a:xfrm>
            <a:off x="1908175" y="312737"/>
            <a:ext cx="8153400" cy="763587"/>
          </a:xfrm>
        </p:spPr>
        <p:txBody>
          <a:bodyPr>
            <a:normAutofit/>
          </a:bodyPr>
          <a:lstStyle/>
          <a:p>
            <a:pPr eaLnBrk="1" hangingPunct="1"/>
            <a:r>
              <a:rPr lang="en-US" altLang="en-US" dirty="0"/>
              <a:t>Logical vs. Physical Address Space</a:t>
            </a:r>
          </a:p>
        </p:txBody>
      </p:sp>
      <p:sp>
        <p:nvSpPr>
          <p:cNvPr id="12291" name="Rectangle 3">
            <a:extLst>
              <a:ext uri="{FF2B5EF4-FFF2-40B4-BE49-F238E27FC236}">
                <a16:creationId xmlns:a16="http://schemas.microsoft.com/office/drawing/2014/main" id="{08277E30-3499-93A3-8456-F36BAA28F23E}"/>
              </a:ext>
            </a:extLst>
          </p:cNvPr>
          <p:cNvSpPr>
            <a:spLocks noGrp="1" noChangeArrowheads="1"/>
          </p:cNvSpPr>
          <p:nvPr>
            <p:ph type="body" idx="1"/>
          </p:nvPr>
        </p:nvSpPr>
        <p:spPr>
          <a:xfrm>
            <a:off x="1419225" y="1236663"/>
            <a:ext cx="9131301" cy="4468812"/>
          </a:xfrm>
        </p:spPr>
        <p:txBody>
          <a:bodyPr>
            <a:normAutofit fontScale="92500" lnSpcReduction="20000"/>
          </a:bodyPr>
          <a:lstStyle/>
          <a:p>
            <a:r>
              <a:rPr lang="en-US" altLang="en-US" dirty="0"/>
              <a:t>The concept of a logical address space that is bound to a separate </a:t>
            </a:r>
            <a:r>
              <a:rPr lang="en-US" altLang="en-US" b="1" dirty="0">
                <a:solidFill>
                  <a:srgbClr val="3366FF"/>
                </a:solidFill>
              </a:rPr>
              <a:t>physical address space</a:t>
            </a:r>
            <a:r>
              <a:rPr lang="en-US" altLang="en-US" dirty="0">
                <a:solidFill>
                  <a:srgbClr val="3366FF"/>
                </a:solidFill>
              </a:rPr>
              <a:t> </a:t>
            </a:r>
            <a:r>
              <a:rPr lang="en-US" altLang="en-US" dirty="0"/>
              <a:t>is central to proper memory management</a:t>
            </a:r>
          </a:p>
          <a:p>
            <a:pPr lvl="1"/>
            <a:r>
              <a:rPr lang="en-US" altLang="en-US" b="1" dirty="0">
                <a:solidFill>
                  <a:srgbClr val="3366FF"/>
                </a:solidFill>
              </a:rPr>
              <a:t>Logical address</a:t>
            </a:r>
            <a:r>
              <a:rPr lang="en-US" altLang="en-US" dirty="0">
                <a:solidFill>
                  <a:srgbClr val="3366FF"/>
                </a:solidFill>
              </a:rPr>
              <a:t> </a:t>
            </a:r>
            <a:r>
              <a:rPr lang="en-US" altLang="en-US" dirty="0"/>
              <a:t>– generated by the CPU; also referred to as </a:t>
            </a:r>
            <a:r>
              <a:rPr lang="en-US" altLang="en-US" b="1" dirty="0">
                <a:solidFill>
                  <a:srgbClr val="3366FF"/>
                </a:solidFill>
              </a:rPr>
              <a:t>virtual address</a:t>
            </a:r>
          </a:p>
          <a:p>
            <a:pPr lvl="1"/>
            <a:r>
              <a:rPr lang="en-US" altLang="en-US" b="1" dirty="0">
                <a:solidFill>
                  <a:srgbClr val="3366FF"/>
                </a:solidFill>
              </a:rPr>
              <a:t>Physical address</a:t>
            </a:r>
            <a:r>
              <a:rPr lang="en-US" altLang="en-US" dirty="0">
                <a:solidFill>
                  <a:srgbClr val="3366FF"/>
                </a:solidFill>
              </a:rPr>
              <a:t> </a:t>
            </a:r>
            <a:r>
              <a:rPr lang="en-US" altLang="en-US" dirty="0"/>
              <a:t>– address seen by the memory unit</a:t>
            </a:r>
          </a:p>
          <a:p>
            <a:r>
              <a:rPr lang="en-US" altLang="en-US" dirty="0"/>
              <a:t>Logical and physical addresses are the same in compile-time and load-time address-binding schemes; logical (virtual) and physical addresses differ in execution-time address-binding scheme</a:t>
            </a:r>
          </a:p>
          <a:p>
            <a:r>
              <a:rPr lang="en-US" altLang="en-US" b="1" dirty="0">
                <a:solidFill>
                  <a:srgbClr val="3366FF"/>
                </a:solidFill>
              </a:rPr>
              <a:t>Logical address space </a:t>
            </a:r>
            <a:r>
              <a:rPr lang="en-US" altLang="en-US" dirty="0"/>
              <a:t>is the set of all logical addresses generated by a program</a:t>
            </a:r>
          </a:p>
          <a:p>
            <a:r>
              <a:rPr lang="en-US" altLang="en-US" b="1" dirty="0">
                <a:solidFill>
                  <a:srgbClr val="3366FF"/>
                </a:solidFill>
              </a:rPr>
              <a:t>Physical address space </a:t>
            </a:r>
            <a:r>
              <a:rPr lang="en-US" altLang="en-US" dirty="0"/>
              <a:t>is the set of all physical addresses generated by a program</a:t>
            </a:r>
          </a:p>
          <a:p>
            <a:endParaRPr lang="en-US" altLang="en-US" dirty="0"/>
          </a:p>
          <a:p>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94632-BE17-8845-9CDE-C5D775CB7F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F11E048-D9E0-8149-C257-F1E6CF0BF6AD}"/>
              </a:ext>
            </a:extLst>
          </p:cNvPr>
          <p:cNvSpPr>
            <a:spLocks noGrp="1"/>
          </p:cNvSpPr>
          <p:nvPr>
            <p:ph idx="1"/>
          </p:nvPr>
        </p:nvSpPr>
        <p:spPr/>
        <p:txBody>
          <a:bodyPr/>
          <a:lstStyle/>
          <a:p>
            <a:pPr>
              <a:buNone/>
            </a:pPr>
            <a:r>
              <a:rPr lang="en-US" b="1" dirty="0"/>
              <a:t>Case 1: Compile-Time Address Binding</a:t>
            </a:r>
          </a:p>
          <a:p>
            <a:pPr>
              <a:buFont typeface="Arial" panose="020B0604020202020204" pitchFamily="34" charset="0"/>
              <a:buChar char="•"/>
            </a:pPr>
            <a:r>
              <a:rPr lang="en-US" dirty="0"/>
              <a:t>Logical and physical addresses are the </a:t>
            </a:r>
            <a:r>
              <a:rPr lang="en-US" b="1" dirty="0"/>
              <a:t>same</a:t>
            </a:r>
            <a:r>
              <a:rPr lang="en-US" dirty="0"/>
              <a:t>.</a:t>
            </a:r>
          </a:p>
          <a:p>
            <a:pPr>
              <a:buFont typeface="Arial" panose="020B0604020202020204" pitchFamily="34" charset="0"/>
              <a:buChar char="•"/>
            </a:pPr>
            <a:r>
              <a:rPr lang="en-US" dirty="0"/>
              <a:t>The compiler </a:t>
            </a:r>
            <a:r>
              <a:rPr lang="en-US" b="1" dirty="0"/>
              <a:t>hardcodes absolute addresses</a:t>
            </a:r>
            <a:r>
              <a:rPr lang="en-US" dirty="0"/>
              <a:t> in the code.</a:t>
            </a:r>
          </a:p>
          <a:p>
            <a:pPr>
              <a:buFont typeface="Arial" panose="020B0604020202020204" pitchFamily="34" charset="0"/>
              <a:buChar char="•"/>
            </a:pPr>
            <a:r>
              <a:rPr lang="en-US" dirty="0"/>
              <a:t>The program </a:t>
            </a:r>
            <a:r>
              <a:rPr lang="en-US" b="1" dirty="0"/>
              <a:t>must always load at the same physical location</a:t>
            </a:r>
            <a:r>
              <a:rPr lang="en-US" dirty="0"/>
              <a:t>.</a:t>
            </a:r>
          </a:p>
          <a:p>
            <a:pPr>
              <a:buFont typeface="Arial" panose="020B0604020202020204" pitchFamily="34" charset="0"/>
              <a:buChar char="•"/>
            </a:pPr>
            <a:r>
              <a:rPr lang="en-US" dirty="0"/>
              <a:t>Example</a:t>
            </a:r>
          </a:p>
          <a:p>
            <a:r>
              <a:rPr lang="en-US" dirty="0"/>
              <a:t>Logical Address → 1000, 1004, 1008  </a:t>
            </a:r>
          </a:p>
          <a:p>
            <a:r>
              <a:rPr lang="en-US" dirty="0"/>
              <a:t>Physical Address → 1000, 1004, 1008 </a:t>
            </a:r>
            <a:endParaRPr lang="en-IN" dirty="0"/>
          </a:p>
        </p:txBody>
      </p:sp>
    </p:spTree>
    <p:extLst>
      <p:ext uri="{BB962C8B-B14F-4D97-AF65-F5344CB8AC3E}">
        <p14:creationId xmlns:p14="http://schemas.microsoft.com/office/powerpoint/2010/main" val="3548185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89C61-9A2F-F7B3-CD26-BC6CE92129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D44E984-0E79-4076-BEF6-21E1CDE3EDD0}"/>
              </a:ext>
            </a:extLst>
          </p:cNvPr>
          <p:cNvSpPr>
            <a:spLocks noGrp="1"/>
          </p:cNvSpPr>
          <p:nvPr>
            <p:ph idx="1"/>
          </p:nvPr>
        </p:nvSpPr>
        <p:spPr/>
        <p:txBody>
          <a:bodyPr>
            <a:normAutofit lnSpcReduction="10000"/>
          </a:bodyPr>
          <a:lstStyle/>
          <a:p>
            <a:pPr>
              <a:buNone/>
            </a:pPr>
            <a:r>
              <a:rPr lang="en-US" b="1" dirty="0"/>
              <a:t>Case 2: Load-Time Address Binding</a:t>
            </a:r>
          </a:p>
          <a:p>
            <a:pPr>
              <a:buFont typeface="Arial" panose="020B0604020202020204" pitchFamily="34" charset="0"/>
              <a:buChar char="•"/>
            </a:pPr>
            <a:r>
              <a:rPr lang="en-US" dirty="0"/>
              <a:t>Logical addresses start from </a:t>
            </a:r>
            <a:r>
              <a:rPr lang="en-US" b="1" dirty="0"/>
              <a:t>0</a:t>
            </a:r>
            <a:r>
              <a:rPr lang="en-US" dirty="0"/>
              <a:t>.</a:t>
            </a:r>
          </a:p>
          <a:p>
            <a:pPr>
              <a:buFont typeface="Arial" panose="020B0604020202020204" pitchFamily="34" charset="0"/>
              <a:buChar char="•"/>
            </a:pPr>
            <a:r>
              <a:rPr lang="en-US" dirty="0"/>
              <a:t>The OS </a:t>
            </a:r>
            <a:r>
              <a:rPr lang="en-US" b="1" dirty="0"/>
              <a:t>assigns a base physical address</a:t>
            </a:r>
            <a:r>
              <a:rPr lang="en-US" dirty="0"/>
              <a:t> when loading the program.</a:t>
            </a:r>
          </a:p>
          <a:p>
            <a:pPr>
              <a:buFont typeface="Arial" panose="020B0604020202020204" pitchFamily="34" charset="0"/>
              <a:buChar char="•"/>
            </a:pPr>
            <a:r>
              <a:rPr lang="en-US" dirty="0"/>
              <a:t>Logical addresses are </a:t>
            </a:r>
            <a:r>
              <a:rPr lang="en-US" b="1" dirty="0"/>
              <a:t>converted once</a:t>
            </a:r>
            <a:r>
              <a:rPr lang="en-US" dirty="0"/>
              <a:t> into physical addresses.</a:t>
            </a:r>
          </a:p>
          <a:p>
            <a:pPr>
              <a:buFont typeface="Arial" panose="020B0604020202020204" pitchFamily="34" charset="0"/>
              <a:buChar char="•"/>
            </a:pPr>
            <a:r>
              <a:rPr lang="en-US" dirty="0"/>
              <a:t>Example</a:t>
            </a:r>
          </a:p>
          <a:p>
            <a:r>
              <a:rPr lang="en-US" dirty="0"/>
              <a:t>Logical Address → 0, 4, 8  </a:t>
            </a:r>
          </a:p>
          <a:p>
            <a:r>
              <a:rPr lang="en-US" dirty="0"/>
              <a:t>Physical Address → (Base Address) + Logical Address  </a:t>
            </a:r>
          </a:p>
          <a:p>
            <a:r>
              <a:rPr lang="en-US" dirty="0"/>
              <a:t>If Base Address = 5000, then  </a:t>
            </a:r>
          </a:p>
          <a:p>
            <a:r>
              <a:rPr lang="en-US" dirty="0"/>
              <a:t>Physical Address → 5000, 5004, 5008 </a:t>
            </a:r>
            <a:endParaRPr lang="en-IN" dirty="0"/>
          </a:p>
        </p:txBody>
      </p:sp>
    </p:spTree>
    <p:extLst>
      <p:ext uri="{BB962C8B-B14F-4D97-AF65-F5344CB8AC3E}">
        <p14:creationId xmlns:p14="http://schemas.microsoft.com/office/powerpoint/2010/main" val="2011058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C2974-2A25-FE6B-2E8B-2757C700452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B1381F-C014-A152-4884-D8C0C518748A}"/>
              </a:ext>
            </a:extLst>
          </p:cNvPr>
          <p:cNvSpPr>
            <a:spLocks noGrp="1"/>
          </p:cNvSpPr>
          <p:nvPr>
            <p:ph idx="1"/>
          </p:nvPr>
        </p:nvSpPr>
        <p:spPr/>
        <p:txBody>
          <a:bodyPr>
            <a:normAutofit fontScale="77500" lnSpcReduction="20000"/>
          </a:bodyPr>
          <a:lstStyle/>
          <a:p>
            <a:pPr>
              <a:buNone/>
            </a:pPr>
            <a:r>
              <a:rPr lang="en-US" b="1" dirty="0"/>
              <a:t>Case 3: Execution-Time Address Binding (With MMU)</a:t>
            </a:r>
          </a:p>
          <a:p>
            <a:pPr>
              <a:buFont typeface="Arial" panose="020B0604020202020204" pitchFamily="34" charset="0"/>
              <a:buChar char="•"/>
            </a:pPr>
            <a:r>
              <a:rPr lang="en-US" dirty="0"/>
              <a:t>Logical addresses </a:t>
            </a:r>
            <a:r>
              <a:rPr lang="en-US" b="1" dirty="0"/>
              <a:t>start from 0</a:t>
            </a:r>
            <a:r>
              <a:rPr lang="en-US" dirty="0"/>
              <a:t>.</a:t>
            </a:r>
          </a:p>
          <a:p>
            <a:pPr>
              <a:buFont typeface="Arial" panose="020B0604020202020204" pitchFamily="34" charset="0"/>
              <a:buChar char="•"/>
            </a:pPr>
            <a:r>
              <a:rPr lang="en-US" dirty="0"/>
              <a:t>The </a:t>
            </a:r>
            <a:r>
              <a:rPr lang="en-US" b="1" dirty="0"/>
              <a:t>Memory Management Unit (MMU)</a:t>
            </a:r>
            <a:r>
              <a:rPr lang="en-US" dirty="0"/>
              <a:t> translates logical addresses to physical addresses dynamically.</a:t>
            </a:r>
          </a:p>
          <a:p>
            <a:pPr>
              <a:buFont typeface="Arial" panose="020B0604020202020204" pitchFamily="34" charset="0"/>
              <a:buChar char="•"/>
            </a:pPr>
            <a:r>
              <a:rPr lang="en-US" dirty="0"/>
              <a:t>The process </a:t>
            </a:r>
            <a:r>
              <a:rPr lang="en-US" b="1" dirty="0"/>
              <a:t>can move in memory</a:t>
            </a:r>
            <a:r>
              <a:rPr lang="en-US" dirty="0"/>
              <a:t>.</a:t>
            </a:r>
          </a:p>
          <a:p>
            <a:r>
              <a:rPr lang="en-IN" dirty="0"/>
              <a:t>Example</a:t>
            </a:r>
          </a:p>
          <a:p>
            <a:r>
              <a:rPr lang="en-US" dirty="0"/>
              <a:t>Logical Address → 0, 4, 8  </a:t>
            </a:r>
          </a:p>
          <a:p>
            <a:r>
              <a:rPr lang="en-US" dirty="0"/>
              <a:t>MMU Mapping:  </a:t>
            </a:r>
          </a:p>
          <a:p>
            <a:r>
              <a:rPr lang="en-US" dirty="0"/>
              <a:t>Logical 0 → Physical 7000  </a:t>
            </a:r>
          </a:p>
          <a:p>
            <a:r>
              <a:rPr lang="en-US" dirty="0"/>
              <a:t>Logical 4 → Physical 7004  </a:t>
            </a:r>
          </a:p>
          <a:p>
            <a:r>
              <a:rPr lang="en-US" dirty="0"/>
              <a:t>Logical 8 → Physical 7008  </a:t>
            </a:r>
          </a:p>
          <a:p>
            <a:r>
              <a:rPr lang="en-US" dirty="0"/>
              <a:t>(Next time the program runs, it might be at a different location.)</a:t>
            </a:r>
          </a:p>
          <a:p>
            <a:endParaRPr lang="en-IN" dirty="0"/>
          </a:p>
        </p:txBody>
      </p:sp>
    </p:spTree>
    <p:extLst>
      <p:ext uri="{BB962C8B-B14F-4D97-AF65-F5344CB8AC3E}">
        <p14:creationId xmlns:p14="http://schemas.microsoft.com/office/powerpoint/2010/main" val="4218049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C90DCF9-258E-6309-58FD-3AA40B457C0F}"/>
              </a:ext>
            </a:extLst>
          </p:cNvPr>
          <p:cNvSpPr>
            <a:spLocks noGrp="1" noChangeArrowheads="1"/>
          </p:cNvSpPr>
          <p:nvPr>
            <p:ph type="title"/>
          </p:nvPr>
        </p:nvSpPr>
        <p:spPr>
          <a:xfrm>
            <a:off x="2176462" y="341313"/>
            <a:ext cx="7839075" cy="576262"/>
          </a:xfrm>
        </p:spPr>
        <p:txBody>
          <a:bodyPr>
            <a:normAutofit fontScale="90000"/>
          </a:bodyPr>
          <a:lstStyle/>
          <a:p>
            <a:pPr eaLnBrk="1" hangingPunct="1"/>
            <a:r>
              <a:rPr lang="en-US" altLang="en-US" dirty="0"/>
              <a:t>Memory-Management Unit (</a:t>
            </a:r>
            <a:r>
              <a:rPr lang="en-US" altLang="en-US" sz="2800" dirty="0"/>
              <a:t>MMU</a:t>
            </a:r>
            <a:r>
              <a:rPr lang="en-US" altLang="en-US" dirty="0"/>
              <a:t>)</a:t>
            </a:r>
          </a:p>
        </p:txBody>
      </p:sp>
      <p:sp>
        <p:nvSpPr>
          <p:cNvPr id="13315" name="Rectangle 3">
            <a:extLst>
              <a:ext uri="{FF2B5EF4-FFF2-40B4-BE49-F238E27FC236}">
                <a16:creationId xmlns:a16="http://schemas.microsoft.com/office/drawing/2014/main" id="{4FB78228-1BB8-2280-69DE-F43F09293C8D}"/>
              </a:ext>
            </a:extLst>
          </p:cNvPr>
          <p:cNvSpPr>
            <a:spLocks noGrp="1" noChangeArrowheads="1"/>
          </p:cNvSpPr>
          <p:nvPr>
            <p:ph type="body" idx="1"/>
          </p:nvPr>
        </p:nvSpPr>
        <p:spPr>
          <a:xfrm>
            <a:off x="1514474" y="1368425"/>
            <a:ext cx="9191625" cy="4484688"/>
          </a:xfrm>
        </p:spPr>
        <p:txBody>
          <a:bodyPr>
            <a:normAutofit fontScale="92500" lnSpcReduction="20000"/>
          </a:bodyPr>
          <a:lstStyle/>
          <a:p>
            <a:r>
              <a:rPr lang="en-US" altLang="en-US" dirty="0"/>
              <a:t>Hardware device that at run time maps virtual to physical address</a:t>
            </a:r>
            <a:endParaRPr lang="en-US" altLang="en-US" sz="800" dirty="0"/>
          </a:p>
          <a:p>
            <a:r>
              <a:rPr lang="en-US" altLang="en-US" dirty="0"/>
              <a:t>Many methods possible, covered in the rest of this chapter</a:t>
            </a:r>
          </a:p>
          <a:p>
            <a:r>
              <a:rPr lang="en-US" altLang="en-US" dirty="0"/>
              <a:t>To start, consider simple scheme where the value in the relocation register is added to every address generated by a user process at the time it is sent to memory</a:t>
            </a:r>
          </a:p>
          <a:p>
            <a:pPr lvl="1"/>
            <a:r>
              <a:rPr lang="en-US" altLang="en-US" dirty="0"/>
              <a:t>Base register now called </a:t>
            </a:r>
            <a:r>
              <a:rPr lang="en-US" altLang="en-US" b="1" dirty="0">
                <a:solidFill>
                  <a:srgbClr val="0000FF"/>
                </a:solidFill>
              </a:rPr>
              <a:t>relocation register</a:t>
            </a:r>
            <a:endParaRPr lang="en-US" altLang="en-US" dirty="0"/>
          </a:p>
          <a:p>
            <a:pPr lvl="1"/>
            <a:r>
              <a:rPr lang="en-US" altLang="en-US" dirty="0"/>
              <a:t>MS-DOS on Intel 80x86 used 4 relocation registers</a:t>
            </a:r>
            <a:endParaRPr lang="en-US" altLang="en-US" sz="800" dirty="0"/>
          </a:p>
          <a:p>
            <a:r>
              <a:rPr lang="en-US" altLang="en-US" dirty="0"/>
              <a:t>The user program deals with </a:t>
            </a:r>
            <a:r>
              <a:rPr lang="en-US" altLang="en-US" i="1" dirty="0"/>
              <a:t>logical</a:t>
            </a:r>
            <a:r>
              <a:rPr lang="en-US" altLang="en-US" dirty="0"/>
              <a:t> addresses; it never sees the </a:t>
            </a:r>
            <a:r>
              <a:rPr lang="en-US" altLang="en-US" i="1" dirty="0"/>
              <a:t>real</a:t>
            </a:r>
            <a:r>
              <a:rPr lang="en-US" altLang="en-US" dirty="0"/>
              <a:t> physical addresses</a:t>
            </a:r>
          </a:p>
          <a:p>
            <a:pPr lvl="1"/>
            <a:r>
              <a:rPr lang="en-US" altLang="en-US" dirty="0"/>
              <a:t>Execution-time binding occurs when reference is made to location in memory</a:t>
            </a:r>
          </a:p>
          <a:p>
            <a:pPr lvl="1"/>
            <a:r>
              <a:rPr lang="en-US" altLang="en-US" dirty="0"/>
              <a:t>Logical address bound to physical addresses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713E726-7565-3155-5FED-7440E3637880}"/>
              </a:ext>
            </a:extLst>
          </p:cNvPr>
          <p:cNvSpPr>
            <a:spLocks noGrp="1" noChangeArrowheads="1"/>
          </p:cNvSpPr>
          <p:nvPr>
            <p:ph type="title"/>
          </p:nvPr>
        </p:nvSpPr>
        <p:spPr>
          <a:xfrm>
            <a:off x="1381125" y="196057"/>
            <a:ext cx="9848849" cy="571500"/>
          </a:xfrm>
        </p:spPr>
        <p:txBody>
          <a:bodyPr vert="horz" lIns="91440" tIns="45720" rIns="91440" bIns="45720" rtlCol="0" anchor="ctr">
            <a:normAutofit fontScale="90000"/>
          </a:bodyPr>
          <a:lstStyle/>
          <a:p>
            <a:r>
              <a:rPr lang="en-US" altLang="en-US" dirty="0"/>
              <a:t>Dynamic relocation using a relocation register</a:t>
            </a:r>
          </a:p>
        </p:txBody>
      </p:sp>
      <p:pic>
        <p:nvPicPr>
          <p:cNvPr id="14339" name="Picture 5">
            <a:extLst>
              <a:ext uri="{FF2B5EF4-FFF2-40B4-BE49-F238E27FC236}">
                <a16:creationId xmlns:a16="http://schemas.microsoft.com/office/drawing/2014/main" id="{845E6229-FC5D-2614-564C-BAB860FF4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0563" y="1646239"/>
            <a:ext cx="3714750" cy="268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Rectangle 3">
            <a:extLst>
              <a:ext uri="{FF2B5EF4-FFF2-40B4-BE49-F238E27FC236}">
                <a16:creationId xmlns:a16="http://schemas.microsoft.com/office/drawing/2014/main" id="{F93F107F-72DC-1159-F296-C5E892A967E6}"/>
              </a:ext>
            </a:extLst>
          </p:cNvPr>
          <p:cNvSpPr txBox="1">
            <a:spLocks noChangeArrowheads="1"/>
          </p:cNvSpPr>
          <p:nvPr/>
        </p:nvSpPr>
        <p:spPr bwMode="auto">
          <a:xfrm>
            <a:off x="2490789" y="1063626"/>
            <a:ext cx="3921125"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defRPr>
                <a:solidFill>
                  <a:schemeClr val="tx1"/>
                </a:solidFill>
                <a:latin typeface="Verdana" panose="020B0604030504040204" pitchFamily="34" charset="0"/>
                <a:ea typeface="MS PGothic" panose="020B0600070205080204" pitchFamily="34" charset="-128"/>
              </a:defRPr>
            </a:lvl1pPr>
            <a:lvl2pPr marL="1060450" indent="-407988">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35000"/>
              </a:spcBef>
              <a:buClr>
                <a:srgbClr val="993300"/>
              </a:buClr>
              <a:buSzPct val="90000"/>
              <a:buFont typeface="Monotype Sorts" pitchFamily="-84" charset="2"/>
              <a:buChar char="n"/>
            </a:pPr>
            <a:r>
              <a:rPr kumimoji="1" lang="en-US" altLang="en-US" dirty="0">
                <a:latin typeface="Helvetica" panose="020B0604020202020204" pitchFamily="34" charset="0"/>
              </a:rPr>
              <a:t>Routine is not loaded until it is called</a:t>
            </a:r>
          </a:p>
          <a:p>
            <a:pPr>
              <a:spcBef>
                <a:spcPct val="35000"/>
              </a:spcBef>
              <a:buClr>
                <a:srgbClr val="993300"/>
              </a:buClr>
              <a:buSzPct val="90000"/>
              <a:buFont typeface="Monotype Sorts" pitchFamily="-84" charset="2"/>
              <a:buChar char="n"/>
            </a:pPr>
            <a:r>
              <a:rPr kumimoji="1" lang="en-US" altLang="en-US" dirty="0">
                <a:latin typeface="Helvetica" panose="020B0604020202020204" pitchFamily="34" charset="0"/>
              </a:rPr>
              <a:t>Better memory-space utilization; unused routine is never loaded</a:t>
            </a:r>
          </a:p>
          <a:p>
            <a:pPr>
              <a:spcBef>
                <a:spcPct val="35000"/>
              </a:spcBef>
              <a:buClr>
                <a:srgbClr val="993300"/>
              </a:buClr>
              <a:buSzPct val="90000"/>
              <a:buFont typeface="Monotype Sorts" pitchFamily="-84" charset="2"/>
              <a:buChar char="n"/>
            </a:pPr>
            <a:r>
              <a:rPr kumimoji="1" lang="en-US" altLang="en-US" dirty="0">
                <a:latin typeface="Helvetica" panose="020B0604020202020204" pitchFamily="34" charset="0"/>
              </a:rPr>
              <a:t>All routines kept on disk in relocatable load format</a:t>
            </a:r>
          </a:p>
          <a:p>
            <a:pPr>
              <a:spcBef>
                <a:spcPct val="35000"/>
              </a:spcBef>
              <a:buClr>
                <a:srgbClr val="993300"/>
              </a:buClr>
              <a:buSzPct val="90000"/>
              <a:buFont typeface="Monotype Sorts" pitchFamily="-84" charset="2"/>
              <a:buChar char="n"/>
            </a:pPr>
            <a:r>
              <a:rPr kumimoji="1" lang="en-US" altLang="en-US" dirty="0">
                <a:latin typeface="Helvetica" panose="020B0604020202020204" pitchFamily="34" charset="0"/>
              </a:rPr>
              <a:t>Useful when large amounts of code are needed to handle infrequently occurring cases</a:t>
            </a:r>
          </a:p>
          <a:p>
            <a:pPr>
              <a:spcBef>
                <a:spcPct val="35000"/>
              </a:spcBef>
              <a:buClr>
                <a:srgbClr val="993300"/>
              </a:buClr>
              <a:buSzPct val="90000"/>
              <a:buFont typeface="Monotype Sorts" pitchFamily="-84" charset="2"/>
              <a:buChar char="n"/>
            </a:pPr>
            <a:r>
              <a:rPr kumimoji="1" lang="en-US" altLang="en-US" dirty="0">
                <a:latin typeface="Helvetica" panose="020B0604020202020204" pitchFamily="34" charset="0"/>
              </a:rPr>
              <a:t>No special support from the operating system is required</a:t>
            </a:r>
          </a:p>
          <a:p>
            <a:pPr lvl="1">
              <a:spcBef>
                <a:spcPct val="35000"/>
              </a:spcBef>
              <a:buClr>
                <a:srgbClr val="CC6600"/>
              </a:buClr>
              <a:buSzPct val="80000"/>
              <a:buFont typeface="Monotype Sorts" pitchFamily="-84" charset="2"/>
              <a:buChar char="l"/>
            </a:pPr>
            <a:r>
              <a:rPr kumimoji="1" lang="en-US" altLang="en-US" sz="1400" dirty="0">
                <a:latin typeface="Helvetica" panose="020B0604020202020204" pitchFamily="34" charset="0"/>
              </a:rPr>
              <a:t>Implemented through program design</a:t>
            </a:r>
          </a:p>
          <a:p>
            <a:pPr lvl="1">
              <a:spcBef>
                <a:spcPct val="35000"/>
              </a:spcBef>
              <a:buClr>
                <a:srgbClr val="CC6600"/>
              </a:buClr>
              <a:buSzPct val="80000"/>
              <a:buFont typeface="Monotype Sorts" pitchFamily="-84" charset="2"/>
              <a:buChar char="l"/>
            </a:pPr>
            <a:r>
              <a:rPr kumimoji="1" lang="en-US" altLang="en-US" sz="1400" dirty="0">
                <a:latin typeface="Helvetica" panose="020B0604020202020204" pitchFamily="34" charset="0"/>
              </a:rPr>
              <a:t>OS can help by providing libraries to implement dynamic loading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684C0EB-0688-4B8F-9791-114DB00B3F9D}"/>
              </a:ext>
            </a:extLst>
          </p:cNvPr>
          <p:cNvSpPr>
            <a:spLocks noGrp="1" noChangeArrowheads="1"/>
          </p:cNvSpPr>
          <p:nvPr>
            <p:ph type="title"/>
          </p:nvPr>
        </p:nvSpPr>
        <p:spPr>
          <a:xfrm>
            <a:off x="1902619" y="485776"/>
            <a:ext cx="8229600" cy="576262"/>
          </a:xfrm>
        </p:spPr>
        <p:txBody>
          <a:bodyPr>
            <a:normAutofit fontScale="90000"/>
          </a:bodyPr>
          <a:lstStyle/>
          <a:p>
            <a:pPr eaLnBrk="1" hangingPunct="1"/>
            <a:r>
              <a:rPr lang="en-US" altLang="en-US" dirty="0"/>
              <a:t>Dynamic Linking</a:t>
            </a:r>
          </a:p>
        </p:txBody>
      </p:sp>
      <p:sp>
        <p:nvSpPr>
          <p:cNvPr id="15363" name="Rectangle 3">
            <a:extLst>
              <a:ext uri="{FF2B5EF4-FFF2-40B4-BE49-F238E27FC236}">
                <a16:creationId xmlns:a16="http://schemas.microsoft.com/office/drawing/2014/main" id="{C191AAB8-FB41-4D75-77C7-979F44A85B84}"/>
              </a:ext>
            </a:extLst>
          </p:cNvPr>
          <p:cNvSpPr>
            <a:spLocks noGrp="1" noChangeArrowheads="1"/>
          </p:cNvSpPr>
          <p:nvPr>
            <p:ph type="body" idx="1"/>
          </p:nvPr>
        </p:nvSpPr>
        <p:spPr>
          <a:xfrm>
            <a:off x="1902618" y="1309688"/>
            <a:ext cx="9660732" cy="4660900"/>
          </a:xfrm>
        </p:spPr>
        <p:txBody>
          <a:bodyPr>
            <a:normAutofit fontScale="85000" lnSpcReduction="20000"/>
          </a:bodyPr>
          <a:lstStyle/>
          <a:p>
            <a:r>
              <a:rPr lang="en-US" altLang="en-US" b="1" dirty="0">
                <a:solidFill>
                  <a:srgbClr val="3366FF"/>
                </a:solidFill>
              </a:rPr>
              <a:t>Static linking </a:t>
            </a:r>
            <a:r>
              <a:rPr lang="en-US" altLang="en-US" dirty="0"/>
              <a:t>– system libraries and program code combined by the loader into the binary program image</a:t>
            </a:r>
          </a:p>
          <a:p>
            <a:r>
              <a:rPr lang="en-US" altLang="en-US" dirty="0"/>
              <a:t>Dynamic linking –linking postponed until execution time</a:t>
            </a:r>
            <a:endParaRPr lang="en-US" altLang="en-US" sz="800" dirty="0"/>
          </a:p>
          <a:p>
            <a:r>
              <a:rPr lang="en-US" altLang="en-US" dirty="0"/>
              <a:t>Small piece of code, </a:t>
            </a:r>
            <a:r>
              <a:rPr lang="en-US" altLang="en-US" b="1" dirty="0">
                <a:solidFill>
                  <a:srgbClr val="3366FF"/>
                </a:solidFill>
              </a:rPr>
              <a:t>stub</a:t>
            </a:r>
            <a:r>
              <a:rPr lang="en-US" altLang="en-US" dirty="0"/>
              <a:t>, used to locate the appropriate memory-resident library routine</a:t>
            </a:r>
            <a:endParaRPr lang="en-US" altLang="en-US" sz="800" dirty="0"/>
          </a:p>
          <a:p>
            <a:r>
              <a:rPr lang="en-US" altLang="en-US" dirty="0"/>
              <a:t>Stub replaces itself with the address of the routine, and executes the routine</a:t>
            </a:r>
            <a:endParaRPr lang="en-US" altLang="en-US" sz="800" dirty="0"/>
          </a:p>
          <a:p>
            <a:r>
              <a:rPr lang="en-US" altLang="en-US" dirty="0"/>
              <a:t>Operating system checks if routine is in processes</a:t>
            </a:r>
            <a:r>
              <a:rPr lang="ja-JP" altLang="en-US" dirty="0"/>
              <a:t>’</a:t>
            </a:r>
            <a:r>
              <a:rPr lang="en-US" altLang="ja-JP" dirty="0"/>
              <a:t> memory address</a:t>
            </a:r>
          </a:p>
          <a:p>
            <a:pPr lvl="1"/>
            <a:r>
              <a:rPr lang="en-US" altLang="en-US" dirty="0"/>
              <a:t>If not in address space, add to address space</a:t>
            </a:r>
            <a:endParaRPr lang="en-US" altLang="en-US" sz="800" dirty="0"/>
          </a:p>
          <a:p>
            <a:r>
              <a:rPr lang="en-US" altLang="en-US" dirty="0"/>
              <a:t>Dynamic linking is particularly useful for libraries</a:t>
            </a:r>
            <a:endParaRPr lang="en-US" altLang="en-US" sz="800" dirty="0"/>
          </a:p>
          <a:p>
            <a:r>
              <a:rPr lang="en-US" altLang="en-US" dirty="0"/>
              <a:t>System also known as </a:t>
            </a:r>
            <a:r>
              <a:rPr lang="en-US" altLang="en-US" b="1" dirty="0">
                <a:solidFill>
                  <a:srgbClr val="3366FF"/>
                </a:solidFill>
              </a:rPr>
              <a:t>shared libraries</a:t>
            </a:r>
          </a:p>
          <a:p>
            <a:r>
              <a:rPr lang="en-US" altLang="en-US" dirty="0">
                <a:solidFill>
                  <a:srgbClr val="000000"/>
                </a:solidFill>
              </a:rPr>
              <a:t>Consider applicability to patching system libraries</a:t>
            </a:r>
          </a:p>
          <a:p>
            <a:pPr lvl="1"/>
            <a:r>
              <a:rPr lang="en-US" altLang="en-US" dirty="0">
                <a:solidFill>
                  <a:srgbClr val="000000"/>
                </a:solidFill>
              </a:rPr>
              <a:t>Versioning may be needed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419B0BF-C03B-4C1C-5144-D16EC2405AFE}"/>
              </a:ext>
            </a:extLst>
          </p:cNvPr>
          <p:cNvSpPr>
            <a:spLocks noGrp="1" noChangeArrowheads="1"/>
          </p:cNvSpPr>
          <p:nvPr>
            <p:ph type="title"/>
          </p:nvPr>
        </p:nvSpPr>
        <p:spPr>
          <a:xfrm>
            <a:off x="2012950" y="119063"/>
            <a:ext cx="8229600" cy="576262"/>
          </a:xfrm>
        </p:spPr>
        <p:txBody>
          <a:bodyPr>
            <a:normAutofit fontScale="90000"/>
          </a:bodyPr>
          <a:lstStyle/>
          <a:p>
            <a:pPr eaLnBrk="1" hangingPunct="1"/>
            <a:r>
              <a:rPr lang="en-US" altLang="en-US"/>
              <a:t>Swapping</a:t>
            </a:r>
          </a:p>
        </p:txBody>
      </p:sp>
      <p:sp>
        <p:nvSpPr>
          <p:cNvPr id="29699" name="Rectangle 3">
            <a:extLst>
              <a:ext uri="{FF2B5EF4-FFF2-40B4-BE49-F238E27FC236}">
                <a16:creationId xmlns:a16="http://schemas.microsoft.com/office/drawing/2014/main" id="{17C1540C-5D86-7806-0718-8A7E9D353DD8}"/>
              </a:ext>
            </a:extLst>
          </p:cNvPr>
          <p:cNvSpPr>
            <a:spLocks noGrp="1" noChangeArrowheads="1"/>
          </p:cNvSpPr>
          <p:nvPr>
            <p:ph type="body" idx="1"/>
          </p:nvPr>
        </p:nvSpPr>
        <p:spPr>
          <a:xfrm>
            <a:off x="2397126" y="1122363"/>
            <a:ext cx="7051675" cy="5067300"/>
          </a:xfrm>
        </p:spPr>
        <p:txBody>
          <a:bodyPr>
            <a:normAutofit fontScale="92500" lnSpcReduction="20000"/>
          </a:bodyPr>
          <a:lstStyle/>
          <a:p>
            <a:pPr>
              <a:lnSpc>
                <a:spcPct val="80000"/>
              </a:lnSpc>
            </a:pPr>
            <a:r>
              <a:rPr lang="en-US" altLang="en-US"/>
              <a:t>A process can be </a:t>
            </a:r>
            <a:r>
              <a:rPr lang="en-US" altLang="en-US" b="1">
                <a:solidFill>
                  <a:srgbClr val="3366FF"/>
                </a:solidFill>
              </a:rPr>
              <a:t>swapped</a:t>
            </a:r>
            <a:r>
              <a:rPr lang="en-US" altLang="en-US"/>
              <a:t> temporarily out of memory to a backing store, and then brought back into memory for continued execution</a:t>
            </a:r>
          </a:p>
          <a:p>
            <a:pPr lvl="1">
              <a:lnSpc>
                <a:spcPct val="80000"/>
              </a:lnSpc>
            </a:pPr>
            <a:r>
              <a:rPr lang="en-US" altLang="en-US"/>
              <a:t>Total physical memory space of processes can exceed physical memory</a:t>
            </a:r>
          </a:p>
          <a:p>
            <a:pPr>
              <a:lnSpc>
                <a:spcPct val="80000"/>
              </a:lnSpc>
            </a:pPr>
            <a:r>
              <a:rPr lang="en-US" altLang="en-US" b="1">
                <a:solidFill>
                  <a:srgbClr val="3366FF"/>
                </a:solidFill>
              </a:rPr>
              <a:t>Backing store</a:t>
            </a:r>
            <a:r>
              <a:rPr lang="en-US" altLang="en-US">
                <a:solidFill>
                  <a:srgbClr val="3366FF"/>
                </a:solidFill>
              </a:rPr>
              <a:t> </a:t>
            </a:r>
            <a:r>
              <a:rPr lang="en-US" altLang="en-US"/>
              <a:t>– fast disk large enough to accommodate copies of all memory images for all users; must provide direct access to these memory images</a:t>
            </a:r>
          </a:p>
          <a:p>
            <a:pPr>
              <a:lnSpc>
                <a:spcPct val="80000"/>
              </a:lnSpc>
            </a:pPr>
            <a:r>
              <a:rPr lang="en-US" altLang="en-US" b="1">
                <a:solidFill>
                  <a:srgbClr val="3366FF"/>
                </a:solidFill>
              </a:rPr>
              <a:t>Roll out, roll in</a:t>
            </a:r>
            <a:r>
              <a:rPr lang="en-US" altLang="en-US">
                <a:solidFill>
                  <a:srgbClr val="3366FF"/>
                </a:solidFill>
              </a:rPr>
              <a:t> </a:t>
            </a:r>
            <a:r>
              <a:rPr lang="en-US" altLang="en-US"/>
              <a:t>– swapping variant used for priority-based scheduling algorithms; lower-priority process is swapped out so higher-priority process can be loaded and executed</a:t>
            </a:r>
          </a:p>
          <a:p>
            <a:pPr>
              <a:lnSpc>
                <a:spcPct val="80000"/>
              </a:lnSpc>
            </a:pPr>
            <a:r>
              <a:rPr lang="en-US" altLang="en-US"/>
              <a:t>Major part of swap time is transfer time; total transfer time is directly proportional to the amount of memory swapped</a:t>
            </a:r>
          </a:p>
          <a:p>
            <a:pPr>
              <a:lnSpc>
                <a:spcPct val="80000"/>
              </a:lnSpc>
            </a:pPr>
            <a:r>
              <a:rPr lang="en-US" altLang="en-US"/>
              <a:t>System maintains a </a:t>
            </a:r>
            <a:r>
              <a:rPr lang="en-US" altLang="en-US" b="1">
                <a:solidFill>
                  <a:srgbClr val="3366FF"/>
                </a:solidFill>
              </a:rPr>
              <a:t>ready queue</a:t>
            </a:r>
            <a:r>
              <a:rPr lang="en-US" altLang="en-US">
                <a:solidFill>
                  <a:srgbClr val="3366FF"/>
                </a:solidFill>
              </a:rPr>
              <a:t> </a:t>
            </a:r>
            <a:r>
              <a:rPr lang="en-US" altLang="en-US"/>
              <a:t>of ready-to-run processes which have memory images on disk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DB268AA8-2803-31F5-0C46-EA3240DD8C14}"/>
              </a:ext>
            </a:extLst>
          </p:cNvPr>
          <p:cNvSpPr>
            <a:spLocks noGrp="1" noChangeArrowheads="1"/>
          </p:cNvSpPr>
          <p:nvPr>
            <p:ph type="title"/>
          </p:nvPr>
        </p:nvSpPr>
        <p:spPr>
          <a:xfrm>
            <a:off x="2012950" y="182563"/>
            <a:ext cx="8229600" cy="576262"/>
          </a:xfrm>
        </p:spPr>
        <p:txBody>
          <a:bodyPr>
            <a:normAutofit fontScale="90000"/>
          </a:bodyPr>
          <a:lstStyle/>
          <a:p>
            <a:pPr eaLnBrk="1" hangingPunct="1"/>
            <a:r>
              <a:rPr lang="en-US" altLang="en-US"/>
              <a:t>Swapping (Cont.)</a:t>
            </a:r>
          </a:p>
        </p:txBody>
      </p:sp>
      <p:sp>
        <p:nvSpPr>
          <p:cNvPr id="31747" name="Rectangle 3">
            <a:extLst>
              <a:ext uri="{FF2B5EF4-FFF2-40B4-BE49-F238E27FC236}">
                <a16:creationId xmlns:a16="http://schemas.microsoft.com/office/drawing/2014/main" id="{662249B0-E2CD-A4FA-E222-6EFF284B94D3}"/>
              </a:ext>
            </a:extLst>
          </p:cNvPr>
          <p:cNvSpPr>
            <a:spLocks noGrp="1" noChangeArrowheads="1"/>
          </p:cNvSpPr>
          <p:nvPr>
            <p:ph type="body" idx="1"/>
          </p:nvPr>
        </p:nvSpPr>
        <p:spPr>
          <a:xfrm>
            <a:off x="2411413" y="1058863"/>
            <a:ext cx="7169150" cy="5067300"/>
          </a:xfrm>
        </p:spPr>
        <p:txBody>
          <a:bodyPr/>
          <a:lstStyle/>
          <a:p>
            <a:pPr>
              <a:lnSpc>
                <a:spcPct val="80000"/>
              </a:lnSpc>
            </a:pPr>
            <a:r>
              <a:rPr lang="en-US" altLang="en-US"/>
              <a:t>Does the swapped out process need to swap back in to same physical addresses?</a:t>
            </a:r>
          </a:p>
          <a:p>
            <a:pPr>
              <a:lnSpc>
                <a:spcPct val="80000"/>
              </a:lnSpc>
            </a:pPr>
            <a:r>
              <a:rPr lang="en-US" altLang="en-US"/>
              <a:t>Depends on address binding method</a:t>
            </a:r>
          </a:p>
          <a:p>
            <a:pPr lvl="1">
              <a:lnSpc>
                <a:spcPct val="80000"/>
              </a:lnSpc>
            </a:pPr>
            <a:r>
              <a:rPr lang="en-US" altLang="en-US"/>
              <a:t>Plus consider pending I/O to / from process memory space</a:t>
            </a:r>
          </a:p>
          <a:p>
            <a:pPr>
              <a:lnSpc>
                <a:spcPct val="80000"/>
              </a:lnSpc>
            </a:pPr>
            <a:r>
              <a:rPr lang="en-US" altLang="en-US"/>
              <a:t>Modified versions of swapping are found on many systems (i.e., UNIX, Linux, and Windows)</a:t>
            </a:r>
          </a:p>
          <a:p>
            <a:pPr lvl="1"/>
            <a:r>
              <a:rPr lang="en-US" altLang="en-US"/>
              <a:t>Swapping normally disabled</a:t>
            </a:r>
          </a:p>
          <a:p>
            <a:pPr lvl="1"/>
            <a:r>
              <a:rPr lang="en-US" altLang="en-US"/>
              <a:t>Started if more than threshold amount of memory allocated</a:t>
            </a:r>
          </a:p>
          <a:p>
            <a:pPr lvl="1"/>
            <a:r>
              <a:rPr lang="en-US" altLang="en-US"/>
              <a:t>Disabled again once memory demand reduced below threshold</a:t>
            </a:r>
          </a:p>
          <a:p>
            <a:pPr>
              <a:lnSpc>
                <a:spcPct val="80000"/>
              </a:lnSpc>
              <a:buFont typeface="Monotype Sorts" pitchFamily="-84" charset="2"/>
              <a:buNone/>
            </a:pPr>
            <a:endParaRPr lang="en-US" altLang="en-US" sz="1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F20D170D-3D0B-02D1-B90A-F6BE589E7CA9}"/>
              </a:ext>
            </a:extLst>
          </p:cNvPr>
          <p:cNvSpPr>
            <a:spLocks noGrp="1" noChangeArrowheads="1"/>
          </p:cNvSpPr>
          <p:nvPr>
            <p:ph type="title"/>
          </p:nvPr>
        </p:nvSpPr>
        <p:spPr>
          <a:xfrm>
            <a:off x="2341564" y="182563"/>
            <a:ext cx="7869237" cy="576262"/>
          </a:xfrm>
        </p:spPr>
        <p:txBody>
          <a:bodyPr>
            <a:normAutofit fontScale="90000"/>
          </a:bodyPr>
          <a:lstStyle/>
          <a:p>
            <a:pPr eaLnBrk="1" hangingPunct="1"/>
            <a:r>
              <a:rPr lang="en-US" altLang="en-US"/>
              <a:t>Schematic View of Swapping</a:t>
            </a:r>
            <a:endParaRPr lang="en-US" altLang="en-US" sz="2400"/>
          </a:p>
        </p:txBody>
      </p:sp>
      <p:pic>
        <p:nvPicPr>
          <p:cNvPr id="33795" name="Picture 4" descr="8">
            <a:extLst>
              <a:ext uri="{FF2B5EF4-FFF2-40B4-BE49-F238E27FC236}">
                <a16:creationId xmlns:a16="http://schemas.microsoft.com/office/drawing/2014/main" id="{E123C7ED-1A16-B4E6-65F7-426E11E40D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1400176"/>
            <a:ext cx="5099050" cy="381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7AEA307F-7587-29E1-182B-A385133FFCC8}"/>
              </a:ext>
            </a:extLst>
          </p:cNvPr>
          <p:cNvSpPr>
            <a:spLocks noGrp="1" noChangeArrowheads="1"/>
          </p:cNvSpPr>
          <p:nvPr>
            <p:ph type="title"/>
          </p:nvPr>
        </p:nvSpPr>
        <p:spPr>
          <a:xfrm>
            <a:off x="2795589" y="166688"/>
            <a:ext cx="7635875" cy="576262"/>
          </a:xfrm>
        </p:spPr>
        <p:txBody>
          <a:bodyPr/>
          <a:lstStyle/>
          <a:p>
            <a:r>
              <a:rPr lang="en-US" altLang="en-US" sz="2800"/>
              <a:t>Context Switch Time including Swapping</a:t>
            </a:r>
          </a:p>
        </p:txBody>
      </p:sp>
      <p:sp>
        <p:nvSpPr>
          <p:cNvPr id="35843" name="Content Placeholder 2">
            <a:extLst>
              <a:ext uri="{FF2B5EF4-FFF2-40B4-BE49-F238E27FC236}">
                <a16:creationId xmlns:a16="http://schemas.microsoft.com/office/drawing/2014/main" id="{3CD7A98E-3CED-2EBD-3D01-26FE518D5BEA}"/>
              </a:ext>
            </a:extLst>
          </p:cNvPr>
          <p:cNvSpPr>
            <a:spLocks noGrp="1" noChangeArrowheads="1"/>
          </p:cNvSpPr>
          <p:nvPr>
            <p:ph idx="1"/>
          </p:nvPr>
        </p:nvSpPr>
        <p:spPr>
          <a:xfrm>
            <a:off x="2393951" y="1112838"/>
            <a:ext cx="6950075" cy="4754562"/>
          </a:xfrm>
        </p:spPr>
        <p:txBody>
          <a:bodyPr>
            <a:normAutofit fontScale="92500" lnSpcReduction="20000"/>
          </a:bodyPr>
          <a:lstStyle/>
          <a:p>
            <a:r>
              <a:rPr lang="en-US" altLang="en-US"/>
              <a:t>If next processes to be put on CPU is not in memory, need to swap out a process and swap in target process</a:t>
            </a:r>
          </a:p>
          <a:p>
            <a:r>
              <a:rPr lang="en-US" altLang="en-US"/>
              <a:t>Context switch time can then be very high</a:t>
            </a:r>
          </a:p>
          <a:p>
            <a:r>
              <a:rPr lang="en-US" altLang="en-US"/>
              <a:t>100MB process swapping to hard disk with transfer rate of 50MB/sec</a:t>
            </a:r>
          </a:p>
          <a:p>
            <a:pPr lvl="1"/>
            <a:r>
              <a:rPr lang="en-US" altLang="en-US"/>
              <a:t>Swap out time of 2000 ms</a:t>
            </a:r>
          </a:p>
          <a:p>
            <a:pPr lvl="1"/>
            <a:r>
              <a:rPr lang="en-US" altLang="en-US"/>
              <a:t>Plus swap in of same sized process</a:t>
            </a:r>
          </a:p>
          <a:p>
            <a:pPr lvl="1"/>
            <a:r>
              <a:rPr lang="en-US" altLang="en-US"/>
              <a:t>Total context switch swapping component time of 4000ms (4 seconds)</a:t>
            </a:r>
          </a:p>
          <a:p>
            <a:r>
              <a:rPr lang="en-US" altLang="en-US"/>
              <a:t>Can reduce if reduce size of memory swapped – by knowing how much memory really being used</a:t>
            </a:r>
          </a:p>
          <a:p>
            <a:pPr lvl="1"/>
            <a:r>
              <a:rPr lang="en-US" altLang="en-US"/>
              <a:t>System calls to inform OS of memory use via </a:t>
            </a:r>
            <a:r>
              <a:rPr lang="en-US" altLang="en-US">
                <a:latin typeface="Courier New" panose="02070309020205020404" pitchFamily="49" charset="0"/>
                <a:cs typeface="Courier New" panose="02070309020205020404" pitchFamily="49" charset="0"/>
              </a:rPr>
              <a:t>request_memory() </a:t>
            </a:r>
            <a:r>
              <a:rPr lang="en-US" altLang="en-US"/>
              <a:t>and </a:t>
            </a:r>
            <a:r>
              <a:rPr lang="en-US" altLang="en-US">
                <a:latin typeface="Courier New" panose="02070309020205020404" pitchFamily="49" charset="0"/>
                <a:cs typeface="Courier New" panose="02070309020205020404" pitchFamily="49" charset="0"/>
              </a:rPr>
              <a:t>release_memory()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490CE776-F78A-6EEF-C381-EACF46E2BA25}"/>
              </a:ext>
            </a:extLst>
          </p:cNvPr>
          <p:cNvSpPr>
            <a:spLocks noGrp="1" noChangeArrowheads="1"/>
          </p:cNvSpPr>
          <p:nvPr>
            <p:ph type="title"/>
          </p:nvPr>
        </p:nvSpPr>
        <p:spPr>
          <a:xfrm>
            <a:off x="2906714" y="166688"/>
            <a:ext cx="7635875" cy="576262"/>
          </a:xfrm>
        </p:spPr>
        <p:txBody>
          <a:bodyPr/>
          <a:lstStyle/>
          <a:p>
            <a:r>
              <a:rPr lang="en-US" altLang="en-US" sz="2800"/>
              <a:t>Context Switch Time and Swapping (Cont.)</a:t>
            </a:r>
          </a:p>
        </p:txBody>
      </p:sp>
      <p:sp>
        <p:nvSpPr>
          <p:cNvPr id="36867" name="Content Placeholder 2">
            <a:extLst>
              <a:ext uri="{FF2B5EF4-FFF2-40B4-BE49-F238E27FC236}">
                <a16:creationId xmlns:a16="http://schemas.microsoft.com/office/drawing/2014/main" id="{D28181B4-0759-87E8-2EF1-57A79EA37FF4}"/>
              </a:ext>
            </a:extLst>
          </p:cNvPr>
          <p:cNvSpPr>
            <a:spLocks noGrp="1" noChangeArrowheads="1"/>
          </p:cNvSpPr>
          <p:nvPr>
            <p:ph idx="1"/>
          </p:nvPr>
        </p:nvSpPr>
        <p:spPr>
          <a:xfrm>
            <a:off x="2330451" y="1160463"/>
            <a:ext cx="7343775" cy="4754562"/>
          </a:xfrm>
        </p:spPr>
        <p:txBody>
          <a:bodyPr/>
          <a:lstStyle/>
          <a:p>
            <a:r>
              <a:rPr lang="en-US" altLang="en-US"/>
              <a:t>Other constraints as well on swapping</a:t>
            </a:r>
          </a:p>
          <a:p>
            <a:pPr lvl="1"/>
            <a:r>
              <a:rPr lang="en-US" altLang="en-US"/>
              <a:t>Pending I/O – can’t swap out as I/O would occur to wrong process</a:t>
            </a:r>
          </a:p>
          <a:p>
            <a:pPr lvl="1"/>
            <a:r>
              <a:rPr lang="en-US" altLang="en-US"/>
              <a:t>Or always transfer I/O to kernel space, then to I/O device</a:t>
            </a:r>
          </a:p>
          <a:p>
            <a:pPr lvl="2"/>
            <a:r>
              <a:rPr lang="en-US" altLang="en-US"/>
              <a:t>Known as </a:t>
            </a:r>
            <a:r>
              <a:rPr lang="en-US" altLang="en-US" b="1">
                <a:solidFill>
                  <a:srgbClr val="3366FF"/>
                </a:solidFill>
              </a:rPr>
              <a:t>double buffering</a:t>
            </a:r>
            <a:r>
              <a:rPr lang="en-US" altLang="en-US"/>
              <a:t>, adds overhead</a:t>
            </a:r>
          </a:p>
          <a:p>
            <a:r>
              <a:rPr lang="en-US" altLang="en-US"/>
              <a:t>Standard swapping not used in modern operating systems</a:t>
            </a:r>
          </a:p>
          <a:p>
            <a:pPr lvl="1"/>
            <a:r>
              <a:rPr lang="en-US" altLang="en-US"/>
              <a:t>But modified version common</a:t>
            </a:r>
          </a:p>
          <a:p>
            <a:pPr lvl="2"/>
            <a:r>
              <a:rPr lang="en-US" altLang="en-US"/>
              <a:t>Swap only when free memory extremely low</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D978E-BF20-1736-593D-1D5E2ADE4A88}"/>
              </a:ext>
            </a:extLst>
          </p:cNvPr>
          <p:cNvSpPr>
            <a:spLocks noGrp="1"/>
          </p:cNvSpPr>
          <p:nvPr>
            <p:ph type="title"/>
          </p:nvPr>
        </p:nvSpPr>
        <p:spPr/>
        <p:txBody>
          <a:bodyPr/>
          <a:lstStyle/>
          <a:p>
            <a:r>
              <a:rPr lang="en-IN" dirty="0"/>
              <a:t>Memory Allocation Methods</a:t>
            </a:r>
          </a:p>
        </p:txBody>
      </p:sp>
      <p:sp>
        <p:nvSpPr>
          <p:cNvPr id="3" name="Content Placeholder 2">
            <a:extLst>
              <a:ext uri="{FF2B5EF4-FFF2-40B4-BE49-F238E27FC236}">
                <a16:creationId xmlns:a16="http://schemas.microsoft.com/office/drawing/2014/main" id="{A863E6F2-E059-35E2-9B6B-98EC02E53811}"/>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8809982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a:extLst>
              <a:ext uri="{FF2B5EF4-FFF2-40B4-BE49-F238E27FC236}">
                <a16:creationId xmlns:a16="http://schemas.microsoft.com/office/drawing/2014/main" id="{D4D7FBC1-AFF6-A328-847B-6E660F5ED5C2}"/>
              </a:ext>
            </a:extLst>
          </p:cNvPr>
          <p:cNvSpPr>
            <a:spLocks noGrp="1" noChangeArrowheads="1"/>
          </p:cNvSpPr>
          <p:nvPr>
            <p:ph type="title"/>
          </p:nvPr>
        </p:nvSpPr>
        <p:spPr>
          <a:xfrm>
            <a:off x="2390776" y="166688"/>
            <a:ext cx="7820025" cy="576262"/>
          </a:xfrm>
        </p:spPr>
        <p:txBody>
          <a:bodyPr>
            <a:normAutofit fontScale="90000"/>
          </a:bodyPr>
          <a:lstStyle/>
          <a:p>
            <a:pPr eaLnBrk="1" hangingPunct="1"/>
            <a:r>
              <a:rPr lang="en-US" altLang="en-US"/>
              <a:t>Contiguous Allocation</a:t>
            </a:r>
          </a:p>
        </p:txBody>
      </p:sp>
      <p:sp>
        <p:nvSpPr>
          <p:cNvPr id="38915" name="Rectangle 1027">
            <a:extLst>
              <a:ext uri="{FF2B5EF4-FFF2-40B4-BE49-F238E27FC236}">
                <a16:creationId xmlns:a16="http://schemas.microsoft.com/office/drawing/2014/main" id="{89745DB3-E8FB-1588-99DA-5B4F97358CE8}"/>
              </a:ext>
            </a:extLst>
          </p:cNvPr>
          <p:cNvSpPr>
            <a:spLocks noGrp="1" noChangeArrowheads="1"/>
          </p:cNvSpPr>
          <p:nvPr>
            <p:ph type="body" idx="1"/>
          </p:nvPr>
        </p:nvSpPr>
        <p:spPr>
          <a:xfrm>
            <a:off x="2349501" y="1077913"/>
            <a:ext cx="7262813" cy="4991100"/>
          </a:xfrm>
        </p:spPr>
        <p:txBody>
          <a:bodyPr/>
          <a:lstStyle/>
          <a:p>
            <a:r>
              <a:rPr lang="en-US" altLang="en-US"/>
              <a:t>Main memory must support both OS and user processes</a:t>
            </a:r>
          </a:p>
          <a:p>
            <a:r>
              <a:rPr lang="en-US" altLang="en-US"/>
              <a:t>Limited resource, must allocate efficiently</a:t>
            </a:r>
          </a:p>
          <a:p>
            <a:r>
              <a:rPr lang="en-US" altLang="en-US"/>
              <a:t>Contiguous allocation is one early method</a:t>
            </a:r>
          </a:p>
          <a:p>
            <a:r>
              <a:rPr lang="en-US" altLang="en-US"/>
              <a:t>Main memory usually into two </a:t>
            </a:r>
            <a:r>
              <a:rPr lang="en-US" altLang="en-US" b="1">
                <a:solidFill>
                  <a:srgbClr val="0000FF"/>
                </a:solidFill>
              </a:rPr>
              <a:t>partitions</a:t>
            </a:r>
            <a:r>
              <a:rPr lang="en-US" altLang="en-US"/>
              <a:t>:</a:t>
            </a:r>
          </a:p>
          <a:p>
            <a:pPr lvl="1"/>
            <a:r>
              <a:rPr lang="en-US" altLang="en-US"/>
              <a:t>Resident operating system, usually held in low memory with interrupt vector</a:t>
            </a:r>
          </a:p>
          <a:p>
            <a:pPr lvl="1"/>
            <a:r>
              <a:rPr lang="en-US" altLang="en-US"/>
              <a:t>User processes then held in high memory</a:t>
            </a:r>
          </a:p>
          <a:p>
            <a:pPr lvl="1"/>
            <a:r>
              <a:rPr lang="en-US" altLang="en-US"/>
              <a:t>Each process contained in single contiguous section of memory</a:t>
            </a:r>
          </a:p>
          <a:p>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26">
            <a:extLst>
              <a:ext uri="{FF2B5EF4-FFF2-40B4-BE49-F238E27FC236}">
                <a16:creationId xmlns:a16="http://schemas.microsoft.com/office/drawing/2014/main" id="{90025949-EA95-F868-BB61-FC0DE38FB57A}"/>
              </a:ext>
            </a:extLst>
          </p:cNvPr>
          <p:cNvSpPr>
            <a:spLocks noGrp="1" noChangeArrowheads="1"/>
          </p:cNvSpPr>
          <p:nvPr>
            <p:ph type="title"/>
          </p:nvPr>
        </p:nvSpPr>
        <p:spPr>
          <a:xfrm>
            <a:off x="2390776" y="166688"/>
            <a:ext cx="7820025" cy="576262"/>
          </a:xfrm>
        </p:spPr>
        <p:txBody>
          <a:bodyPr>
            <a:normAutofit fontScale="90000"/>
          </a:bodyPr>
          <a:lstStyle/>
          <a:p>
            <a:pPr eaLnBrk="1" hangingPunct="1"/>
            <a:r>
              <a:rPr lang="en-US" altLang="en-US"/>
              <a:t>Contiguous Allocation (Cont.)</a:t>
            </a:r>
          </a:p>
        </p:txBody>
      </p:sp>
      <p:sp>
        <p:nvSpPr>
          <p:cNvPr id="40963" name="Rectangle 1027">
            <a:extLst>
              <a:ext uri="{FF2B5EF4-FFF2-40B4-BE49-F238E27FC236}">
                <a16:creationId xmlns:a16="http://schemas.microsoft.com/office/drawing/2014/main" id="{700C47CF-B381-F96D-AFC8-F9E9DB2E02E1}"/>
              </a:ext>
            </a:extLst>
          </p:cNvPr>
          <p:cNvSpPr>
            <a:spLocks noGrp="1" noChangeArrowheads="1"/>
          </p:cNvSpPr>
          <p:nvPr>
            <p:ph type="body" idx="1"/>
          </p:nvPr>
        </p:nvSpPr>
        <p:spPr>
          <a:xfrm>
            <a:off x="2443163" y="1093788"/>
            <a:ext cx="7262812" cy="4991100"/>
          </a:xfrm>
        </p:spPr>
        <p:txBody>
          <a:bodyPr/>
          <a:lstStyle/>
          <a:p>
            <a:r>
              <a:rPr lang="en-US" altLang="en-US"/>
              <a:t>Relocation registers used to protect user processes from each other, and from changing operating-system code and data</a:t>
            </a:r>
          </a:p>
          <a:p>
            <a:pPr lvl="1"/>
            <a:r>
              <a:rPr lang="en-US" altLang="en-US"/>
              <a:t>Base register contains value of smallest physical address</a:t>
            </a:r>
          </a:p>
          <a:p>
            <a:pPr lvl="1"/>
            <a:r>
              <a:rPr lang="en-US" altLang="en-US"/>
              <a:t>Limit register contains range of logical addresses – each logical address must be less than the limit register </a:t>
            </a:r>
          </a:p>
          <a:p>
            <a:pPr lvl="1"/>
            <a:r>
              <a:rPr lang="en-US" altLang="en-US"/>
              <a:t>MMU maps logical address </a:t>
            </a:r>
            <a:r>
              <a:rPr lang="en-US" altLang="en-US" i="1"/>
              <a:t>dynamically</a:t>
            </a:r>
          </a:p>
          <a:p>
            <a:pPr lvl="1"/>
            <a:r>
              <a:rPr lang="en-US" altLang="en-US"/>
              <a:t>Can then allow actions such as kernel code being </a:t>
            </a:r>
            <a:r>
              <a:rPr lang="en-US" altLang="en-US" b="1">
                <a:solidFill>
                  <a:srgbClr val="0000FF"/>
                </a:solidFill>
              </a:rPr>
              <a:t>transient </a:t>
            </a:r>
            <a:r>
              <a:rPr lang="en-US" altLang="en-US"/>
              <a:t>and kernel changing size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C6BBCC8-CC60-F518-1452-DB5C03A010B1}"/>
              </a:ext>
            </a:extLst>
          </p:cNvPr>
          <p:cNvSpPr>
            <a:spLocks noGrp="1" noChangeArrowheads="1"/>
          </p:cNvSpPr>
          <p:nvPr>
            <p:ph type="title"/>
          </p:nvPr>
        </p:nvSpPr>
        <p:spPr>
          <a:xfrm>
            <a:off x="2527301" y="166688"/>
            <a:ext cx="8442325" cy="576262"/>
          </a:xfrm>
        </p:spPr>
        <p:txBody>
          <a:bodyPr/>
          <a:lstStyle/>
          <a:p>
            <a:pPr eaLnBrk="1" hangingPunct="1"/>
            <a:r>
              <a:rPr lang="en-US" altLang="en-US" sz="2400"/>
              <a:t>Hardware Support for Relocation and Limit Registers</a:t>
            </a:r>
          </a:p>
        </p:txBody>
      </p:sp>
      <p:pic>
        <p:nvPicPr>
          <p:cNvPr id="43011" name="Picture 4" descr="8">
            <a:extLst>
              <a:ext uri="{FF2B5EF4-FFF2-40B4-BE49-F238E27FC236}">
                <a16:creationId xmlns:a16="http://schemas.microsoft.com/office/drawing/2014/main" id="{EBCD3D85-AAC6-5181-665C-008A072E4E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8676" y="1347788"/>
            <a:ext cx="5845175"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44FAD467-4629-DABA-8EF2-70565957D999}"/>
              </a:ext>
            </a:extLst>
          </p:cNvPr>
          <p:cNvSpPr>
            <a:spLocks noGrp="1" noChangeArrowheads="1"/>
          </p:cNvSpPr>
          <p:nvPr>
            <p:ph type="title"/>
          </p:nvPr>
        </p:nvSpPr>
        <p:spPr>
          <a:xfrm>
            <a:off x="2438400" y="598488"/>
            <a:ext cx="7740650" cy="615950"/>
          </a:xfrm>
        </p:spPr>
        <p:txBody>
          <a:bodyPr>
            <a:normAutofit fontScale="90000"/>
          </a:bodyPr>
          <a:lstStyle/>
          <a:p>
            <a:pPr eaLnBrk="1" hangingPunct="1"/>
            <a:r>
              <a:rPr lang="en-US" altLang="en-US"/>
              <a:t>Multiple-partition allocation</a:t>
            </a:r>
            <a:br>
              <a:rPr lang="en-US" altLang="en-US"/>
            </a:br>
            <a:endParaRPr lang="en-US" altLang="en-US"/>
          </a:p>
        </p:txBody>
      </p:sp>
      <p:sp>
        <p:nvSpPr>
          <p:cNvPr id="45059" name="Rectangle 3">
            <a:extLst>
              <a:ext uri="{FF2B5EF4-FFF2-40B4-BE49-F238E27FC236}">
                <a16:creationId xmlns:a16="http://schemas.microsoft.com/office/drawing/2014/main" id="{97E8B36E-983F-DCDC-DA5F-F8F1D38C273F}"/>
              </a:ext>
            </a:extLst>
          </p:cNvPr>
          <p:cNvSpPr>
            <a:spLocks noGrp="1" noChangeArrowheads="1"/>
          </p:cNvSpPr>
          <p:nvPr>
            <p:ph type="body" idx="1"/>
          </p:nvPr>
        </p:nvSpPr>
        <p:spPr>
          <a:xfrm>
            <a:off x="2311401" y="1004888"/>
            <a:ext cx="7770813" cy="3262312"/>
          </a:xfrm>
        </p:spPr>
        <p:txBody>
          <a:bodyPr/>
          <a:lstStyle/>
          <a:p>
            <a:r>
              <a:rPr lang="en-US" altLang="en-US"/>
              <a:t>Multiple-partition allocation</a:t>
            </a:r>
          </a:p>
          <a:p>
            <a:pPr lvl="1"/>
            <a:r>
              <a:rPr lang="en-US" altLang="en-US" sz="1600"/>
              <a:t>Degree of multiprogramming limited by number of partitions</a:t>
            </a:r>
          </a:p>
          <a:p>
            <a:pPr lvl="1"/>
            <a:r>
              <a:rPr lang="en-US" altLang="en-US" sz="1600" b="1">
                <a:solidFill>
                  <a:srgbClr val="0000FF"/>
                </a:solidFill>
              </a:rPr>
              <a:t>Variable-partition </a:t>
            </a:r>
            <a:r>
              <a:rPr lang="en-US" altLang="en-US" sz="1600"/>
              <a:t>sizes for efficiency (sized to a given process’ needs)</a:t>
            </a:r>
          </a:p>
          <a:p>
            <a:pPr lvl="1"/>
            <a:r>
              <a:rPr lang="en-US" altLang="en-US" sz="1600" b="1">
                <a:solidFill>
                  <a:srgbClr val="0000FF"/>
                </a:solidFill>
              </a:rPr>
              <a:t>Hole</a:t>
            </a:r>
            <a:r>
              <a:rPr lang="en-US" altLang="en-US" sz="1600"/>
              <a:t> – block of available memory; holes of various size are scattered throughout memory</a:t>
            </a:r>
          </a:p>
          <a:p>
            <a:pPr lvl="1"/>
            <a:r>
              <a:rPr lang="en-US" altLang="en-US" sz="1600"/>
              <a:t>When a process arrives, it is allocated memory from a hole large enough to accommodate it</a:t>
            </a:r>
          </a:p>
          <a:p>
            <a:pPr lvl="1"/>
            <a:r>
              <a:rPr lang="en-US" altLang="en-US" sz="1600"/>
              <a:t>Process exiting frees its partition, adjacent free partitions combined</a:t>
            </a:r>
          </a:p>
          <a:p>
            <a:pPr lvl="1"/>
            <a:r>
              <a:rPr lang="en-US" altLang="en-US" sz="1600"/>
              <a:t>Operating system maintains information about:</a:t>
            </a:r>
            <a:br>
              <a:rPr lang="en-US" altLang="en-US" sz="1600"/>
            </a:br>
            <a:r>
              <a:rPr lang="en-US" altLang="en-US" sz="1600"/>
              <a:t>a) allocated partitions    b) free partitions (hole)</a:t>
            </a:r>
          </a:p>
        </p:txBody>
      </p:sp>
      <p:pic>
        <p:nvPicPr>
          <p:cNvPr id="45060" name="Picture 3">
            <a:extLst>
              <a:ext uri="{FF2B5EF4-FFF2-40B4-BE49-F238E27FC236}">
                <a16:creationId xmlns:a16="http://schemas.microsoft.com/office/drawing/2014/main" id="{5873BEB4-A8A8-9B0B-604E-3221C4ECA37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03539" y="4178301"/>
            <a:ext cx="6675437" cy="217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AF3A2D3-CE12-0B8A-9872-D1D665BCE04A}"/>
              </a:ext>
            </a:extLst>
          </p:cNvPr>
          <p:cNvSpPr>
            <a:spLocks noGrp="1" noChangeArrowheads="1"/>
          </p:cNvSpPr>
          <p:nvPr>
            <p:ph type="title"/>
          </p:nvPr>
        </p:nvSpPr>
        <p:spPr>
          <a:xfrm>
            <a:off x="2784475" y="198438"/>
            <a:ext cx="7772400" cy="576262"/>
          </a:xfrm>
        </p:spPr>
        <p:txBody>
          <a:bodyPr>
            <a:normAutofit fontScale="90000"/>
          </a:bodyPr>
          <a:lstStyle/>
          <a:p>
            <a:pPr eaLnBrk="1" hangingPunct="1"/>
            <a:r>
              <a:rPr lang="en-US" altLang="en-US"/>
              <a:t>Dynamic Storage-Allocation Problem</a:t>
            </a:r>
          </a:p>
        </p:txBody>
      </p:sp>
      <p:sp>
        <p:nvSpPr>
          <p:cNvPr id="47107" name="Rectangle 3">
            <a:extLst>
              <a:ext uri="{FF2B5EF4-FFF2-40B4-BE49-F238E27FC236}">
                <a16:creationId xmlns:a16="http://schemas.microsoft.com/office/drawing/2014/main" id="{1F488755-05B2-F19E-8A02-06F60AEE474B}"/>
              </a:ext>
            </a:extLst>
          </p:cNvPr>
          <p:cNvSpPr>
            <a:spLocks noGrp="1" noChangeArrowheads="1"/>
          </p:cNvSpPr>
          <p:nvPr>
            <p:ph type="body" idx="1"/>
          </p:nvPr>
        </p:nvSpPr>
        <p:spPr>
          <a:xfrm>
            <a:off x="2703514" y="1709738"/>
            <a:ext cx="7062787" cy="3624262"/>
          </a:xfrm>
        </p:spPr>
        <p:txBody>
          <a:bodyPr>
            <a:normAutofit fontScale="92500" lnSpcReduction="20000"/>
          </a:bodyPr>
          <a:lstStyle/>
          <a:p>
            <a:pPr>
              <a:lnSpc>
                <a:spcPct val="90000"/>
              </a:lnSpc>
            </a:pPr>
            <a:r>
              <a:rPr lang="en-US" altLang="en-US" b="1" dirty="0">
                <a:solidFill>
                  <a:srgbClr val="3366FF"/>
                </a:solidFill>
              </a:rPr>
              <a:t>First-fit</a:t>
            </a:r>
            <a:r>
              <a:rPr lang="en-US" altLang="en-US" dirty="0"/>
              <a:t>:  Allocate the </a:t>
            </a:r>
            <a:r>
              <a:rPr lang="en-US" altLang="en-US" b="1" i="1" dirty="0"/>
              <a:t>first</a:t>
            </a:r>
            <a:r>
              <a:rPr lang="en-US" altLang="en-US" dirty="0"/>
              <a:t> hole that is big enough</a:t>
            </a:r>
          </a:p>
          <a:p>
            <a:pPr>
              <a:lnSpc>
                <a:spcPct val="90000"/>
              </a:lnSpc>
              <a:buFont typeface="Monotype Sorts" pitchFamily="-84" charset="2"/>
              <a:buNone/>
            </a:pPr>
            <a:endParaRPr lang="en-US" altLang="en-US" dirty="0"/>
          </a:p>
          <a:p>
            <a:pPr>
              <a:lnSpc>
                <a:spcPct val="90000"/>
              </a:lnSpc>
            </a:pPr>
            <a:r>
              <a:rPr lang="en-US" altLang="en-US" b="1" dirty="0">
                <a:solidFill>
                  <a:srgbClr val="3366FF"/>
                </a:solidFill>
              </a:rPr>
              <a:t>Best-fit</a:t>
            </a:r>
            <a:r>
              <a:rPr lang="en-US" altLang="en-US" dirty="0"/>
              <a:t>:  Allocate the </a:t>
            </a:r>
            <a:r>
              <a:rPr lang="en-US" altLang="en-US" b="1" i="1" dirty="0"/>
              <a:t>smallest</a:t>
            </a:r>
            <a:r>
              <a:rPr lang="en-US" altLang="en-US" dirty="0"/>
              <a:t> hole that is big enough; must search entire list, unless ordered by size  </a:t>
            </a:r>
          </a:p>
          <a:p>
            <a:pPr lvl="1">
              <a:lnSpc>
                <a:spcPct val="90000"/>
              </a:lnSpc>
            </a:pPr>
            <a:r>
              <a:rPr lang="en-US" altLang="en-US" dirty="0"/>
              <a:t>Produces the smallest leftover hole</a:t>
            </a:r>
          </a:p>
          <a:p>
            <a:pPr lvl="1">
              <a:lnSpc>
                <a:spcPct val="90000"/>
              </a:lnSpc>
              <a:buFont typeface="Monotype Sorts" pitchFamily="-84" charset="2"/>
              <a:buNone/>
            </a:pPr>
            <a:endParaRPr lang="en-US" altLang="en-US" dirty="0"/>
          </a:p>
          <a:p>
            <a:pPr>
              <a:lnSpc>
                <a:spcPct val="90000"/>
              </a:lnSpc>
            </a:pPr>
            <a:r>
              <a:rPr lang="en-US" altLang="en-US" b="1" dirty="0">
                <a:solidFill>
                  <a:srgbClr val="3366FF"/>
                </a:solidFill>
              </a:rPr>
              <a:t>Worst-fit</a:t>
            </a:r>
            <a:r>
              <a:rPr lang="en-US" altLang="en-US" dirty="0"/>
              <a:t>:  Allocate the </a:t>
            </a:r>
            <a:r>
              <a:rPr lang="en-US" altLang="en-US" b="1" i="1" dirty="0"/>
              <a:t>largest</a:t>
            </a:r>
            <a:r>
              <a:rPr lang="en-US" altLang="en-US" dirty="0"/>
              <a:t> hole; must also search entire list  </a:t>
            </a:r>
          </a:p>
          <a:p>
            <a:pPr lvl="1">
              <a:lnSpc>
                <a:spcPct val="90000"/>
              </a:lnSpc>
            </a:pPr>
            <a:r>
              <a:rPr lang="en-US" altLang="en-US" dirty="0"/>
              <a:t>Produces the largest leftover hole</a:t>
            </a:r>
          </a:p>
        </p:txBody>
      </p:sp>
      <p:sp>
        <p:nvSpPr>
          <p:cNvPr id="47108" name="Text Box 4">
            <a:extLst>
              <a:ext uri="{FF2B5EF4-FFF2-40B4-BE49-F238E27FC236}">
                <a16:creationId xmlns:a16="http://schemas.microsoft.com/office/drawing/2014/main" id="{876D924B-22FD-551F-37D0-1A1E1EE1257E}"/>
              </a:ext>
            </a:extLst>
          </p:cNvPr>
          <p:cNvSpPr txBox="1">
            <a:spLocks noChangeArrowheads="1"/>
          </p:cNvSpPr>
          <p:nvPr/>
        </p:nvSpPr>
        <p:spPr bwMode="auto">
          <a:xfrm>
            <a:off x="2443163" y="1169989"/>
            <a:ext cx="6108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a:t>How to satisfy a request of size </a:t>
            </a:r>
            <a:r>
              <a:rPr kumimoji="0" lang="en-US" altLang="en-US" b="1" i="1"/>
              <a:t>n</a:t>
            </a:r>
            <a:r>
              <a:rPr kumimoji="0" lang="en-US" altLang="en-US"/>
              <a:t> from a list of free holes?</a:t>
            </a:r>
          </a:p>
        </p:txBody>
      </p:sp>
      <p:sp>
        <p:nvSpPr>
          <p:cNvPr id="47109" name="Text Box 5">
            <a:extLst>
              <a:ext uri="{FF2B5EF4-FFF2-40B4-BE49-F238E27FC236}">
                <a16:creationId xmlns:a16="http://schemas.microsoft.com/office/drawing/2014/main" id="{26F70E4A-54A3-F4D4-DFA2-A1BECE2AE91C}"/>
              </a:ext>
            </a:extLst>
          </p:cNvPr>
          <p:cNvSpPr txBox="1">
            <a:spLocks noChangeArrowheads="1"/>
          </p:cNvSpPr>
          <p:nvPr/>
        </p:nvSpPr>
        <p:spPr bwMode="auto">
          <a:xfrm>
            <a:off x="2784475" y="5281891"/>
            <a:ext cx="8331200" cy="36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5" tIns="45718" rIns="91435" bIns="45718"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dirty="0"/>
              <a:t>First-fit and best-fit better than worst-fit in terms of speed and storage utilization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26">
            <a:extLst>
              <a:ext uri="{FF2B5EF4-FFF2-40B4-BE49-F238E27FC236}">
                <a16:creationId xmlns:a16="http://schemas.microsoft.com/office/drawing/2014/main" id="{29CF694A-14B2-3FC2-4148-8B9FC8E4C3D2}"/>
              </a:ext>
            </a:extLst>
          </p:cNvPr>
          <p:cNvSpPr>
            <a:spLocks noGrp="1" noChangeArrowheads="1"/>
          </p:cNvSpPr>
          <p:nvPr>
            <p:ph type="title"/>
          </p:nvPr>
        </p:nvSpPr>
        <p:spPr>
          <a:xfrm>
            <a:off x="2379664" y="152401"/>
            <a:ext cx="7831137" cy="576263"/>
          </a:xfrm>
        </p:spPr>
        <p:txBody>
          <a:bodyPr>
            <a:normAutofit fontScale="90000"/>
          </a:bodyPr>
          <a:lstStyle/>
          <a:p>
            <a:pPr eaLnBrk="1" hangingPunct="1"/>
            <a:r>
              <a:rPr lang="en-US" altLang="en-US"/>
              <a:t>Fragmentation</a:t>
            </a:r>
          </a:p>
        </p:txBody>
      </p:sp>
      <p:sp>
        <p:nvSpPr>
          <p:cNvPr id="49155" name="Rectangle 1027">
            <a:extLst>
              <a:ext uri="{FF2B5EF4-FFF2-40B4-BE49-F238E27FC236}">
                <a16:creationId xmlns:a16="http://schemas.microsoft.com/office/drawing/2014/main" id="{016319A2-99D2-9C54-CEE5-C7FC58CB9D23}"/>
              </a:ext>
            </a:extLst>
          </p:cNvPr>
          <p:cNvSpPr>
            <a:spLocks noGrp="1" noChangeArrowheads="1"/>
          </p:cNvSpPr>
          <p:nvPr>
            <p:ph type="body" idx="1"/>
          </p:nvPr>
        </p:nvSpPr>
        <p:spPr>
          <a:xfrm>
            <a:off x="2474914" y="1114425"/>
            <a:ext cx="8126411" cy="4999038"/>
          </a:xfrm>
        </p:spPr>
        <p:txBody>
          <a:bodyPr/>
          <a:lstStyle/>
          <a:p>
            <a:r>
              <a:rPr lang="en-US" altLang="en-US" b="1" dirty="0">
                <a:solidFill>
                  <a:srgbClr val="3366FF"/>
                </a:solidFill>
              </a:rPr>
              <a:t>External Fragmentation</a:t>
            </a:r>
            <a:r>
              <a:rPr lang="en-US" altLang="en-US" dirty="0">
                <a:solidFill>
                  <a:srgbClr val="3366FF"/>
                </a:solidFill>
              </a:rPr>
              <a:t> </a:t>
            </a:r>
            <a:r>
              <a:rPr lang="en-US" altLang="en-US" dirty="0"/>
              <a:t>– total memory space exists to satisfy a request, but it is not contiguous</a:t>
            </a:r>
            <a:endParaRPr lang="en-US" altLang="en-US" b="1" dirty="0">
              <a:solidFill>
                <a:srgbClr val="3366FF"/>
              </a:solidFill>
            </a:endParaRPr>
          </a:p>
          <a:p>
            <a:r>
              <a:rPr lang="en-US" altLang="en-US" b="1" dirty="0">
                <a:solidFill>
                  <a:srgbClr val="3366FF"/>
                </a:solidFill>
              </a:rPr>
              <a:t>Internal Fragmentation</a:t>
            </a:r>
            <a:r>
              <a:rPr lang="en-US" altLang="en-US" dirty="0">
                <a:solidFill>
                  <a:srgbClr val="3366FF"/>
                </a:solidFill>
              </a:rPr>
              <a:t> </a:t>
            </a:r>
            <a:r>
              <a:rPr lang="en-US" altLang="en-US" dirty="0"/>
              <a:t>– allocated memory may be slightly larger than requested memory; this size difference is memory internal to a partition, but not being used</a:t>
            </a:r>
          </a:p>
          <a:p>
            <a:r>
              <a:rPr lang="en-US" altLang="en-US" dirty="0"/>
              <a:t>First fit analysis reveals that given </a:t>
            </a:r>
            <a:r>
              <a:rPr lang="en-US" altLang="en-US" i="1" dirty="0"/>
              <a:t>N</a:t>
            </a:r>
            <a:r>
              <a:rPr lang="en-US" altLang="en-US" dirty="0"/>
              <a:t> blocks allocated, 0.5 </a:t>
            </a:r>
            <a:r>
              <a:rPr lang="en-US" altLang="en-US" i="1" dirty="0"/>
              <a:t>N</a:t>
            </a:r>
            <a:r>
              <a:rPr lang="en-US" altLang="en-US" dirty="0"/>
              <a:t> blocks lost to fragmentation</a:t>
            </a:r>
          </a:p>
          <a:p>
            <a:pPr lvl="1"/>
            <a:r>
              <a:rPr lang="en-US" altLang="en-US" dirty="0"/>
              <a:t>1/3 may be unusable -&gt; </a:t>
            </a:r>
            <a:r>
              <a:rPr lang="en-US" altLang="en-US" b="1" dirty="0">
                <a:solidFill>
                  <a:srgbClr val="3366FF"/>
                </a:solidFill>
              </a:rPr>
              <a:t>50-percent rule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2CFF776D-3D3A-22C4-8AAB-C68E88EC7498}"/>
              </a:ext>
            </a:extLst>
          </p:cNvPr>
          <p:cNvSpPr>
            <a:spLocks noGrp="1" noChangeArrowheads="1"/>
          </p:cNvSpPr>
          <p:nvPr>
            <p:ph type="title"/>
          </p:nvPr>
        </p:nvSpPr>
        <p:spPr>
          <a:xfrm>
            <a:off x="1981200" y="136526"/>
            <a:ext cx="8229600" cy="576263"/>
          </a:xfrm>
        </p:spPr>
        <p:txBody>
          <a:bodyPr>
            <a:normAutofit fontScale="90000"/>
          </a:bodyPr>
          <a:lstStyle/>
          <a:p>
            <a:r>
              <a:rPr lang="en-US" altLang="en-US"/>
              <a:t>Fragmentation (Cont.)</a:t>
            </a:r>
          </a:p>
        </p:txBody>
      </p:sp>
      <p:sp>
        <p:nvSpPr>
          <p:cNvPr id="51203" name="Content Placeholder 2">
            <a:extLst>
              <a:ext uri="{FF2B5EF4-FFF2-40B4-BE49-F238E27FC236}">
                <a16:creationId xmlns:a16="http://schemas.microsoft.com/office/drawing/2014/main" id="{C97AB092-7451-D907-BC24-B448860DDFE2}"/>
              </a:ext>
            </a:extLst>
          </p:cNvPr>
          <p:cNvSpPr>
            <a:spLocks noGrp="1" noChangeArrowheads="1"/>
          </p:cNvSpPr>
          <p:nvPr>
            <p:ph idx="1"/>
          </p:nvPr>
        </p:nvSpPr>
        <p:spPr>
          <a:xfrm>
            <a:off x="2425699" y="1154114"/>
            <a:ext cx="8461375" cy="4530725"/>
          </a:xfrm>
        </p:spPr>
        <p:txBody>
          <a:bodyPr/>
          <a:lstStyle/>
          <a:p>
            <a:r>
              <a:rPr lang="en-US" altLang="en-US" dirty="0"/>
              <a:t>Reduce external fragmentation by </a:t>
            </a:r>
            <a:r>
              <a:rPr lang="en-US" altLang="en-US" b="1" dirty="0">
                <a:solidFill>
                  <a:srgbClr val="3366FF"/>
                </a:solidFill>
              </a:rPr>
              <a:t>compaction</a:t>
            </a:r>
          </a:p>
          <a:p>
            <a:pPr lvl="1"/>
            <a:r>
              <a:rPr lang="en-US" altLang="en-US" dirty="0"/>
              <a:t>Shuffle memory contents to place all free memory together in one large block</a:t>
            </a:r>
          </a:p>
          <a:p>
            <a:pPr lvl="1"/>
            <a:r>
              <a:rPr lang="en-US" altLang="en-US" dirty="0"/>
              <a:t>Compaction is possible </a:t>
            </a:r>
            <a:r>
              <a:rPr lang="en-US" altLang="en-US" i="1" dirty="0"/>
              <a:t>only</a:t>
            </a:r>
            <a:r>
              <a:rPr lang="en-US" altLang="en-US" dirty="0"/>
              <a:t> if relocation is dynamic, and is done at execution time</a:t>
            </a:r>
          </a:p>
          <a:p>
            <a:pPr lvl="1"/>
            <a:r>
              <a:rPr lang="en-US" altLang="en-US" dirty="0"/>
              <a:t>I/O problem</a:t>
            </a:r>
          </a:p>
          <a:p>
            <a:pPr lvl="2"/>
            <a:r>
              <a:rPr lang="en-US" altLang="en-US" dirty="0"/>
              <a:t>Latch job in memory while it is involved in I/O</a:t>
            </a:r>
          </a:p>
          <a:p>
            <a:pPr lvl="2"/>
            <a:r>
              <a:rPr lang="en-US" altLang="en-US" dirty="0"/>
              <a:t>Do I/O only into OS buffers</a:t>
            </a:r>
          </a:p>
          <a:p>
            <a:r>
              <a:rPr lang="en-US" altLang="en-US" dirty="0"/>
              <a:t>Now consider that backing store has same fragmentation problems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2E063-B2F1-1BBF-972E-259D8175B55F}"/>
              </a:ext>
            </a:extLst>
          </p:cNvPr>
          <p:cNvSpPr>
            <a:spLocks noGrp="1"/>
          </p:cNvSpPr>
          <p:nvPr>
            <p:ph type="title"/>
          </p:nvPr>
        </p:nvSpPr>
        <p:spPr/>
        <p:txBody>
          <a:bodyPr/>
          <a:lstStyle/>
          <a:p>
            <a:r>
              <a:rPr lang="en-IN" dirty="0"/>
              <a:t>Questions</a:t>
            </a:r>
          </a:p>
        </p:txBody>
      </p:sp>
      <p:sp>
        <p:nvSpPr>
          <p:cNvPr id="3" name="Content Placeholder 2">
            <a:extLst>
              <a:ext uri="{FF2B5EF4-FFF2-40B4-BE49-F238E27FC236}">
                <a16:creationId xmlns:a16="http://schemas.microsoft.com/office/drawing/2014/main" id="{8EE6C5ED-FCF9-AEEA-B34F-221740BD1860}"/>
              </a:ext>
            </a:extLst>
          </p:cNvPr>
          <p:cNvSpPr>
            <a:spLocks noGrp="1"/>
          </p:cNvSpPr>
          <p:nvPr>
            <p:ph idx="1"/>
          </p:nvPr>
        </p:nvSpPr>
        <p:spPr/>
        <p:txBody>
          <a:bodyPr/>
          <a:lstStyle/>
          <a:p>
            <a:r>
              <a:rPr lang="en-IN" sz="1800" dirty="0">
                <a:effectLst/>
                <a:latin typeface="Calibri" panose="020F0502020204030204" pitchFamily="34" charset="0"/>
                <a:ea typeface="Calibri" panose="020F0502020204030204" pitchFamily="34" charset="0"/>
                <a:cs typeface="Times New Roman" panose="02020603050405020304" pitchFamily="18" charset="0"/>
              </a:rPr>
              <a:t>Memory partitions of 100kb,500 kb,200 kb,300kb,600 kb are available. How would  best ,worst, first fit algorithm  place processes 212,417,112,426 in order. Which is the best algorithm?</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The available space list of a computer memory is specified as follows: Start address block address in words 100 50 200 150 450 600 1200 400 Determine the available space list after allocating the space for the stream of requests consisting of the following block sizes: 25,100,250,200,100,150 Use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IN" sz="1800" dirty="0">
                <a:effectLst/>
                <a:latin typeface="Calibri" panose="020F0502020204030204" pitchFamily="34" charset="0"/>
                <a:ea typeface="Calibri" panose="020F0502020204030204" pitchFamily="34" charset="0"/>
                <a:cs typeface="Times New Roman" panose="02020603050405020304" pitchFamily="18" charset="0"/>
              </a:rPr>
              <a:t>) FIRST FIT ii) BEST FIT and iii) WORST FIT algorithms.</a:t>
            </a:r>
          </a:p>
          <a:p>
            <a:endParaRPr lang="en-IN" dirty="0"/>
          </a:p>
        </p:txBody>
      </p:sp>
    </p:spTree>
    <p:extLst>
      <p:ext uri="{BB962C8B-B14F-4D97-AF65-F5344CB8AC3E}">
        <p14:creationId xmlns:p14="http://schemas.microsoft.com/office/powerpoint/2010/main" val="35421649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D9C5AD49-5804-58CA-4207-5AB90C43DB20}"/>
              </a:ext>
            </a:extLst>
          </p:cNvPr>
          <p:cNvSpPr>
            <a:spLocks noGrp="1" noChangeArrowheads="1"/>
          </p:cNvSpPr>
          <p:nvPr>
            <p:ph type="title"/>
          </p:nvPr>
        </p:nvSpPr>
        <p:spPr>
          <a:xfrm>
            <a:off x="1981200" y="182563"/>
            <a:ext cx="8229600" cy="576262"/>
          </a:xfrm>
        </p:spPr>
        <p:txBody>
          <a:bodyPr>
            <a:normAutofit fontScale="90000"/>
          </a:bodyPr>
          <a:lstStyle/>
          <a:p>
            <a:pPr eaLnBrk="1" hangingPunct="1"/>
            <a:r>
              <a:rPr lang="en-US" altLang="en-US"/>
              <a:t>Segmentation</a:t>
            </a:r>
          </a:p>
        </p:txBody>
      </p:sp>
      <p:sp>
        <p:nvSpPr>
          <p:cNvPr id="52227" name="Rectangle 3">
            <a:extLst>
              <a:ext uri="{FF2B5EF4-FFF2-40B4-BE49-F238E27FC236}">
                <a16:creationId xmlns:a16="http://schemas.microsoft.com/office/drawing/2014/main" id="{4EC58D52-CD88-6552-D5AC-0890526A86C9}"/>
              </a:ext>
            </a:extLst>
          </p:cNvPr>
          <p:cNvSpPr>
            <a:spLocks noGrp="1" noChangeArrowheads="1"/>
          </p:cNvSpPr>
          <p:nvPr>
            <p:ph type="body" idx="1"/>
          </p:nvPr>
        </p:nvSpPr>
        <p:spPr>
          <a:xfrm>
            <a:off x="2397125" y="1157288"/>
            <a:ext cx="7702550" cy="4940300"/>
          </a:xfrm>
        </p:spPr>
        <p:txBody>
          <a:bodyPr>
            <a:normAutofit fontScale="77500" lnSpcReduction="20000"/>
          </a:bodyPr>
          <a:lstStyle/>
          <a:p>
            <a:pPr>
              <a:tabLst>
                <a:tab pos="1831975" algn="l"/>
              </a:tabLst>
            </a:pPr>
            <a:r>
              <a:rPr lang="en-US" altLang="en-US"/>
              <a:t>Memory-management scheme that supports user view of memory </a:t>
            </a:r>
            <a:endParaRPr lang="en-US" altLang="en-US" sz="800"/>
          </a:p>
          <a:p>
            <a:pPr>
              <a:tabLst>
                <a:tab pos="1831975" algn="l"/>
              </a:tabLst>
            </a:pPr>
            <a:r>
              <a:rPr lang="en-US" altLang="en-US"/>
              <a:t>A program is a collection of segments</a:t>
            </a:r>
          </a:p>
          <a:p>
            <a:pPr lvl="1">
              <a:tabLst>
                <a:tab pos="1831975" algn="l"/>
              </a:tabLst>
            </a:pPr>
            <a:r>
              <a:rPr lang="en-US" altLang="en-US"/>
              <a:t>A segment is a logical unit such as:</a:t>
            </a:r>
          </a:p>
          <a:p>
            <a:pPr>
              <a:buNone/>
              <a:tabLst>
                <a:tab pos="1831975" algn="l"/>
              </a:tabLst>
            </a:pPr>
            <a:r>
              <a:rPr lang="en-US" altLang="en-US"/>
              <a:t>		main program</a:t>
            </a:r>
          </a:p>
          <a:p>
            <a:pPr>
              <a:buNone/>
              <a:tabLst>
                <a:tab pos="1831975" algn="l"/>
              </a:tabLst>
            </a:pPr>
            <a:r>
              <a:rPr lang="en-US" altLang="en-US"/>
              <a:t>		procedure </a:t>
            </a:r>
          </a:p>
          <a:p>
            <a:pPr>
              <a:buNone/>
              <a:tabLst>
                <a:tab pos="1831975" algn="l"/>
              </a:tabLst>
            </a:pPr>
            <a:r>
              <a:rPr lang="en-US" altLang="en-US"/>
              <a:t>		function</a:t>
            </a:r>
          </a:p>
          <a:p>
            <a:pPr>
              <a:buNone/>
              <a:tabLst>
                <a:tab pos="1831975" algn="l"/>
              </a:tabLst>
            </a:pPr>
            <a:r>
              <a:rPr lang="en-US" altLang="en-US"/>
              <a:t>		method</a:t>
            </a:r>
          </a:p>
          <a:p>
            <a:pPr>
              <a:buNone/>
              <a:tabLst>
                <a:tab pos="1831975" algn="l"/>
              </a:tabLst>
            </a:pPr>
            <a:r>
              <a:rPr lang="en-US" altLang="en-US"/>
              <a:t>		object</a:t>
            </a:r>
          </a:p>
          <a:p>
            <a:pPr>
              <a:buNone/>
              <a:tabLst>
                <a:tab pos="1831975" algn="l"/>
              </a:tabLst>
            </a:pPr>
            <a:r>
              <a:rPr lang="en-US" altLang="en-US"/>
              <a:t>		local variables, global variables</a:t>
            </a:r>
          </a:p>
          <a:p>
            <a:pPr>
              <a:buNone/>
              <a:tabLst>
                <a:tab pos="1831975" algn="l"/>
              </a:tabLst>
            </a:pPr>
            <a:r>
              <a:rPr lang="en-US" altLang="en-US"/>
              <a:t>		common block</a:t>
            </a:r>
          </a:p>
          <a:p>
            <a:pPr>
              <a:buNone/>
              <a:tabLst>
                <a:tab pos="1831975" algn="l"/>
              </a:tabLst>
            </a:pPr>
            <a:r>
              <a:rPr lang="en-US" altLang="en-US"/>
              <a:t>		stack</a:t>
            </a:r>
          </a:p>
          <a:p>
            <a:pPr>
              <a:buNone/>
              <a:tabLst>
                <a:tab pos="1831975" algn="l"/>
              </a:tabLst>
            </a:pPr>
            <a:r>
              <a:rPr lang="en-US" altLang="en-US"/>
              <a:t>		symbol table</a:t>
            </a:r>
          </a:p>
          <a:p>
            <a:pPr>
              <a:buNone/>
              <a:tabLst>
                <a:tab pos="1831975" algn="l"/>
              </a:tabLst>
            </a:pPr>
            <a:r>
              <a:rPr lang="en-US" altLang="en-US"/>
              <a:t>		arrays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5E940DD9-8CC6-A351-6CEF-C68E270EC121}"/>
              </a:ext>
            </a:extLst>
          </p:cNvPr>
          <p:cNvSpPr>
            <a:spLocks noGrp="1" noChangeArrowheads="1"/>
          </p:cNvSpPr>
          <p:nvPr>
            <p:ph type="title"/>
          </p:nvPr>
        </p:nvSpPr>
        <p:spPr>
          <a:xfrm>
            <a:off x="1981200" y="182563"/>
            <a:ext cx="8229600" cy="576262"/>
          </a:xfrm>
        </p:spPr>
        <p:txBody>
          <a:bodyPr>
            <a:normAutofit fontScale="90000"/>
          </a:bodyPr>
          <a:lstStyle/>
          <a:p>
            <a:pPr eaLnBrk="1" hangingPunct="1"/>
            <a:r>
              <a:rPr lang="en-US" altLang="en-US"/>
              <a:t>User</a:t>
            </a:r>
            <a:r>
              <a:rPr lang="ja-JP" altLang="en-US"/>
              <a:t>’</a:t>
            </a:r>
            <a:r>
              <a:rPr lang="en-US" altLang="ja-JP"/>
              <a:t>s View of a Program</a:t>
            </a:r>
            <a:endParaRPr lang="en-US" altLang="en-US" sz="2400"/>
          </a:p>
        </p:txBody>
      </p:sp>
      <p:pic>
        <p:nvPicPr>
          <p:cNvPr id="54275" name="Picture 6">
            <a:extLst>
              <a:ext uri="{FF2B5EF4-FFF2-40B4-BE49-F238E27FC236}">
                <a16:creationId xmlns:a16="http://schemas.microsoft.com/office/drawing/2014/main" id="{D41A0096-AA6C-3DDB-E4E5-9DB4A66FB6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0975" y="1233488"/>
            <a:ext cx="36957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7BA5AB8B-7023-35B5-2143-8C30B9F83A30}"/>
              </a:ext>
            </a:extLst>
          </p:cNvPr>
          <p:cNvSpPr>
            <a:spLocks noGrp="1" noChangeArrowheads="1"/>
          </p:cNvSpPr>
          <p:nvPr>
            <p:ph type="title"/>
          </p:nvPr>
        </p:nvSpPr>
        <p:spPr>
          <a:xfrm>
            <a:off x="2409826" y="136526"/>
            <a:ext cx="7800975" cy="576263"/>
          </a:xfrm>
        </p:spPr>
        <p:txBody>
          <a:bodyPr>
            <a:normAutofit fontScale="90000"/>
          </a:bodyPr>
          <a:lstStyle/>
          <a:p>
            <a:pPr eaLnBrk="1" hangingPunct="1"/>
            <a:r>
              <a:rPr lang="en-US" altLang="en-US"/>
              <a:t>Logical View of Segmentation</a:t>
            </a:r>
          </a:p>
        </p:txBody>
      </p:sp>
      <p:sp>
        <p:nvSpPr>
          <p:cNvPr id="56323" name="Oval 3">
            <a:extLst>
              <a:ext uri="{FF2B5EF4-FFF2-40B4-BE49-F238E27FC236}">
                <a16:creationId xmlns:a16="http://schemas.microsoft.com/office/drawing/2014/main" id="{A33D30A6-8437-5956-CCA9-9127C63E7298}"/>
              </a:ext>
            </a:extLst>
          </p:cNvPr>
          <p:cNvSpPr>
            <a:spLocks noChangeArrowheads="1"/>
          </p:cNvSpPr>
          <p:nvPr/>
        </p:nvSpPr>
        <p:spPr bwMode="auto">
          <a:xfrm>
            <a:off x="2895600" y="1171575"/>
            <a:ext cx="2895600" cy="3962400"/>
          </a:xfrm>
          <a:prstGeom prst="ellipse">
            <a:avLst/>
          </a:prstGeom>
          <a:solidFill>
            <a:schemeClr val="bg1"/>
          </a:solidFill>
          <a:ln w="9525">
            <a:solidFill>
              <a:schemeClr val="tx1"/>
            </a:solidFill>
            <a:round/>
            <a:headEnd/>
            <a:tailEnd/>
          </a:ln>
        </p:spPr>
        <p:txBody>
          <a:bodyPr wrap="none" lIns="91435" tIns="45718" rIns="91435" bIns="45718" anchor="ct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56324" name="Rectangle 4">
            <a:extLst>
              <a:ext uri="{FF2B5EF4-FFF2-40B4-BE49-F238E27FC236}">
                <a16:creationId xmlns:a16="http://schemas.microsoft.com/office/drawing/2014/main" id="{82E14BE0-BE78-C3D7-3AE7-A8CB3A7EAB71}"/>
              </a:ext>
            </a:extLst>
          </p:cNvPr>
          <p:cNvSpPr>
            <a:spLocks noChangeArrowheads="1"/>
          </p:cNvSpPr>
          <p:nvPr/>
        </p:nvSpPr>
        <p:spPr bwMode="auto">
          <a:xfrm>
            <a:off x="3429000" y="1857375"/>
            <a:ext cx="990600" cy="533400"/>
          </a:xfrm>
          <a:prstGeom prst="rect">
            <a:avLst/>
          </a:prstGeom>
          <a:solidFill>
            <a:schemeClr val="bg1"/>
          </a:solidFill>
          <a:ln w="9525">
            <a:solidFill>
              <a:schemeClr val="tx1"/>
            </a:solidFill>
            <a:miter lim="800000"/>
            <a:headEnd/>
            <a:tailEnd/>
          </a:ln>
        </p:spPr>
        <p:txBody>
          <a:bodyPr wrap="none" lIns="91435" tIns="45718" rIns="91435" bIns="45718" anchor="ct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kumimoji="0" lang="en-US" altLang="en-US"/>
              <a:t>1</a:t>
            </a:r>
          </a:p>
        </p:txBody>
      </p:sp>
      <p:sp>
        <p:nvSpPr>
          <p:cNvPr id="56325" name="Rectangle 5">
            <a:extLst>
              <a:ext uri="{FF2B5EF4-FFF2-40B4-BE49-F238E27FC236}">
                <a16:creationId xmlns:a16="http://schemas.microsoft.com/office/drawing/2014/main" id="{2C021337-60BD-2B2D-7BD1-64DA585C41D5}"/>
              </a:ext>
            </a:extLst>
          </p:cNvPr>
          <p:cNvSpPr>
            <a:spLocks noChangeArrowheads="1"/>
          </p:cNvSpPr>
          <p:nvPr/>
        </p:nvSpPr>
        <p:spPr bwMode="auto">
          <a:xfrm>
            <a:off x="3276600" y="3000375"/>
            <a:ext cx="914400" cy="914400"/>
          </a:xfrm>
          <a:prstGeom prst="rect">
            <a:avLst/>
          </a:prstGeom>
          <a:solidFill>
            <a:schemeClr val="bg1"/>
          </a:solidFill>
          <a:ln w="9525">
            <a:solidFill>
              <a:schemeClr val="tx1"/>
            </a:solidFill>
            <a:miter lim="800000"/>
            <a:headEnd/>
            <a:tailEnd/>
          </a:ln>
        </p:spPr>
        <p:txBody>
          <a:bodyPr wrap="none" lIns="91435" tIns="45718" rIns="91435" bIns="45718" anchor="ct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kumimoji="0" lang="en-US" altLang="en-US"/>
              <a:t>3</a:t>
            </a:r>
          </a:p>
        </p:txBody>
      </p:sp>
      <p:sp>
        <p:nvSpPr>
          <p:cNvPr id="56326" name="Rectangle 6">
            <a:extLst>
              <a:ext uri="{FF2B5EF4-FFF2-40B4-BE49-F238E27FC236}">
                <a16:creationId xmlns:a16="http://schemas.microsoft.com/office/drawing/2014/main" id="{7ECA1691-E2F3-3112-B3D4-42D34287AB86}"/>
              </a:ext>
            </a:extLst>
          </p:cNvPr>
          <p:cNvSpPr>
            <a:spLocks noChangeArrowheads="1"/>
          </p:cNvSpPr>
          <p:nvPr/>
        </p:nvSpPr>
        <p:spPr bwMode="auto">
          <a:xfrm>
            <a:off x="4724400" y="2466975"/>
            <a:ext cx="914400" cy="381000"/>
          </a:xfrm>
          <a:prstGeom prst="rect">
            <a:avLst/>
          </a:prstGeom>
          <a:solidFill>
            <a:schemeClr val="bg1"/>
          </a:solidFill>
          <a:ln w="9525">
            <a:solidFill>
              <a:schemeClr val="tx1"/>
            </a:solidFill>
            <a:miter lim="800000"/>
            <a:headEnd/>
            <a:tailEnd/>
          </a:ln>
        </p:spPr>
        <p:txBody>
          <a:bodyPr wrap="none" lIns="91435" tIns="45718" rIns="91435" bIns="45718" anchor="ct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kumimoji="0" lang="en-US" altLang="en-US"/>
              <a:t>2</a:t>
            </a:r>
          </a:p>
        </p:txBody>
      </p:sp>
      <p:sp>
        <p:nvSpPr>
          <p:cNvPr id="56327" name="Rectangle 7">
            <a:extLst>
              <a:ext uri="{FF2B5EF4-FFF2-40B4-BE49-F238E27FC236}">
                <a16:creationId xmlns:a16="http://schemas.microsoft.com/office/drawing/2014/main" id="{43869846-82CA-9085-5808-89B86945ED0E}"/>
              </a:ext>
            </a:extLst>
          </p:cNvPr>
          <p:cNvSpPr>
            <a:spLocks noChangeArrowheads="1"/>
          </p:cNvSpPr>
          <p:nvPr/>
        </p:nvSpPr>
        <p:spPr bwMode="auto">
          <a:xfrm>
            <a:off x="4648200" y="3457575"/>
            <a:ext cx="914400" cy="533400"/>
          </a:xfrm>
          <a:prstGeom prst="rect">
            <a:avLst/>
          </a:prstGeom>
          <a:solidFill>
            <a:schemeClr val="bg1"/>
          </a:solidFill>
          <a:ln w="9525">
            <a:solidFill>
              <a:schemeClr val="tx1"/>
            </a:solidFill>
            <a:miter lim="800000"/>
            <a:headEnd/>
            <a:tailEnd/>
          </a:ln>
        </p:spPr>
        <p:txBody>
          <a:bodyPr wrap="none" lIns="91435" tIns="45718" rIns="91435" bIns="45718" anchor="ct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kumimoji="0" lang="en-US" altLang="en-US"/>
              <a:t>4</a:t>
            </a:r>
          </a:p>
        </p:txBody>
      </p:sp>
      <p:grpSp>
        <p:nvGrpSpPr>
          <p:cNvPr id="56328" name="Group 24">
            <a:extLst>
              <a:ext uri="{FF2B5EF4-FFF2-40B4-BE49-F238E27FC236}">
                <a16:creationId xmlns:a16="http://schemas.microsoft.com/office/drawing/2014/main" id="{471E4DF0-65E7-7952-010A-F0D5759E48DE}"/>
              </a:ext>
            </a:extLst>
          </p:cNvPr>
          <p:cNvGrpSpPr>
            <a:grpSpLocks/>
          </p:cNvGrpSpPr>
          <p:nvPr/>
        </p:nvGrpSpPr>
        <p:grpSpPr bwMode="auto">
          <a:xfrm>
            <a:off x="7162800" y="1171575"/>
            <a:ext cx="1143000" cy="3962400"/>
            <a:chOff x="3888" y="1056"/>
            <a:chExt cx="720" cy="2496"/>
          </a:xfrm>
        </p:grpSpPr>
        <p:grpSp>
          <p:nvGrpSpPr>
            <p:cNvPr id="56331" name="Group 11">
              <a:extLst>
                <a:ext uri="{FF2B5EF4-FFF2-40B4-BE49-F238E27FC236}">
                  <a16:creationId xmlns:a16="http://schemas.microsoft.com/office/drawing/2014/main" id="{05B0776B-5EA7-C337-ADBD-3667D04CC8E6}"/>
                </a:ext>
              </a:extLst>
            </p:cNvPr>
            <p:cNvGrpSpPr>
              <a:grpSpLocks/>
            </p:cNvGrpSpPr>
            <p:nvPr/>
          </p:nvGrpSpPr>
          <p:grpSpPr bwMode="auto">
            <a:xfrm>
              <a:off x="3888" y="1056"/>
              <a:ext cx="720" cy="672"/>
              <a:chOff x="3888" y="1056"/>
              <a:chExt cx="720" cy="672"/>
            </a:xfrm>
          </p:grpSpPr>
          <p:sp>
            <p:nvSpPr>
              <p:cNvPr id="56342" name="Rectangle 8">
                <a:extLst>
                  <a:ext uri="{FF2B5EF4-FFF2-40B4-BE49-F238E27FC236}">
                    <a16:creationId xmlns:a16="http://schemas.microsoft.com/office/drawing/2014/main" id="{2880FEAB-1AC3-45E1-E565-8EBAE9CECDA3}"/>
                  </a:ext>
                </a:extLst>
              </p:cNvPr>
              <p:cNvSpPr>
                <a:spLocks noChangeArrowheads="1"/>
              </p:cNvSpPr>
              <p:nvPr/>
            </p:nvSpPr>
            <p:spPr bwMode="auto">
              <a:xfrm>
                <a:off x="3888" y="1056"/>
                <a:ext cx="720" cy="672"/>
              </a:xfrm>
              <a:prstGeom prst="rect">
                <a:avLst/>
              </a:prstGeom>
              <a:solidFill>
                <a:schemeClr val="bg1"/>
              </a:solidFill>
              <a:ln w="9525">
                <a:solidFill>
                  <a:schemeClr val="tx1"/>
                </a:solidFill>
                <a:miter lim="800000"/>
                <a:headEnd/>
                <a:tailEnd/>
              </a:ln>
            </p:spPr>
            <p:txBody>
              <a:bodyPr wrap="none" anchor="ct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56343" name="Line 9">
                <a:extLst>
                  <a:ext uri="{FF2B5EF4-FFF2-40B4-BE49-F238E27FC236}">
                    <a16:creationId xmlns:a16="http://schemas.microsoft.com/office/drawing/2014/main" id="{DE8FC1FC-02E4-DD5C-F857-26A283A29BB1}"/>
                  </a:ext>
                </a:extLst>
              </p:cNvPr>
              <p:cNvSpPr>
                <a:spLocks noChangeShapeType="1"/>
              </p:cNvSpPr>
              <p:nvPr/>
            </p:nvSpPr>
            <p:spPr bwMode="auto">
              <a:xfrm>
                <a:off x="3888" y="1392"/>
                <a:ext cx="7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grpSp>
          <p:nvGrpSpPr>
            <p:cNvPr id="56332" name="Group 12">
              <a:extLst>
                <a:ext uri="{FF2B5EF4-FFF2-40B4-BE49-F238E27FC236}">
                  <a16:creationId xmlns:a16="http://schemas.microsoft.com/office/drawing/2014/main" id="{EEF6DFD6-1D98-A178-2C33-9B1890FEF5F8}"/>
                </a:ext>
              </a:extLst>
            </p:cNvPr>
            <p:cNvGrpSpPr>
              <a:grpSpLocks/>
            </p:cNvGrpSpPr>
            <p:nvPr/>
          </p:nvGrpSpPr>
          <p:grpSpPr bwMode="auto">
            <a:xfrm>
              <a:off x="3888" y="1728"/>
              <a:ext cx="720" cy="672"/>
              <a:chOff x="3888" y="1056"/>
              <a:chExt cx="720" cy="672"/>
            </a:xfrm>
          </p:grpSpPr>
          <p:sp>
            <p:nvSpPr>
              <p:cNvPr id="56340" name="Rectangle 13">
                <a:extLst>
                  <a:ext uri="{FF2B5EF4-FFF2-40B4-BE49-F238E27FC236}">
                    <a16:creationId xmlns:a16="http://schemas.microsoft.com/office/drawing/2014/main" id="{3806E19D-E19F-9E61-3597-F64C9F2594A6}"/>
                  </a:ext>
                </a:extLst>
              </p:cNvPr>
              <p:cNvSpPr>
                <a:spLocks noChangeArrowheads="1"/>
              </p:cNvSpPr>
              <p:nvPr/>
            </p:nvSpPr>
            <p:spPr bwMode="auto">
              <a:xfrm>
                <a:off x="3888" y="1056"/>
                <a:ext cx="720" cy="672"/>
              </a:xfrm>
              <a:prstGeom prst="rect">
                <a:avLst/>
              </a:prstGeom>
              <a:solidFill>
                <a:srgbClr val="DDDDDD"/>
              </a:solidFill>
              <a:ln w="9525">
                <a:solidFill>
                  <a:schemeClr val="tx1"/>
                </a:solidFill>
                <a:miter lim="800000"/>
                <a:headEnd/>
                <a:tailEnd/>
              </a:ln>
            </p:spPr>
            <p:txBody>
              <a:bodyPr wrap="none" anchor="ct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56341" name="Line 14">
                <a:extLst>
                  <a:ext uri="{FF2B5EF4-FFF2-40B4-BE49-F238E27FC236}">
                    <a16:creationId xmlns:a16="http://schemas.microsoft.com/office/drawing/2014/main" id="{CDE49A8B-A27E-94CC-B881-593D0F1B054C}"/>
                  </a:ext>
                </a:extLst>
              </p:cNvPr>
              <p:cNvSpPr>
                <a:spLocks noChangeShapeType="1"/>
              </p:cNvSpPr>
              <p:nvPr/>
            </p:nvSpPr>
            <p:spPr bwMode="auto">
              <a:xfrm>
                <a:off x="3888" y="1392"/>
                <a:ext cx="7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sp>
          <p:nvSpPr>
            <p:cNvPr id="56333" name="Text Box 15">
              <a:extLst>
                <a:ext uri="{FF2B5EF4-FFF2-40B4-BE49-F238E27FC236}">
                  <a16:creationId xmlns:a16="http://schemas.microsoft.com/office/drawing/2014/main" id="{82BF6423-44EB-6578-2776-7CCEF92F766C}"/>
                </a:ext>
              </a:extLst>
            </p:cNvPr>
            <p:cNvSpPr txBox="1">
              <a:spLocks noChangeArrowheads="1"/>
            </p:cNvSpPr>
            <p:nvPr/>
          </p:nvSpPr>
          <p:spPr bwMode="auto">
            <a:xfrm>
              <a:off x="4125" y="1132"/>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a:t>1</a:t>
              </a:r>
            </a:p>
          </p:txBody>
        </p:sp>
        <p:sp>
          <p:nvSpPr>
            <p:cNvPr id="56334" name="Text Box 16">
              <a:extLst>
                <a:ext uri="{FF2B5EF4-FFF2-40B4-BE49-F238E27FC236}">
                  <a16:creationId xmlns:a16="http://schemas.microsoft.com/office/drawing/2014/main" id="{41C9779C-460A-C754-884A-ABC651B68575}"/>
                </a:ext>
              </a:extLst>
            </p:cNvPr>
            <p:cNvSpPr txBox="1">
              <a:spLocks noChangeArrowheads="1"/>
            </p:cNvSpPr>
            <p:nvPr/>
          </p:nvSpPr>
          <p:spPr bwMode="auto">
            <a:xfrm>
              <a:off x="4127" y="143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a:t>4</a:t>
              </a:r>
            </a:p>
          </p:txBody>
        </p:sp>
        <p:sp>
          <p:nvSpPr>
            <p:cNvPr id="56335" name="Rectangle 17">
              <a:extLst>
                <a:ext uri="{FF2B5EF4-FFF2-40B4-BE49-F238E27FC236}">
                  <a16:creationId xmlns:a16="http://schemas.microsoft.com/office/drawing/2014/main" id="{31E2F140-00D6-C2DC-2E68-B69713D3C7F1}"/>
                </a:ext>
              </a:extLst>
            </p:cNvPr>
            <p:cNvSpPr>
              <a:spLocks noChangeArrowheads="1"/>
            </p:cNvSpPr>
            <p:nvPr/>
          </p:nvSpPr>
          <p:spPr bwMode="auto">
            <a:xfrm>
              <a:off x="3888" y="2400"/>
              <a:ext cx="720" cy="912"/>
            </a:xfrm>
            <a:prstGeom prst="rect">
              <a:avLst/>
            </a:prstGeom>
            <a:solidFill>
              <a:schemeClr val="bg1"/>
            </a:solidFill>
            <a:ln w="9525">
              <a:solidFill>
                <a:schemeClr val="tx1"/>
              </a:solidFill>
              <a:miter lim="800000"/>
              <a:headEnd/>
              <a:tailEnd/>
            </a:ln>
          </p:spPr>
          <p:txBody>
            <a:bodyPr wrap="none" anchor="ct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56336" name="Rectangle 18">
              <a:extLst>
                <a:ext uri="{FF2B5EF4-FFF2-40B4-BE49-F238E27FC236}">
                  <a16:creationId xmlns:a16="http://schemas.microsoft.com/office/drawing/2014/main" id="{188DA22B-55C8-4B0B-B5E7-2F7E14B222C0}"/>
                </a:ext>
              </a:extLst>
            </p:cNvPr>
            <p:cNvSpPr>
              <a:spLocks noChangeArrowheads="1"/>
            </p:cNvSpPr>
            <p:nvPr/>
          </p:nvSpPr>
          <p:spPr bwMode="auto">
            <a:xfrm>
              <a:off x="3888" y="3312"/>
              <a:ext cx="720" cy="240"/>
            </a:xfrm>
            <a:prstGeom prst="rect">
              <a:avLst/>
            </a:prstGeom>
            <a:solidFill>
              <a:srgbClr val="DDDDDD"/>
            </a:solidFill>
            <a:ln w="9525">
              <a:solidFill>
                <a:schemeClr val="tx1"/>
              </a:solidFill>
              <a:miter lim="800000"/>
              <a:headEnd/>
              <a:tailEnd/>
            </a:ln>
          </p:spPr>
          <p:txBody>
            <a:bodyPr wrap="none" anchor="ct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56337" name="Line 19">
              <a:extLst>
                <a:ext uri="{FF2B5EF4-FFF2-40B4-BE49-F238E27FC236}">
                  <a16:creationId xmlns:a16="http://schemas.microsoft.com/office/drawing/2014/main" id="{0E208AF5-6032-1CE5-B28D-CFCB13331818}"/>
                </a:ext>
              </a:extLst>
            </p:cNvPr>
            <p:cNvSpPr>
              <a:spLocks noChangeShapeType="1"/>
            </p:cNvSpPr>
            <p:nvPr/>
          </p:nvSpPr>
          <p:spPr bwMode="auto">
            <a:xfrm>
              <a:off x="3888" y="2640"/>
              <a:ext cx="7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6338" name="Text Box 20">
              <a:extLst>
                <a:ext uri="{FF2B5EF4-FFF2-40B4-BE49-F238E27FC236}">
                  <a16:creationId xmlns:a16="http://schemas.microsoft.com/office/drawing/2014/main" id="{28DE2D42-ECFB-3175-78A4-1D354FC9CDD6}"/>
                </a:ext>
              </a:extLst>
            </p:cNvPr>
            <p:cNvSpPr txBox="1">
              <a:spLocks noChangeArrowheads="1"/>
            </p:cNvSpPr>
            <p:nvPr/>
          </p:nvSpPr>
          <p:spPr bwMode="auto">
            <a:xfrm>
              <a:off x="4127" y="2428"/>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a:t>2</a:t>
              </a:r>
            </a:p>
          </p:txBody>
        </p:sp>
        <p:sp>
          <p:nvSpPr>
            <p:cNvPr id="56339" name="Text Box 21">
              <a:extLst>
                <a:ext uri="{FF2B5EF4-FFF2-40B4-BE49-F238E27FC236}">
                  <a16:creationId xmlns:a16="http://schemas.microsoft.com/office/drawing/2014/main" id="{54588204-ECB3-8520-FCDB-296BB2BDC71D}"/>
                </a:ext>
              </a:extLst>
            </p:cNvPr>
            <p:cNvSpPr txBox="1">
              <a:spLocks noChangeArrowheads="1"/>
            </p:cNvSpPr>
            <p:nvPr/>
          </p:nvSpPr>
          <p:spPr bwMode="auto">
            <a:xfrm>
              <a:off x="4127" y="2888"/>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a:t>3</a:t>
              </a:r>
            </a:p>
          </p:txBody>
        </p:sp>
      </p:grpSp>
      <p:sp>
        <p:nvSpPr>
          <p:cNvPr id="56329" name="Text Box 22">
            <a:extLst>
              <a:ext uri="{FF2B5EF4-FFF2-40B4-BE49-F238E27FC236}">
                <a16:creationId xmlns:a16="http://schemas.microsoft.com/office/drawing/2014/main" id="{D99CF82A-8031-43CE-E01B-A4675114922A}"/>
              </a:ext>
            </a:extLst>
          </p:cNvPr>
          <p:cNvSpPr txBox="1">
            <a:spLocks noChangeArrowheads="1"/>
          </p:cNvSpPr>
          <p:nvPr/>
        </p:nvSpPr>
        <p:spPr bwMode="auto">
          <a:xfrm>
            <a:off x="3540125" y="5254625"/>
            <a:ext cx="1377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a:t>user space </a:t>
            </a:r>
          </a:p>
        </p:txBody>
      </p:sp>
      <p:sp>
        <p:nvSpPr>
          <p:cNvPr id="56330" name="Text Box 23">
            <a:extLst>
              <a:ext uri="{FF2B5EF4-FFF2-40B4-BE49-F238E27FC236}">
                <a16:creationId xmlns:a16="http://schemas.microsoft.com/office/drawing/2014/main" id="{D3F29AA9-0B39-41F3-A646-4220F9221299}"/>
              </a:ext>
            </a:extLst>
          </p:cNvPr>
          <p:cNvSpPr txBox="1">
            <a:spLocks noChangeArrowheads="1"/>
          </p:cNvSpPr>
          <p:nvPr/>
        </p:nvSpPr>
        <p:spPr bwMode="auto">
          <a:xfrm>
            <a:off x="6394450" y="5254625"/>
            <a:ext cx="259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a:t>physical memory space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48F5FD7-7485-0CB4-3D26-A31A65FBF12A}"/>
              </a:ext>
            </a:extLst>
          </p:cNvPr>
          <p:cNvSpPr>
            <a:spLocks noGrp="1" noChangeArrowheads="1"/>
          </p:cNvSpPr>
          <p:nvPr>
            <p:ph type="title"/>
          </p:nvPr>
        </p:nvSpPr>
        <p:spPr>
          <a:xfrm>
            <a:off x="2301876" y="166688"/>
            <a:ext cx="7908925" cy="576262"/>
          </a:xfrm>
        </p:spPr>
        <p:txBody>
          <a:bodyPr>
            <a:normAutofit fontScale="90000"/>
          </a:bodyPr>
          <a:lstStyle/>
          <a:p>
            <a:pPr eaLnBrk="1" hangingPunct="1"/>
            <a:r>
              <a:rPr lang="en-US" altLang="en-US"/>
              <a:t>Segmentation Architecture </a:t>
            </a:r>
          </a:p>
        </p:txBody>
      </p:sp>
      <p:sp>
        <p:nvSpPr>
          <p:cNvPr id="58371" name="Rectangle 3">
            <a:extLst>
              <a:ext uri="{FF2B5EF4-FFF2-40B4-BE49-F238E27FC236}">
                <a16:creationId xmlns:a16="http://schemas.microsoft.com/office/drawing/2014/main" id="{09B3F9ED-8D3B-2EA6-57F8-0093436E010E}"/>
              </a:ext>
            </a:extLst>
          </p:cNvPr>
          <p:cNvSpPr>
            <a:spLocks noGrp="1" noChangeArrowheads="1"/>
          </p:cNvSpPr>
          <p:nvPr>
            <p:ph type="body" idx="1"/>
          </p:nvPr>
        </p:nvSpPr>
        <p:spPr>
          <a:xfrm>
            <a:off x="2427289" y="1093788"/>
            <a:ext cx="7246937" cy="5053012"/>
          </a:xfrm>
        </p:spPr>
        <p:txBody>
          <a:bodyPr>
            <a:normAutofit fontScale="92500" lnSpcReduction="20000"/>
          </a:bodyPr>
          <a:lstStyle/>
          <a:p>
            <a:pPr>
              <a:tabLst>
                <a:tab pos="1828800" algn="l"/>
                <a:tab pos="2855913" algn="ctr"/>
              </a:tabLst>
            </a:pPr>
            <a:r>
              <a:rPr lang="en-US" altLang="en-US"/>
              <a:t>Logical address consists of a two tuple:</a:t>
            </a:r>
          </a:p>
          <a:p>
            <a:pPr>
              <a:buNone/>
              <a:tabLst>
                <a:tab pos="1828800" algn="l"/>
                <a:tab pos="2855913" algn="ctr"/>
              </a:tabLst>
            </a:pPr>
            <a:r>
              <a:rPr lang="en-US" altLang="en-US"/>
              <a:t>		&lt;segment-number, offset&gt;,</a:t>
            </a:r>
          </a:p>
          <a:p>
            <a:pPr>
              <a:buNone/>
              <a:tabLst>
                <a:tab pos="1828800" algn="l"/>
                <a:tab pos="2855913" algn="ctr"/>
              </a:tabLst>
            </a:pPr>
            <a:endParaRPr lang="en-US" altLang="en-US" sz="800"/>
          </a:p>
          <a:p>
            <a:pPr>
              <a:tabLst>
                <a:tab pos="1828800" algn="l"/>
                <a:tab pos="2855913" algn="ctr"/>
              </a:tabLst>
            </a:pPr>
            <a:r>
              <a:rPr lang="en-US" altLang="en-US" b="1">
                <a:solidFill>
                  <a:srgbClr val="3366FF"/>
                </a:solidFill>
              </a:rPr>
              <a:t>Segment table</a:t>
            </a:r>
            <a:r>
              <a:rPr lang="en-US" altLang="en-US">
                <a:solidFill>
                  <a:srgbClr val="3366FF"/>
                </a:solidFill>
              </a:rPr>
              <a:t> </a:t>
            </a:r>
            <a:r>
              <a:rPr lang="en-US" altLang="en-US"/>
              <a:t>– maps two-dimensional physical addresses; each table entry has:</a:t>
            </a:r>
          </a:p>
          <a:p>
            <a:pPr lvl="1">
              <a:tabLst>
                <a:tab pos="1828800" algn="l"/>
                <a:tab pos="2855913" algn="ctr"/>
              </a:tabLst>
            </a:pPr>
            <a:r>
              <a:rPr lang="en-US" altLang="en-US" b="1">
                <a:solidFill>
                  <a:srgbClr val="3366FF"/>
                </a:solidFill>
              </a:rPr>
              <a:t>base</a:t>
            </a:r>
            <a:r>
              <a:rPr lang="en-US" altLang="en-US">
                <a:solidFill>
                  <a:srgbClr val="3366FF"/>
                </a:solidFill>
              </a:rPr>
              <a:t> </a:t>
            </a:r>
            <a:r>
              <a:rPr lang="en-US" altLang="en-US"/>
              <a:t>– contains the starting physical address where the segments reside in memory</a:t>
            </a:r>
          </a:p>
          <a:p>
            <a:pPr lvl="1">
              <a:tabLst>
                <a:tab pos="1828800" algn="l"/>
                <a:tab pos="2855913" algn="ctr"/>
              </a:tabLst>
            </a:pPr>
            <a:r>
              <a:rPr lang="en-US" altLang="en-US" b="1">
                <a:solidFill>
                  <a:srgbClr val="3366FF"/>
                </a:solidFill>
              </a:rPr>
              <a:t>limit</a:t>
            </a:r>
            <a:r>
              <a:rPr lang="en-US" altLang="en-US">
                <a:solidFill>
                  <a:srgbClr val="3366FF"/>
                </a:solidFill>
              </a:rPr>
              <a:t> </a:t>
            </a:r>
            <a:r>
              <a:rPr lang="en-US" altLang="en-US"/>
              <a:t>– specifies the length of the segment</a:t>
            </a:r>
          </a:p>
          <a:p>
            <a:pPr lvl="1">
              <a:tabLst>
                <a:tab pos="1828800" algn="l"/>
                <a:tab pos="2855913" algn="ctr"/>
              </a:tabLst>
            </a:pPr>
            <a:endParaRPr lang="en-US" altLang="en-US" sz="800"/>
          </a:p>
          <a:p>
            <a:pPr>
              <a:tabLst>
                <a:tab pos="1828800" algn="l"/>
                <a:tab pos="2855913" algn="ctr"/>
              </a:tabLst>
            </a:pPr>
            <a:r>
              <a:rPr lang="en-US" altLang="en-US" b="1">
                <a:solidFill>
                  <a:srgbClr val="3366FF"/>
                </a:solidFill>
              </a:rPr>
              <a:t>Segment-table base register (STBR)</a:t>
            </a:r>
            <a:r>
              <a:rPr lang="en-US" altLang="en-US">
                <a:solidFill>
                  <a:srgbClr val="3366FF"/>
                </a:solidFill>
              </a:rPr>
              <a:t> </a:t>
            </a:r>
            <a:r>
              <a:rPr lang="en-US" altLang="en-US"/>
              <a:t>points to the segment table</a:t>
            </a:r>
            <a:r>
              <a:rPr lang="ja-JP" altLang="en-US"/>
              <a:t>’</a:t>
            </a:r>
            <a:r>
              <a:rPr lang="en-US" altLang="ja-JP"/>
              <a:t>s location in memory</a:t>
            </a:r>
          </a:p>
          <a:p>
            <a:pPr>
              <a:tabLst>
                <a:tab pos="1828800" algn="l"/>
                <a:tab pos="2855913" algn="ctr"/>
              </a:tabLst>
            </a:pPr>
            <a:endParaRPr lang="en-US" altLang="en-US" sz="800"/>
          </a:p>
          <a:p>
            <a:pPr>
              <a:tabLst>
                <a:tab pos="1828800" algn="l"/>
                <a:tab pos="2855913" algn="ctr"/>
              </a:tabLst>
            </a:pPr>
            <a:r>
              <a:rPr lang="en-US" altLang="en-US" b="1">
                <a:solidFill>
                  <a:srgbClr val="3366FF"/>
                </a:solidFill>
              </a:rPr>
              <a:t>Segment-table length register (STLR)</a:t>
            </a:r>
            <a:r>
              <a:rPr lang="en-US" altLang="en-US">
                <a:solidFill>
                  <a:srgbClr val="3366FF"/>
                </a:solidFill>
              </a:rPr>
              <a:t> </a:t>
            </a:r>
            <a:r>
              <a:rPr lang="en-US" altLang="en-US"/>
              <a:t>indicates number of segments used by a program;</a:t>
            </a:r>
          </a:p>
          <a:p>
            <a:pPr>
              <a:buNone/>
              <a:tabLst>
                <a:tab pos="1828800" algn="l"/>
                <a:tab pos="2855913" algn="ctr"/>
              </a:tabLst>
            </a:pPr>
            <a:r>
              <a:rPr lang="en-US" altLang="en-US"/>
              <a:t>	                  segment number </a:t>
            </a:r>
            <a:r>
              <a:rPr lang="en-US" altLang="en-US" b="1" i="1">
                <a:solidFill>
                  <a:srgbClr val="FF0000"/>
                </a:solidFill>
              </a:rPr>
              <a:t>s</a:t>
            </a:r>
            <a:r>
              <a:rPr lang="en-US" altLang="en-US"/>
              <a:t> is legal if </a:t>
            </a:r>
            <a:r>
              <a:rPr lang="en-US" altLang="en-US" b="1" i="1">
                <a:solidFill>
                  <a:srgbClr val="FF0000"/>
                </a:solidFill>
              </a:rPr>
              <a:t>s</a:t>
            </a:r>
            <a:r>
              <a:rPr lang="en-US" altLang="en-US"/>
              <a:t> &lt; </a:t>
            </a:r>
            <a:r>
              <a:rPr lang="en-US" altLang="en-US" b="1">
                <a:solidFill>
                  <a:srgbClr val="FF0000"/>
                </a:solidFill>
              </a:rPr>
              <a:t>STLR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F68C4924-1C36-0AFD-FED2-793AE47B09D3}"/>
              </a:ext>
            </a:extLst>
          </p:cNvPr>
          <p:cNvSpPr>
            <a:spLocks noGrp="1" noChangeArrowheads="1"/>
          </p:cNvSpPr>
          <p:nvPr>
            <p:ph type="title"/>
          </p:nvPr>
        </p:nvSpPr>
        <p:spPr>
          <a:xfrm>
            <a:off x="2476500" y="214313"/>
            <a:ext cx="7829550" cy="576262"/>
          </a:xfrm>
        </p:spPr>
        <p:txBody>
          <a:bodyPr>
            <a:normAutofit fontScale="90000"/>
          </a:bodyPr>
          <a:lstStyle/>
          <a:p>
            <a:pPr eaLnBrk="1" hangingPunct="1"/>
            <a:r>
              <a:rPr lang="en-US" altLang="en-US"/>
              <a:t>Segmentation Architecture (Cont.)</a:t>
            </a:r>
          </a:p>
        </p:txBody>
      </p:sp>
      <p:sp>
        <p:nvSpPr>
          <p:cNvPr id="60419" name="Rectangle 3">
            <a:extLst>
              <a:ext uri="{FF2B5EF4-FFF2-40B4-BE49-F238E27FC236}">
                <a16:creationId xmlns:a16="http://schemas.microsoft.com/office/drawing/2014/main" id="{B908A418-FADA-1CD6-6A81-AD3DB68FE19D}"/>
              </a:ext>
            </a:extLst>
          </p:cNvPr>
          <p:cNvSpPr>
            <a:spLocks noGrp="1" noChangeArrowheads="1"/>
          </p:cNvSpPr>
          <p:nvPr>
            <p:ph type="body" idx="1"/>
          </p:nvPr>
        </p:nvSpPr>
        <p:spPr>
          <a:xfrm>
            <a:off x="2406650" y="1162051"/>
            <a:ext cx="6775450" cy="4468813"/>
          </a:xfrm>
        </p:spPr>
        <p:txBody>
          <a:bodyPr>
            <a:normAutofit lnSpcReduction="10000"/>
          </a:bodyPr>
          <a:lstStyle/>
          <a:p>
            <a:r>
              <a:rPr lang="en-US" altLang="en-US"/>
              <a:t>Protection</a:t>
            </a:r>
          </a:p>
          <a:p>
            <a:pPr lvl="1"/>
            <a:r>
              <a:rPr lang="en-US" altLang="en-US"/>
              <a:t>With each entry in segment table associate:</a:t>
            </a:r>
          </a:p>
          <a:p>
            <a:pPr lvl="2"/>
            <a:r>
              <a:rPr lang="en-US" altLang="en-US"/>
              <a:t>validation bit = 0 </a:t>
            </a:r>
            <a:r>
              <a:rPr lang="en-US" altLang="en-US">
                <a:sym typeface="Symbol" panose="05050102010706020507" pitchFamily="18" charset="2"/>
              </a:rPr>
              <a:t> illegal segment</a:t>
            </a:r>
          </a:p>
          <a:p>
            <a:pPr lvl="2"/>
            <a:r>
              <a:rPr lang="en-US" altLang="en-US">
                <a:sym typeface="Symbol" panose="05050102010706020507" pitchFamily="18" charset="2"/>
              </a:rPr>
              <a:t>read/write/execute privileges</a:t>
            </a:r>
          </a:p>
          <a:p>
            <a:r>
              <a:rPr lang="en-US" altLang="en-US"/>
              <a:t>Protection bits associated with segments; code sharing occurs at segment level</a:t>
            </a:r>
          </a:p>
          <a:p>
            <a:r>
              <a:rPr lang="en-US" altLang="en-US"/>
              <a:t>Since segments vary in length, memory allocation is a dynamic storage-allocation problem</a:t>
            </a:r>
          </a:p>
          <a:p>
            <a:r>
              <a:rPr lang="en-US" altLang="en-US"/>
              <a:t>A segmentation example is shown in the following diagram</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5247324-63D7-337A-3537-8F23D64FEFAC}"/>
              </a:ext>
            </a:extLst>
          </p:cNvPr>
          <p:cNvSpPr>
            <a:spLocks noGrp="1" noChangeArrowheads="1"/>
          </p:cNvSpPr>
          <p:nvPr>
            <p:ph type="title"/>
          </p:nvPr>
        </p:nvSpPr>
        <p:spPr>
          <a:xfrm>
            <a:off x="1981200" y="166688"/>
            <a:ext cx="8229600" cy="576262"/>
          </a:xfrm>
        </p:spPr>
        <p:txBody>
          <a:bodyPr>
            <a:normAutofit fontScale="90000"/>
          </a:bodyPr>
          <a:lstStyle/>
          <a:p>
            <a:pPr eaLnBrk="1" hangingPunct="1"/>
            <a:r>
              <a:rPr lang="en-US" altLang="en-US"/>
              <a:t>Segmentation Hardware</a:t>
            </a:r>
            <a:endParaRPr lang="en-US" altLang="en-US" sz="2400"/>
          </a:p>
        </p:txBody>
      </p:sp>
      <p:pic>
        <p:nvPicPr>
          <p:cNvPr id="62467" name="Picture 4" descr="8">
            <a:extLst>
              <a:ext uri="{FF2B5EF4-FFF2-40B4-BE49-F238E27FC236}">
                <a16:creationId xmlns:a16="http://schemas.microsoft.com/office/drawing/2014/main" id="{5E8D3394-12E5-C673-6622-E963E5ED98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8701" y="1254125"/>
            <a:ext cx="5827713" cy="408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a:extLst>
              <a:ext uri="{FF2B5EF4-FFF2-40B4-BE49-F238E27FC236}">
                <a16:creationId xmlns:a16="http://schemas.microsoft.com/office/drawing/2014/main" id="{BADF2A9B-6C05-5153-4FE1-B829042DB3C5}"/>
              </a:ext>
            </a:extLst>
          </p:cNvPr>
          <p:cNvSpPr>
            <a:spLocks noGrp="1" noChangeArrowheads="1"/>
          </p:cNvSpPr>
          <p:nvPr>
            <p:ph type="title"/>
          </p:nvPr>
        </p:nvSpPr>
        <p:spPr>
          <a:xfrm>
            <a:off x="1981200" y="152401"/>
            <a:ext cx="8229600" cy="576263"/>
          </a:xfrm>
        </p:spPr>
        <p:txBody>
          <a:bodyPr>
            <a:normAutofit fontScale="90000"/>
          </a:bodyPr>
          <a:lstStyle/>
          <a:p>
            <a:pPr eaLnBrk="1" hangingPunct="1"/>
            <a:r>
              <a:rPr lang="en-US" altLang="en-US"/>
              <a:t>Paging</a:t>
            </a:r>
          </a:p>
        </p:txBody>
      </p:sp>
      <p:sp>
        <p:nvSpPr>
          <p:cNvPr id="64515" name="Rectangle 1027">
            <a:extLst>
              <a:ext uri="{FF2B5EF4-FFF2-40B4-BE49-F238E27FC236}">
                <a16:creationId xmlns:a16="http://schemas.microsoft.com/office/drawing/2014/main" id="{1D609DAC-3EC7-A675-622C-F52E0143DD89}"/>
              </a:ext>
            </a:extLst>
          </p:cNvPr>
          <p:cNvSpPr>
            <a:spLocks noGrp="1" noChangeArrowheads="1"/>
          </p:cNvSpPr>
          <p:nvPr>
            <p:ph type="body" idx="1"/>
          </p:nvPr>
        </p:nvSpPr>
        <p:spPr>
          <a:xfrm>
            <a:off x="2417764" y="1128713"/>
            <a:ext cx="7183437" cy="4767262"/>
          </a:xfrm>
        </p:spPr>
        <p:txBody>
          <a:bodyPr>
            <a:normAutofit fontScale="70000" lnSpcReduction="20000"/>
          </a:bodyPr>
          <a:lstStyle/>
          <a:p>
            <a:r>
              <a:rPr lang="en-US" altLang="en-US"/>
              <a:t>Physical  address space of a process can be noncontiguous; process is allocated physical memory whenever the latter is available</a:t>
            </a:r>
          </a:p>
          <a:p>
            <a:pPr lvl="1"/>
            <a:r>
              <a:rPr lang="en-US" altLang="en-US"/>
              <a:t>Avoids external fragmentation</a:t>
            </a:r>
          </a:p>
          <a:p>
            <a:pPr lvl="1"/>
            <a:r>
              <a:rPr lang="en-US" altLang="en-US"/>
              <a:t>Avoids problem of varying sized memory chunks</a:t>
            </a:r>
            <a:endParaRPr lang="en-US" altLang="en-US" sz="800"/>
          </a:p>
          <a:p>
            <a:r>
              <a:rPr lang="en-US" altLang="en-US"/>
              <a:t>Divide physical memory into fixed-sized blocks called </a:t>
            </a:r>
            <a:r>
              <a:rPr lang="en-US" altLang="en-US" b="1">
                <a:solidFill>
                  <a:srgbClr val="3366FF"/>
                </a:solidFill>
              </a:rPr>
              <a:t>frames</a:t>
            </a:r>
            <a:endParaRPr lang="en-US" altLang="en-US">
              <a:solidFill>
                <a:srgbClr val="3366FF"/>
              </a:solidFill>
            </a:endParaRPr>
          </a:p>
          <a:p>
            <a:pPr lvl="1"/>
            <a:r>
              <a:rPr lang="en-US" altLang="en-US">
                <a:solidFill>
                  <a:srgbClr val="000000"/>
                </a:solidFill>
              </a:rPr>
              <a:t>Size </a:t>
            </a:r>
            <a:r>
              <a:rPr lang="en-US" altLang="en-US"/>
              <a:t>is power of 2, between 512 bytes and 16 Mbytes</a:t>
            </a:r>
            <a:endParaRPr lang="en-US" altLang="en-US" sz="800"/>
          </a:p>
          <a:p>
            <a:r>
              <a:rPr lang="en-US" altLang="en-US"/>
              <a:t>Divide logical memory into blocks of same size called </a:t>
            </a:r>
            <a:r>
              <a:rPr lang="en-US" altLang="en-US" b="1">
                <a:solidFill>
                  <a:srgbClr val="3366FF"/>
                </a:solidFill>
              </a:rPr>
              <a:t>pages</a:t>
            </a:r>
            <a:endParaRPr lang="en-US" altLang="en-US" sz="800" b="1">
              <a:solidFill>
                <a:srgbClr val="3366FF"/>
              </a:solidFill>
            </a:endParaRPr>
          </a:p>
          <a:p>
            <a:r>
              <a:rPr lang="en-US" altLang="en-US"/>
              <a:t>Keep track of all free frames</a:t>
            </a:r>
            <a:endParaRPr lang="en-US" altLang="en-US" sz="800"/>
          </a:p>
          <a:p>
            <a:r>
              <a:rPr lang="en-US" altLang="en-US"/>
              <a:t>To run a program of size </a:t>
            </a:r>
            <a:r>
              <a:rPr lang="en-US" altLang="en-US" b="1" i="1"/>
              <a:t>N</a:t>
            </a:r>
            <a:r>
              <a:rPr lang="en-US" altLang="en-US" i="1"/>
              <a:t> </a:t>
            </a:r>
            <a:r>
              <a:rPr lang="en-US" altLang="en-US"/>
              <a:t>pages, need to find </a:t>
            </a:r>
            <a:r>
              <a:rPr lang="en-US" altLang="en-US" b="1" i="1"/>
              <a:t>N</a:t>
            </a:r>
            <a:r>
              <a:rPr lang="en-US" altLang="en-US"/>
              <a:t> free frames and load program</a:t>
            </a:r>
            <a:endParaRPr lang="en-US" altLang="en-US" sz="800"/>
          </a:p>
          <a:p>
            <a:r>
              <a:rPr lang="en-US" altLang="en-US"/>
              <a:t>Set up a </a:t>
            </a:r>
            <a:r>
              <a:rPr lang="en-US" altLang="en-US" b="1">
                <a:solidFill>
                  <a:srgbClr val="3366FF"/>
                </a:solidFill>
              </a:rPr>
              <a:t>page table</a:t>
            </a:r>
            <a:r>
              <a:rPr lang="en-US" altLang="en-US"/>
              <a:t> to translate logical to physical addresses</a:t>
            </a:r>
            <a:endParaRPr lang="en-US" altLang="en-US" sz="800"/>
          </a:p>
          <a:p>
            <a:r>
              <a:rPr lang="en-US" altLang="en-US"/>
              <a:t>Backing store likewise split into pages</a:t>
            </a:r>
          </a:p>
          <a:p>
            <a:r>
              <a:rPr lang="en-US" altLang="en-US"/>
              <a:t>Still have Internal fragmentation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26">
            <a:extLst>
              <a:ext uri="{FF2B5EF4-FFF2-40B4-BE49-F238E27FC236}">
                <a16:creationId xmlns:a16="http://schemas.microsoft.com/office/drawing/2014/main" id="{90FAE699-899F-3386-8A21-77EE05DFD381}"/>
              </a:ext>
            </a:extLst>
          </p:cNvPr>
          <p:cNvSpPr>
            <a:spLocks noGrp="1" noChangeArrowheads="1"/>
          </p:cNvSpPr>
          <p:nvPr>
            <p:ph type="title"/>
          </p:nvPr>
        </p:nvSpPr>
        <p:spPr>
          <a:xfrm>
            <a:off x="2370138" y="152401"/>
            <a:ext cx="7840662" cy="576263"/>
          </a:xfrm>
        </p:spPr>
        <p:txBody>
          <a:bodyPr>
            <a:normAutofit fontScale="90000"/>
          </a:bodyPr>
          <a:lstStyle/>
          <a:p>
            <a:pPr eaLnBrk="1" hangingPunct="1"/>
            <a:r>
              <a:rPr lang="en-US" altLang="en-US"/>
              <a:t>Address Translation Scheme</a:t>
            </a:r>
          </a:p>
        </p:txBody>
      </p:sp>
      <p:sp>
        <p:nvSpPr>
          <p:cNvPr id="33795" name="Rectangle 1027">
            <a:extLst>
              <a:ext uri="{FF2B5EF4-FFF2-40B4-BE49-F238E27FC236}">
                <a16:creationId xmlns:a16="http://schemas.microsoft.com/office/drawing/2014/main" id="{A6E6A013-C8BC-08CD-EA8C-5B337ADD59C7}"/>
              </a:ext>
            </a:extLst>
          </p:cNvPr>
          <p:cNvSpPr>
            <a:spLocks noGrp="1" noChangeArrowheads="1"/>
          </p:cNvSpPr>
          <p:nvPr>
            <p:ph type="body" idx="1"/>
          </p:nvPr>
        </p:nvSpPr>
        <p:spPr>
          <a:xfrm>
            <a:off x="2365376" y="1125538"/>
            <a:ext cx="7299325" cy="4483100"/>
          </a:xfrm>
        </p:spPr>
        <p:txBody>
          <a:bodyPr>
            <a:normAutofit lnSpcReduction="10000"/>
          </a:bodyPr>
          <a:lstStyle/>
          <a:p>
            <a:pPr>
              <a:defRPr/>
            </a:pPr>
            <a:r>
              <a:rPr lang="en-US" altLang="en-US" dirty="0"/>
              <a:t>Address generated by CPU is divided into:</a:t>
            </a:r>
          </a:p>
          <a:p>
            <a:pPr lvl="1">
              <a:defRPr/>
            </a:pPr>
            <a:r>
              <a:rPr lang="en-US" altLang="en-US" b="1" dirty="0">
                <a:solidFill>
                  <a:srgbClr val="3366FF"/>
                </a:solidFill>
              </a:rPr>
              <a:t>Page number </a:t>
            </a:r>
            <a:r>
              <a:rPr lang="en-US" altLang="en-US" dirty="0"/>
              <a:t>(</a:t>
            </a:r>
            <a:r>
              <a:rPr lang="en-US" altLang="en-US" b="1" i="1" dirty="0">
                <a:solidFill>
                  <a:srgbClr val="3366FF"/>
                </a:solidFill>
              </a:rPr>
              <a:t>p</a:t>
            </a:r>
            <a:r>
              <a:rPr lang="en-US" altLang="en-US" dirty="0"/>
              <a:t>)</a:t>
            </a:r>
            <a:r>
              <a:rPr lang="en-US" altLang="en-US" dirty="0">
                <a:solidFill>
                  <a:srgbClr val="3366FF"/>
                </a:solidFill>
              </a:rPr>
              <a:t> </a:t>
            </a:r>
            <a:r>
              <a:rPr lang="en-US" altLang="en-US" dirty="0"/>
              <a:t>– used as an index into a </a:t>
            </a:r>
            <a:r>
              <a:rPr lang="en-US" altLang="en-US" b="1" dirty="0">
                <a:solidFill>
                  <a:srgbClr val="3366FF"/>
                </a:solidFill>
              </a:rPr>
              <a:t>page table </a:t>
            </a:r>
            <a:r>
              <a:rPr lang="en-US" altLang="en-US" dirty="0"/>
              <a:t>which contains base address of each page in physical memory</a:t>
            </a:r>
          </a:p>
          <a:p>
            <a:pPr lvl="1">
              <a:defRPr/>
            </a:pPr>
            <a:r>
              <a:rPr lang="en-US" altLang="en-US" b="1" dirty="0">
                <a:solidFill>
                  <a:srgbClr val="3366FF"/>
                </a:solidFill>
              </a:rPr>
              <a:t>Page offset </a:t>
            </a:r>
            <a:r>
              <a:rPr lang="en-US" altLang="en-US" dirty="0"/>
              <a:t>(</a:t>
            </a:r>
            <a:r>
              <a:rPr lang="en-US" altLang="en-US" b="1" i="1" dirty="0">
                <a:solidFill>
                  <a:srgbClr val="3366FF"/>
                </a:solidFill>
              </a:rPr>
              <a:t>d</a:t>
            </a:r>
            <a:r>
              <a:rPr lang="en-US" altLang="en-US" dirty="0"/>
              <a:t>)</a:t>
            </a:r>
            <a:r>
              <a:rPr lang="en-US" altLang="en-US" dirty="0">
                <a:solidFill>
                  <a:srgbClr val="3366FF"/>
                </a:solidFill>
              </a:rPr>
              <a:t> </a:t>
            </a:r>
            <a:r>
              <a:rPr lang="en-US" altLang="en-US" dirty="0"/>
              <a:t>– combined with base address to define the physical memory address that is sent to the memory unit</a:t>
            </a:r>
          </a:p>
          <a:p>
            <a:pPr lvl="1">
              <a:defRPr/>
            </a:pPr>
            <a:endParaRPr lang="en-US" altLang="en-US" dirty="0"/>
          </a:p>
          <a:p>
            <a:pPr lvl="1">
              <a:defRPr/>
            </a:pPr>
            <a:endParaRPr lang="en-US" altLang="en-US" dirty="0"/>
          </a:p>
          <a:p>
            <a:pPr marL="457200" lvl="1" indent="0">
              <a:buNone/>
              <a:defRPr/>
            </a:pPr>
            <a:endParaRPr lang="en-US" altLang="en-US" dirty="0"/>
          </a:p>
          <a:p>
            <a:pPr lvl="1">
              <a:defRPr/>
            </a:pPr>
            <a:endParaRPr lang="en-US" altLang="en-US" dirty="0"/>
          </a:p>
          <a:p>
            <a:pPr lvl="1">
              <a:defRPr/>
            </a:pPr>
            <a:r>
              <a:rPr lang="en-US" altLang="en-US" dirty="0"/>
              <a:t>For given logical address space 2</a:t>
            </a:r>
            <a:r>
              <a:rPr lang="en-US" altLang="en-US" i="1" baseline="30000" dirty="0"/>
              <a:t>m </a:t>
            </a:r>
            <a:r>
              <a:rPr lang="en-US" altLang="en-US" dirty="0"/>
              <a:t>and page size</a:t>
            </a:r>
            <a:r>
              <a:rPr lang="en-US" altLang="en-US" baseline="30000" dirty="0"/>
              <a:t> </a:t>
            </a:r>
            <a:r>
              <a:rPr lang="en-US" altLang="en-US" i="1" dirty="0"/>
              <a:t>2</a:t>
            </a:r>
            <a:r>
              <a:rPr lang="en-US" altLang="en-US" baseline="30000" dirty="0"/>
              <a:t>n</a:t>
            </a:r>
          </a:p>
        </p:txBody>
      </p:sp>
      <p:pic>
        <p:nvPicPr>
          <p:cNvPr id="66564" name="Picture 3">
            <a:extLst>
              <a:ext uri="{FF2B5EF4-FFF2-40B4-BE49-F238E27FC236}">
                <a16:creationId xmlns:a16="http://schemas.microsoft.com/office/drawing/2014/main" id="{97C9EBBA-5915-2565-23B3-1FC7F9C3DC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24364" y="3521076"/>
            <a:ext cx="3343275"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A59FC675-BF0B-7A02-75D5-4152AC389A24}"/>
              </a:ext>
            </a:extLst>
          </p:cNvPr>
          <p:cNvSpPr>
            <a:spLocks noGrp="1" noChangeArrowheads="1"/>
          </p:cNvSpPr>
          <p:nvPr>
            <p:ph type="title"/>
          </p:nvPr>
        </p:nvSpPr>
        <p:spPr>
          <a:xfrm>
            <a:off x="2273300" y="120651"/>
            <a:ext cx="7937500" cy="576263"/>
          </a:xfrm>
        </p:spPr>
        <p:txBody>
          <a:bodyPr>
            <a:normAutofit fontScale="90000"/>
          </a:bodyPr>
          <a:lstStyle/>
          <a:p>
            <a:pPr eaLnBrk="1" hangingPunct="1"/>
            <a:r>
              <a:rPr lang="en-US" altLang="en-US"/>
              <a:t>Paging Hardware</a:t>
            </a:r>
          </a:p>
        </p:txBody>
      </p:sp>
      <p:pic>
        <p:nvPicPr>
          <p:cNvPr id="68611" name="Picture 4" descr="8">
            <a:extLst>
              <a:ext uri="{FF2B5EF4-FFF2-40B4-BE49-F238E27FC236}">
                <a16:creationId xmlns:a16="http://schemas.microsoft.com/office/drawing/2014/main" id="{B62CB3CE-9F2E-EBB0-C4C5-F90D9F6E5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9764" y="1128713"/>
            <a:ext cx="6226175"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a:extLst>
              <a:ext uri="{FF2B5EF4-FFF2-40B4-BE49-F238E27FC236}">
                <a16:creationId xmlns:a16="http://schemas.microsoft.com/office/drawing/2014/main" id="{ADE0D4DB-4737-2D38-9B35-9AB011AF71C1}"/>
              </a:ext>
            </a:extLst>
          </p:cNvPr>
          <p:cNvSpPr>
            <a:spLocks noGrp="1" noChangeArrowheads="1"/>
          </p:cNvSpPr>
          <p:nvPr>
            <p:ph type="title"/>
          </p:nvPr>
        </p:nvSpPr>
        <p:spPr>
          <a:xfrm>
            <a:off x="2470150" y="46039"/>
            <a:ext cx="8229600" cy="644525"/>
          </a:xfrm>
        </p:spPr>
        <p:txBody>
          <a:bodyPr/>
          <a:lstStyle/>
          <a:p>
            <a:pPr eaLnBrk="1" hangingPunct="1"/>
            <a:r>
              <a:rPr lang="en-US" altLang="en-US" sz="2400"/>
              <a:t>Paging Model of Logical and  Physical Memory</a:t>
            </a:r>
          </a:p>
        </p:txBody>
      </p:sp>
      <p:pic>
        <p:nvPicPr>
          <p:cNvPr id="70659" name="Picture 1030">
            <a:extLst>
              <a:ext uri="{FF2B5EF4-FFF2-40B4-BE49-F238E27FC236}">
                <a16:creationId xmlns:a16="http://schemas.microsoft.com/office/drawing/2014/main" id="{6222F7F5-B64F-F47E-EC59-B9E61F38DC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2813" y="1203326"/>
            <a:ext cx="4938712"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5C45CA22-799E-02AE-1411-47EAA4BE6AD8}"/>
              </a:ext>
            </a:extLst>
          </p:cNvPr>
          <p:cNvSpPr>
            <a:spLocks noGrp="1" noChangeArrowheads="1"/>
          </p:cNvSpPr>
          <p:nvPr>
            <p:ph type="title"/>
          </p:nvPr>
        </p:nvSpPr>
        <p:spPr>
          <a:xfrm>
            <a:off x="2009775" y="87313"/>
            <a:ext cx="8077200" cy="609600"/>
          </a:xfrm>
        </p:spPr>
        <p:txBody>
          <a:bodyPr>
            <a:normAutofit fontScale="90000"/>
          </a:bodyPr>
          <a:lstStyle/>
          <a:p>
            <a:pPr eaLnBrk="1" hangingPunct="1"/>
            <a:r>
              <a:rPr lang="en-US" altLang="en-US"/>
              <a:t>Paging Example</a:t>
            </a:r>
          </a:p>
        </p:txBody>
      </p:sp>
      <p:sp>
        <p:nvSpPr>
          <p:cNvPr id="72707" name="Text Box 5">
            <a:extLst>
              <a:ext uri="{FF2B5EF4-FFF2-40B4-BE49-F238E27FC236}">
                <a16:creationId xmlns:a16="http://schemas.microsoft.com/office/drawing/2014/main" id="{2B5F7A67-32FD-8DAE-0F24-A377A1CD48CF}"/>
              </a:ext>
            </a:extLst>
          </p:cNvPr>
          <p:cNvSpPr txBox="1">
            <a:spLocks noChangeArrowheads="1"/>
          </p:cNvSpPr>
          <p:nvPr/>
        </p:nvSpPr>
        <p:spPr bwMode="auto">
          <a:xfrm>
            <a:off x="3170239" y="5586414"/>
            <a:ext cx="6003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sz="1600" i="1"/>
              <a:t>n</a:t>
            </a:r>
            <a:r>
              <a:rPr kumimoji="0" lang="en-US" altLang="en-US" sz="1600"/>
              <a:t>=2 and </a:t>
            </a:r>
            <a:r>
              <a:rPr kumimoji="0" lang="en-US" altLang="en-US" sz="1600" i="1"/>
              <a:t>m</a:t>
            </a:r>
            <a:r>
              <a:rPr kumimoji="0" lang="en-US" altLang="en-US" sz="1600"/>
              <a:t>=4   32-byte memory and 4-byte pages</a:t>
            </a:r>
          </a:p>
        </p:txBody>
      </p:sp>
      <p:pic>
        <p:nvPicPr>
          <p:cNvPr id="72708" name="Picture 6">
            <a:extLst>
              <a:ext uri="{FF2B5EF4-FFF2-40B4-BE49-F238E27FC236}">
                <a16:creationId xmlns:a16="http://schemas.microsoft.com/office/drawing/2014/main" id="{56DA13EA-5047-AEEC-6198-91F260490D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9900" y="1243014"/>
            <a:ext cx="3384550" cy="421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D2189C97-0D0B-1C0B-ABB8-F1EFADE5ED73}"/>
              </a:ext>
            </a:extLst>
          </p:cNvPr>
          <p:cNvSpPr>
            <a:spLocks noGrp="1" noChangeArrowheads="1"/>
          </p:cNvSpPr>
          <p:nvPr>
            <p:ph type="title"/>
          </p:nvPr>
        </p:nvSpPr>
        <p:spPr>
          <a:xfrm>
            <a:off x="2012950" y="120651"/>
            <a:ext cx="8229600" cy="576263"/>
          </a:xfrm>
        </p:spPr>
        <p:txBody>
          <a:bodyPr>
            <a:normAutofit fontScale="90000"/>
          </a:bodyPr>
          <a:lstStyle/>
          <a:p>
            <a:r>
              <a:rPr lang="en-US" altLang="en-US"/>
              <a:t>Paging (Cont.)</a:t>
            </a:r>
          </a:p>
        </p:txBody>
      </p:sp>
      <p:sp>
        <p:nvSpPr>
          <p:cNvPr id="74755" name="Content Placeholder 2">
            <a:extLst>
              <a:ext uri="{FF2B5EF4-FFF2-40B4-BE49-F238E27FC236}">
                <a16:creationId xmlns:a16="http://schemas.microsoft.com/office/drawing/2014/main" id="{13F941F0-FA5B-570F-C995-9DDE995BD437}"/>
              </a:ext>
            </a:extLst>
          </p:cNvPr>
          <p:cNvSpPr>
            <a:spLocks noGrp="1" noChangeArrowheads="1"/>
          </p:cNvSpPr>
          <p:nvPr>
            <p:ph idx="1"/>
          </p:nvPr>
        </p:nvSpPr>
        <p:spPr>
          <a:xfrm>
            <a:off x="2455863" y="1138239"/>
            <a:ext cx="8337550" cy="4821237"/>
          </a:xfrm>
        </p:spPr>
        <p:txBody>
          <a:bodyPr>
            <a:normAutofit fontScale="92500" lnSpcReduction="20000"/>
          </a:bodyPr>
          <a:lstStyle/>
          <a:p>
            <a:r>
              <a:rPr lang="en-US" altLang="en-US"/>
              <a:t>Calculating internal fragmentation</a:t>
            </a:r>
          </a:p>
          <a:p>
            <a:pPr lvl="1"/>
            <a:r>
              <a:rPr lang="en-US" altLang="en-US"/>
              <a:t>Page size = 2,048 bytes</a:t>
            </a:r>
          </a:p>
          <a:p>
            <a:pPr lvl="1"/>
            <a:r>
              <a:rPr lang="en-US" altLang="en-US"/>
              <a:t>Process size = 72,766 bytes</a:t>
            </a:r>
          </a:p>
          <a:p>
            <a:pPr lvl="1"/>
            <a:r>
              <a:rPr lang="en-US" altLang="en-US"/>
              <a:t>35 pages + 1,086 bytes</a:t>
            </a:r>
          </a:p>
          <a:p>
            <a:pPr lvl="1"/>
            <a:r>
              <a:rPr lang="en-US" altLang="en-US"/>
              <a:t>Internal fragmentation of 2,048 - 1,086 = 962 bytes</a:t>
            </a:r>
          </a:p>
          <a:p>
            <a:pPr lvl="1"/>
            <a:r>
              <a:rPr lang="en-US" altLang="en-US"/>
              <a:t>Worst case fragmentation = 1 frame – 1 byte</a:t>
            </a:r>
          </a:p>
          <a:p>
            <a:pPr lvl="1"/>
            <a:r>
              <a:rPr lang="en-US" altLang="en-US"/>
              <a:t>On average fragmentation = 1 / 2 frame size</a:t>
            </a:r>
          </a:p>
          <a:p>
            <a:pPr lvl="1"/>
            <a:r>
              <a:rPr lang="en-US" altLang="en-US"/>
              <a:t>So small frame sizes desirable?</a:t>
            </a:r>
          </a:p>
          <a:p>
            <a:pPr lvl="1"/>
            <a:r>
              <a:rPr lang="en-US" altLang="en-US"/>
              <a:t>But each page table entry takes memory to track</a:t>
            </a:r>
          </a:p>
          <a:p>
            <a:pPr lvl="1"/>
            <a:r>
              <a:rPr lang="en-US" altLang="en-US"/>
              <a:t>Page sizes growing over time</a:t>
            </a:r>
          </a:p>
          <a:p>
            <a:pPr lvl="2"/>
            <a:r>
              <a:rPr lang="en-US" altLang="en-US"/>
              <a:t>Solaris supports two page sizes – 8 KB and 4 MB</a:t>
            </a:r>
          </a:p>
          <a:p>
            <a:r>
              <a:rPr lang="en-US" altLang="en-US"/>
              <a:t>Process view and physical memory now very different</a:t>
            </a:r>
          </a:p>
          <a:p>
            <a:r>
              <a:rPr lang="en-US" altLang="en-US"/>
              <a:t>By implementation process can only access its own memory</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86C4063-6636-F59E-B7B2-1D41186D5C80}"/>
              </a:ext>
            </a:extLst>
          </p:cNvPr>
          <p:cNvSpPr>
            <a:spLocks noGrp="1" noChangeArrowheads="1"/>
          </p:cNvSpPr>
          <p:nvPr>
            <p:ph type="title"/>
          </p:nvPr>
        </p:nvSpPr>
        <p:spPr>
          <a:xfrm>
            <a:off x="1981200" y="152401"/>
            <a:ext cx="8229600" cy="576263"/>
          </a:xfrm>
        </p:spPr>
        <p:txBody>
          <a:bodyPr>
            <a:normAutofit fontScale="90000"/>
          </a:bodyPr>
          <a:lstStyle/>
          <a:p>
            <a:pPr eaLnBrk="1" hangingPunct="1"/>
            <a:r>
              <a:rPr lang="en-US" altLang="en-US"/>
              <a:t>Free Frames</a:t>
            </a:r>
          </a:p>
        </p:txBody>
      </p:sp>
      <p:sp>
        <p:nvSpPr>
          <p:cNvPr id="75779" name="Text Box 4">
            <a:extLst>
              <a:ext uri="{FF2B5EF4-FFF2-40B4-BE49-F238E27FC236}">
                <a16:creationId xmlns:a16="http://schemas.microsoft.com/office/drawing/2014/main" id="{71543606-5DA0-E660-FEF6-C736BE52258E}"/>
              </a:ext>
            </a:extLst>
          </p:cNvPr>
          <p:cNvSpPr txBox="1">
            <a:spLocks noChangeArrowheads="1"/>
          </p:cNvSpPr>
          <p:nvPr/>
        </p:nvSpPr>
        <p:spPr bwMode="auto">
          <a:xfrm>
            <a:off x="3452814" y="5721350"/>
            <a:ext cx="1901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a:t>Before allocation</a:t>
            </a:r>
          </a:p>
        </p:txBody>
      </p:sp>
      <p:sp>
        <p:nvSpPr>
          <p:cNvPr id="75780" name="Text Box 5">
            <a:extLst>
              <a:ext uri="{FF2B5EF4-FFF2-40B4-BE49-F238E27FC236}">
                <a16:creationId xmlns:a16="http://schemas.microsoft.com/office/drawing/2014/main" id="{170D6AD2-193F-5C0B-DE8B-A03FBB5598ED}"/>
              </a:ext>
            </a:extLst>
          </p:cNvPr>
          <p:cNvSpPr txBox="1">
            <a:spLocks noChangeArrowheads="1"/>
          </p:cNvSpPr>
          <p:nvPr/>
        </p:nvSpPr>
        <p:spPr bwMode="auto">
          <a:xfrm>
            <a:off x="6867526" y="5734050"/>
            <a:ext cx="171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a:t>After allocation</a:t>
            </a:r>
          </a:p>
        </p:txBody>
      </p:sp>
      <p:pic>
        <p:nvPicPr>
          <p:cNvPr id="75781" name="Picture 7">
            <a:extLst>
              <a:ext uri="{FF2B5EF4-FFF2-40B4-BE49-F238E27FC236}">
                <a16:creationId xmlns:a16="http://schemas.microsoft.com/office/drawing/2014/main" id="{42C10246-D9B5-387E-ECB6-39B6636FA7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626" y="1244600"/>
            <a:ext cx="5903913" cy="423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5D923520-42D4-E790-A939-95E7ACBEAD57}"/>
              </a:ext>
            </a:extLst>
          </p:cNvPr>
          <p:cNvSpPr>
            <a:spLocks noGrp="1" noChangeArrowheads="1"/>
          </p:cNvSpPr>
          <p:nvPr>
            <p:ph type="title"/>
          </p:nvPr>
        </p:nvSpPr>
        <p:spPr>
          <a:xfrm>
            <a:off x="2170113" y="198438"/>
            <a:ext cx="8229600" cy="576262"/>
          </a:xfrm>
        </p:spPr>
        <p:txBody>
          <a:bodyPr>
            <a:normAutofit fontScale="90000"/>
          </a:bodyPr>
          <a:lstStyle/>
          <a:p>
            <a:pPr eaLnBrk="1" hangingPunct="1"/>
            <a:r>
              <a:rPr lang="en-US" altLang="en-US"/>
              <a:t>Implementation of Page Table</a:t>
            </a:r>
          </a:p>
        </p:txBody>
      </p:sp>
      <p:sp>
        <p:nvSpPr>
          <p:cNvPr id="77827" name="Rectangle 3">
            <a:extLst>
              <a:ext uri="{FF2B5EF4-FFF2-40B4-BE49-F238E27FC236}">
                <a16:creationId xmlns:a16="http://schemas.microsoft.com/office/drawing/2014/main" id="{90E3F1F3-58E7-4A07-EB9C-871B9E75FDF9}"/>
              </a:ext>
            </a:extLst>
          </p:cNvPr>
          <p:cNvSpPr>
            <a:spLocks noGrp="1" noChangeArrowheads="1"/>
          </p:cNvSpPr>
          <p:nvPr>
            <p:ph type="body" idx="1"/>
          </p:nvPr>
        </p:nvSpPr>
        <p:spPr>
          <a:xfrm>
            <a:off x="2397126" y="1146175"/>
            <a:ext cx="6797675" cy="4686300"/>
          </a:xfrm>
        </p:spPr>
        <p:txBody>
          <a:bodyPr>
            <a:normAutofit fontScale="92500" lnSpcReduction="20000"/>
          </a:bodyPr>
          <a:lstStyle/>
          <a:p>
            <a:r>
              <a:rPr lang="en-US" altLang="en-US"/>
              <a:t>Page table is kept in main memory</a:t>
            </a:r>
          </a:p>
          <a:p>
            <a:r>
              <a:rPr lang="en-US" altLang="en-US" b="1">
                <a:solidFill>
                  <a:srgbClr val="3366FF"/>
                </a:solidFill>
              </a:rPr>
              <a:t>Page-table base register </a:t>
            </a:r>
            <a:r>
              <a:rPr lang="en-US" altLang="en-US"/>
              <a:t>(</a:t>
            </a:r>
            <a:r>
              <a:rPr lang="en-US" altLang="en-US" b="1">
                <a:solidFill>
                  <a:srgbClr val="3366FF"/>
                </a:solidFill>
              </a:rPr>
              <a:t>PTBR</a:t>
            </a:r>
            <a:r>
              <a:rPr lang="en-US" altLang="en-US"/>
              <a:t>)</a:t>
            </a:r>
            <a:r>
              <a:rPr lang="en-US" altLang="en-US">
                <a:solidFill>
                  <a:srgbClr val="3366FF"/>
                </a:solidFill>
              </a:rPr>
              <a:t> </a:t>
            </a:r>
            <a:r>
              <a:rPr lang="en-US" altLang="en-US"/>
              <a:t>points to the page table</a:t>
            </a:r>
          </a:p>
          <a:p>
            <a:r>
              <a:rPr lang="en-US" altLang="en-US" b="1">
                <a:solidFill>
                  <a:srgbClr val="3366FF"/>
                </a:solidFill>
              </a:rPr>
              <a:t>Page-table length register </a:t>
            </a:r>
            <a:r>
              <a:rPr lang="en-US" altLang="en-US"/>
              <a:t>(</a:t>
            </a:r>
            <a:r>
              <a:rPr lang="en-US" altLang="en-US" b="1">
                <a:solidFill>
                  <a:srgbClr val="3366FF"/>
                </a:solidFill>
              </a:rPr>
              <a:t>PTLR</a:t>
            </a:r>
            <a:r>
              <a:rPr lang="en-US" altLang="en-US"/>
              <a:t>)</a:t>
            </a:r>
            <a:r>
              <a:rPr lang="en-US" altLang="en-US">
                <a:solidFill>
                  <a:srgbClr val="3366FF"/>
                </a:solidFill>
              </a:rPr>
              <a:t> </a:t>
            </a:r>
            <a:r>
              <a:rPr lang="en-US" altLang="en-US"/>
              <a:t>indicates size of the page table</a:t>
            </a:r>
          </a:p>
          <a:p>
            <a:r>
              <a:rPr lang="en-US" altLang="en-US"/>
              <a:t>In this scheme every data/instruction access requires two memory accesses</a:t>
            </a:r>
          </a:p>
          <a:p>
            <a:pPr lvl="1"/>
            <a:r>
              <a:rPr lang="en-US" altLang="en-US"/>
              <a:t>One for the page table and one for the data / instruction</a:t>
            </a:r>
          </a:p>
          <a:p>
            <a:r>
              <a:rPr lang="en-US" altLang="en-US"/>
              <a:t>The two memory access problem can be solved by the use of a special fast-lookup hardware cache called </a:t>
            </a:r>
            <a:r>
              <a:rPr lang="en-US" altLang="en-US" b="1">
                <a:solidFill>
                  <a:srgbClr val="3366FF"/>
                </a:solidFill>
              </a:rPr>
              <a:t>associative memory </a:t>
            </a:r>
            <a:r>
              <a:rPr lang="en-US" altLang="en-US"/>
              <a:t>or </a:t>
            </a:r>
            <a:r>
              <a:rPr lang="en-US" altLang="en-US" b="1">
                <a:solidFill>
                  <a:srgbClr val="3366FF"/>
                </a:solidFill>
              </a:rPr>
              <a:t>translation look-aside buffers </a:t>
            </a:r>
            <a:r>
              <a:rPr lang="en-US" altLang="en-US"/>
              <a:t>(</a:t>
            </a:r>
            <a:r>
              <a:rPr lang="en-US" altLang="en-US" b="1">
                <a:solidFill>
                  <a:srgbClr val="3366FF"/>
                </a:solidFill>
              </a:rPr>
              <a:t>TLBs</a:t>
            </a:r>
            <a:r>
              <a:rPr lang="en-US" altLang="en-US"/>
              <a:t>)</a:t>
            </a:r>
            <a:endParaRPr lang="en-US" altLang="en-US" b="1">
              <a:solidFill>
                <a:srgbClr val="3366FF"/>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74F8B526-B7BF-3AFC-B4BC-753D213CA5F8}"/>
              </a:ext>
            </a:extLst>
          </p:cNvPr>
          <p:cNvSpPr>
            <a:spLocks noGrp="1" noChangeArrowheads="1"/>
          </p:cNvSpPr>
          <p:nvPr>
            <p:ph type="title"/>
          </p:nvPr>
        </p:nvSpPr>
        <p:spPr>
          <a:xfrm>
            <a:off x="2579688" y="166688"/>
            <a:ext cx="8229600" cy="576262"/>
          </a:xfrm>
        </p:spPr>
        <p:txBody>
          <a:bodyPr>
            <a:normAutofit fontScale="90000"/>
          </a:bodyPr>
          <a:lstStyle/>
          <a:p>
            <a:pPr eaLnBrk="1" hangingPunct="1"/>
            <a:r>
              <a:rPr lang="en-US" altLang="en-US"/>
              <a:t>Implementation of Page Table (Cont.)</a:t>
            </a:r>
          </a:p>
        </p:txBody>
      </p:sp>
      <p:sp>
        <p:nvSpPr>
          <p:cNvPr id="79875" name="Rectangle 3">
            <a:extLst>
              <a:ext uri="{FF2B5EF4-FFF2-40B4-BE49-F238E27FC236}">
                <a16:creationId xmlns:a16="http://schemas.microsoft.com/office/drawing/2014/main" id="{0A09E6AB-14BD-D887-AC68-3FCBA9274D38}"/>
              </a:ext>
            </a:extLst>
          </p:cNvPr>
          <p:cNvSpPr>
            <a:spLocks noGrp="1" noChangeArrowheads="1"/>
          </p:cNvSpPr>
          <p:nvPr>
            <p:ph type="body" idx="1"/>
          </p:nvPr>
        </p:nvSpPr>
        <p:spPr>
          <a:xfrm>
            <a:off x="2397126" y="1146175"/>
            <a:ext cx="6924675" cy="4686300"/>
          </a:xfrm>
        </p:spPr>
        <p:txBody>
          <a:bodyPr/>
          <a:lstStyle/>
          <a:p>
            <a:r>
              <a:rPr lang="en-US" altLang="en-US"/>
              <a:t>Some TLBs store</a:t>
            </a:r>
            <a:r>
              <a:rPr lang="en-US" altLang="en-US" b="1"/>
              <a:t> </a:t>
            </a:r>
            <a:r>
              <a:rPr lang="en-US" altLang="en-US" b="1">
                <a:solidFill>
                  <a:srgbClr val="3366FF"/>
                </a:solidFill>
              </a:rPr>
              <a:t>address-space identifiers </a:t>
            </a:r>
            <a:r>
              <a:rPr lang="en-US" altLang="en-US"/>
              <a:t>(</a:t>
            </a:r>
            <a:r>
              <a:rPr lang="en-US" altLang="en-US" b="1">
                <a:solidFill>
                  <a:srgbClr val="3366FF"/>
                </a:solidFill>
              </a:rPr>
              <a:t>ASIDs</a:t>
            </a:r>
            <a:r>
              <a:rPr lang="en-US" altLang="en-US"/>
              <a:t>)</a:t>
            </a:r>
            <a:r>
              <a:rPr lang="en-US" altLang="en-US" b="1">
                <a:solidFill>
                  <a:srgbClr val="3366FF"/>
                </a:solidFill>
              </a:rPr>
              <a:t> </a:t>
            </a:r>
            <a:r>
              <a:rPr lang="en-US" altLang="en-US"/>
              <a:t>in each TLB entry – uniquely identifies each process to provide address-space protection for that process</a:t>
            </a:r>
          </a:p>
          <a:p>
            <a:pPr lvl="1"/>
            <a:r>
              <a:rPr lang="en-US" altLang="en-US"/>
              <a:t>Otherwise need to flush at every context switch</a:t>
            </a:r>
          </a:p>
          <a:p>
            <a:r>
              <a:rPr lang="en-US" altLang="en-US"/>
              <a:t>TLBs typically small (64 to 1,024 entries)</a:t>
            </a:r>
          </a:p>
          <a:p>
            <a:r>
              <a:rPr lang="en-US" altLang="en-US"/>
              <a:t>On a TLB miss, value is loaded into the TLB for faster access next time</a:t>
            </a:r>
          </a:p>
          <a:p>
            <a:pPr lvl="1"/>
            <a:r>
              <a:rPr lang="en-US" altLang="en-US"/>
              <a:t>Replacement policies must be considered</a:t>
            </a:r>
          </a:p>
          <a:p>
            <a:pPr lvl="1"/>
            <a:r>
              <a:rPr lang="en-US" altLang="en-US"/>
              <a:t>Some entries can be</a:t>
            </a:r>
            <a:r>
              <a:rPr lang="en-US" altLang="en-US" b="1">
                <a:solidFill>
                  <a:srgbClr val="3366FF"/>
                </a:solidFill>
              </a:rPr>
              <a:t> wired down </a:t>
            </a:r>
            <a:r>
              <a:rPr lang="en-US" altLang="en-US"/>
              <a:t>for permanent fast access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050">
            <a:extLst>
              <a:ext uri="{FF2B5EF4-FFF2-40B4-BE49-F238E27FC236}">
                <a16:creationId xmlns:a16="http://schemas.microsoft.com/office/drawing/2014/main" id="{75A8C8AD-BE6A-2115-30F5-C9772A91C282}"/>
              </a:ext>
            </a:extLst>
          </p:cNvPr>
          <p:cNvSpPr>
            <a:spLocks noGrp="1" noChangeArrowheads="1"/>
          </p:cNvSpPr>
          <p:nvPr>
            <p:ph type="title"/>
          </p:nvPr>
        </p:nvSpPr>
        <p:spPr>
          <a:xfrm>
            <a:off x="1981200" y="166688"/>
            <a:ext cx="8229600" cy="576262"/>
          </a:xfrm>
        </p:spPr>
        <p:txBody>
          <a:bodyPr>
            <a:normAutofit fontScale="90000"/>
          </a:bodyPr>
          <a:lstStyle/>
          <a:p>
            <a:pPr eaLnBrk="1" hangingPunct="1"/>
            <a:r>
              <a:rPr lang="en-US" altLang="en-US"/>
              <a:t>Associative Memory</a:t>
            </a:r>
          </a:p>
        </p:txBody>
      </p:sp>
      <p:sp>
        <p:nvSpPr>
          <p:cNvPr id="81923" name="Rectangle 2051">
            <a:extLst>
              <a:ext uri="{FF2B5EF4-FFF2-40B4-BE49-F238E27FC236}">
                <a16:creationId xmlns:a16="http://schemas.microsoft.com/office/drawing/2014/main" id="{6C867E7A-E868-A152-3F9F-54EB80C29C72}"/>
              </a:ext>
            </a:extLst>
          </p:cNvPr>
          <p:cNvSpPr>
            <a:spLocks noGrp="1" noChangeArrowheads="1"/>
          </p:cNvSpPr>
          <p:nvPr>
            <p:ph type="body" idx="1"/>
          </p:nvPr>
        </p:nvSpPr>
        <p:spPr>
          <a:xfrm>
            <a:off x="2427288" y="1211263"/>
            <a:ext cx="7351712" cy="4483100"/>
          </a:xfrm>
        </p:spPr>
        <p:txBody>
          <a:bodyPr/>
          <a:lstStyle/>
          <a:p>
            <a:r>
              <a:rPr lang="en-US" altLang="en-US"/>
              <a:t>Associative memory – parallel search </a:t>
            </a:r>
          </a:p>
          <a:p>
            <a:endParaRPr lang="en-US" altLang="en-US"/>
          </a:p>
          <a:p>
            <a:endParaRPr lang="en-US" altLang="en-US"/>
          </a:p>
          <a:p>
            <a:endParaRPr lang="en-US" altLang="en-US"/>
          </a:p>
          <a:p>
            <a:endParaRPr lang="en-US" altLang="en-US"/>
          </a:p>
          <a:p>
            <a:pPr>
              <a:buFont typeface="Monotype Sorts" pitchFamily="-84" charset="2"/>
              <a:buNone/>
            </a:pPr>
            <a:endParaRPr lang="en-US" altLang="en-US"/>
          </a:p>
          <a:p>
            <a:r>
              <a:rPr lang="en-US" altLang="en-US"/>
              <a:t>Address translation (p, d)</a:t>
            </a:r>
          </a:p>
          <a:p>
            <a:pPr marL="627063" lvl="1"/>
            <a:r>
              <a:rPr lang="en-US" altLang="en-US"/>
              <a:t>If p is in associative register, get frame # out</a:t>
            </a:r>
          </a:p>
          <a:p>
            <a:pPr marL="627063" lvl="1"/>
            <a:r>
              <a:rPr lang="en-US" altLang="en-US"/>
              <a:t>Otherwise get frame # from page table in memory</a:t>
            </a:r>
          </a:p>
          <a:p>
            <a:pPr marL="627063" lvl="1"/>
            <a:endParaRPr lang="en-US" altLang="en-US"/>
          </a:p>
        </p:txBody>
      </p:sp>
      <p:pic>
        <p:nvPicPr>
          <p:cNvPr id="81924" name="Picture 1">
            <a:extLst>
              <a:ext uri="{FF2B5EF4-FFF2-40B4-BE49-F238E27FC236}">
                <a16:creationId xmlns:a16="http://schemas.microsoft.com/office/drawing/2014/main" id="{184D6348-E537-D25C-077A-2D0F00C293B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19476" y="1693864"/>
            <a:ext cx="294322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30972224-2CDD-BB6A-0D4B-B5BB8DADB168}"/>
              </a:ext>
            </a:extLst>
          </p:cNvPr>
          <p:cNvSpPr>
            <a:spLocks noGrp="1" noChangeArrowheads="1"/>
          </p:cNvSpPr>
          <p:nvPr>
            <p:ph type="title"/>
          </p:nvPr>
        </p:nvSpPr>
        <p:spPr>
          <a:xfrm>
            <a:off x="2012950" y="182563"/>
            <a:ext cx="8229600" cy="576262"/>
          </a:xfrm>
        </p:spPr>
        <p:txBody>
          <a:bodyPr>
            <a:normAutofit fontScale="90000"/>
          </a:bodyPr>
          <a:lstStyle/>
          <a:p>
            <a:pPr eaLnBrk="1" hangingPunct="1"/>
            <a:r>
              <a:rPr lang="en-US" altLang="en-US"/>
              <a:t>Paging Hardware With TLB</a:t>
            </a:r>
            <a:endParaRPr lang="en-US" altLang="en-US" sz="2400"/>
          </a:p>
        </p:txBody>
      </p:sp>
      <p:pic>
        <p:nvPicPr>
          <p:cNvPr id="83971" name="Picture 5">
            <a:extLst>
              <a:ext uri="{FF2B5EF4-FFF2-40B4-BE49-F238E27FC236}">
                <a16:creationId xmlns:a16="http://schemas.microsoft.com/office/drawing/2014/main" id="{C22CFF49-42F9-482C-4ADA-2A7C8D1FA6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5176" y="1284288"/>
            <a:ext cx="5637213" cy="426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D364E-C33B-0674-EB9A-1F9608081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FE26F-AA32-E4B9-E942-0AF6BA983C88}"/>
              </a:ext>
            </a:extLst>
          </p:cNvPr>
          <p:cNvSpPr>
            <a:spLocks noGrp="1"/>
          </p:cNvSpPr>
          <p:nvPr>
            <p:ph type="title"/>
          </p:nvPr>
        </p:nvSpPr>
        <p:spPr/>
        <p:txBody>
          <a:bodyPr/>
          <a:lstStyle/>
          <a:p>
            <a:r>
              <a:rPr lang="en-US" altLang="en-US" dirty="0"/>
              <a:t>Virtual Memory</a:t>
            </a:r>
            <a:endParaRPr lang="en-IN" dirty="0"/>
          </a:p>
        </p:txBody>
      </p:sp>
      <p:sp>
        <p:nvSpPr>
          <p:cNvPr id="3" name="Content Placeholder 2">
            <a:extLst>
              <a:ext uri="{FF2B5EF4-FFF2-40B4-BE49-F238E27FC236}">
                <a16:creationId xmlns:a16="http://schemas.microsoft.com/office/drawing/2014/main" id="{6E64078E-CE8B-27EC-03FB-D6D3258F2EE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41757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668295B-C1B7-5B99-93B0-388474CACC0E}"/>
              </a:ext>
            </a:extLst>
          </p:cNvPr>
          <p:cNvSpPr>
            <a:spLocks noGrp="1" noChangeArrowheads="1"/>
          </p:cNvSpPr>
          <p:nvPr>
            <p:ph type="title"/>
          </p:nvPr>
        </p:nvSpPr>
        <p:spPr>
          <a:xfrm>
            <a:off x="1981200" y="141288"/>
            <a:ext cx="8229600" cy="576262"/>
          </a:xfrm>
        </p:spPr>
        <p:txBody>
          <a:bodyPr>
            <a:normAutofit fontScale="90000"/>
          </a:bodyPr>
          <a:lstStyle/>
          <a:p>
            <a:pPr eaLnBrk="1" hangingPunct="1"/>
            <a:r>
              <a:rPr lang="en-US" altLang="en-US"/>
              <a:t>Background</a:t>
            </a:r>
          </a:p>
        </p:txBody>
      </p:sp>
      <p:sp>
        <p:nvSpPr>
          <p:cNvPr id="7171" name="Rectangle 3">
            <a:extLst>
              <a:ext uri="{FF2B5EF4-FFF2-40B4-BE49-F238E27FC236}">
                <a16:creationId xmlns:a16="http://schemas.microsoft.com/office/drawing/2014/main" id="{1DD6A78B-DD90-9AB7-E0B3-8A2206D0F3F4}"/>
              </a:ext>
            </a:extLst>
          </p:cNvPr>
          <p:cNvSpPr>
            <a:spLocks noGrp="1" noChangeArrowheads="1"/>
          </p:cNvSpPr>
          <p:nvPr>
            <p:ph type="body" idx="1"/>
          </p:nvPr>
        </p:nvSpPr>
        <p:spPr>
          <a:xfrm>
            <a:off x="2386013" y="1111251"/>
            <a:ext cx="7213600" cy="4530725"/>
          </a:xfrm>
        </p:spPr>
        <p:txBody>
          <a:bodyPr>
            <a:normAutofit fontScale="92500" lnSpcReduction="20000"/>
          </a:bodyPr>
          <a:lstStyle/>
          <a:p>
            <a:r>
              <a:rPr lang="en-US" altLang="en-US"/>
              <a:t>Code needs to be in memory to execute, but entire program rarely used</a:t>
            </a:r>
          </a:p>
          <a:p>
            <a:pPr lvl="1"/>
            <a:r>
              <a:rPr lang="en-US" altLang="en-US"/>
              <a:t>Error code, unusual routines, large data structures</a:t>
            </a:r>
          </a:p>
          <a:p>
            <a:r>
              <a:rPr lang="en-US" altLang="en-US"/>
              <a:t>Entire program code not needed at same time</a:t>
            </a:r>
          </a:p>
          <a:p>
            <a:r>
              <a:rPr lang="en-US" altLang="en-US"/>
              <a:t>Consider ability to execute partially-loaded program</a:t>
            </a:r>
          </a:p>
          <a:p>
            <a:pPr lvl="1"/>
            <a:r>
              <a:rPr lang="en-US" altLang="en-US"/>
              <a:t>Program no longer constrained by limits of physical memory</a:t>
            </a:r>
          </a:p>
          <a:p>
            <a:pPr lvl="1"/>
            <a:r>
              <a:rPr lang="en-US" altLang="en-US"/>
              <a:t>Each program takes less memory while running -&gt; more programs run at the same time</a:t>
            </a:r>
          </a:p>
          <a:p>
            <a:pPr lvl="2"/>
            <a:r>
              <a:rPr lang="en-US" altLang="en-US"/>
              <a:t>Increased CPU utilization and throughput with no increase in response time or turnaround time</a:t>
            </a:r>
          </a:p>
          <a:p>
            <a:pPr lvl="1"/>
            <a:r>
              <a:rPr lang="en-US" altLang="en-US"/>
              <a:t>Less I/O needed to load or swap programs into memory -&gt; each user program runs faster</a:t>
            </a:r>
          </a:p>
          <a:p>
            <a:pPr lvl="1"/>
            <a:endParaRPr lang="en-US"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31F2FEE-2AC7-EA89-6FCC-79257C7B34D2}"/>
              </a:ext>
            </a:extLst>
          </p:cNvPr>
          <p:cNvSpPr>
            <a:spLocks noGrp="1" noChangeArrowheads="1"/>
          </p:cNvSpPr>
          <p:nvPr>
            <p:ph type="title"/>
          </p:nvPr>
        </p:nvSpPr>
        <p:spPr>
          <a:xfrm>
            <a:off x="1981200" y="150813"/>
            <a:ext cx="8229600" cy="576262"/>
          </a:xfrm>
        </p:spPr>
        <p:txBody>
          <a:bodyPr>
            <a:normAutofit fontScale="90000"/>
          </a:bodyPr>
          <a:lstStyle/>
          <a:p>
            <a:pPr eaLnBrk="1" hangingPunct="1"/>
            <a:r>
              <a:rPr lang="en-US" altLang="en-US"/>
              <a:t>Background (Cont.)</a:t>
            </a:r>
          </a:p>
        </p:txBody>
      </p:sp>
      <p:sp>
        <p:nvSpPr>
          <p:cNvPr id="8195" name="Rectangle 3">
            <a:extLst>
              <a:ext uri="{FF2B5EF4-FFF2-40B4-BE49-F238E27FC236}">
                <a16:creationId xmlns:a16="http://schemas.microsoft.com/office/drawing/2014/main" id="{A8A3D87F-619D-FFD0-2BAC-8E8E7267363B}"/>
              </a:ext>
            </a:extLst>
          </p:cNvPr>
          <p:cNvSpPr>
            <a:spLocks noGrp="1" noChangeArrowheads="1"/>
          </p:cNvSpPr>
          <p:nvPr>
            <p:ph type="body" idx="1"/>
          </p:nvPr>
        </p:nvSpPr>
        <p:spPr>
          <a:xfrm>
            <a:off x="2373314" y="1063625"/>
            <a:ext cx="7177087" cy="4529138"/>
          </a:xfrm>
        </p:spPr>
        <p:txBody>
          <a:bodyPr/>
          <a:lstStyle/>
          <a:p>
            <a:r>
              <a:rPr lang="en-US" altLang="en-US" b="1">
                <a:solidFill>
                  <a:srgbClr val="3366FF"/>
                </a:solidFill>
              </a:rPr>
              <a:t>Virtual memory</a:t>
            </a:r>
            <a:r>
              <a:rPr lang="en-US" altLang="en-US">
                <a:solidFill>
                  <a:srgbClr val="3366FF"/>
                </a:solidFill>
              </a:rPr>
              <a:t> </a:t>
            </a:r>
            <a:r>
              <a:rPr lang="en-US" altLang="en-US"/>
              <a:t>– separation of user logical memory from physical memory</a:t>
            </a:r>
          </a:p>
          <a:p>
            <a:pPr lvl="1"/>
            <a:r>
              <a:rPr lang="en-US" altLang="en-US" sz="1600"/>
              <a:t>Only part of the program needs to be in memory for execution</a:t>
            </a:r>
          </a:p>
          <a:p>
            <a:pPr lvl="1"/>
            <a:r>
              <a:rPr lang="en-US" altLang="en-US" sz="1600"/>
              <a:t>Logical address space can therefore be much larger than physical address space</a:t>
            </a:r>
          </a:p>
          <a:p>
            <a:pPr lvl="1"/>
            <a:r>
              <a:rPr lang="en-US" altLang="en-US" sz="1600"/>
              <a:t>Allows address spaces to be shared by several processes</a:t>
            </a:r>
          </a:p>
          <a:p>
            <a:pPr lvl="1"/>
            <a:r>
              <a:rPr lang="en-US" altLang="en-US" sz="1600"/>
              <a:t>Allows for more efficient process creation</a:t>
            </a:r>
          </a:p>
          <a:p>
            <a:pPr lvl="1"/>
            <a:r>
              <a:rPr lang="en-US" altLang="en-US" sz="1600"/>
              <a:t>More programs running concurrently</a:t>
            </a:r>
          </a:p>
          <a:p>
            <a:pPr lvl="1"/>
            <a:r>
              <a:rPr lang="en-US" altLang="en-US" sz="1600"/>
              <a:t>Less I/O needed to load or swap processes</a:t>
            </a:r>
          </a:p>
          <a:p>
            <a:endParaRPr lang="en-US" altLang="en-US" sz="16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2D7E57E-FE85-28EE-4FE1-0EFCE18D9841}"/>
              </a:ext>
            </a:extLst>
          </p:cNvPr>
          <p:cNvSpPr>
            <a:spLocks noGrp="1" noChangeArrowheads="1"/>
          </p:cNvSpPr>
          <p:nvPr>
            <p:ph type="title"/>
          </p:nvPr>
        </p:nvSpPr>
        <p:spPr>
          <a:xfrm>
            <a:off x="1981200" y="150813"/>
            <a:ext cx="8229600" cy="576262"/>
          </a:xfrm>
        </p:spPr>
        <p:txBody>
          <a:bodyPr>
            <a:normAutofit fontScale="90000"/>
          </a:bodyPr>
          <a:lstStyle/>
          <a:p>
            <a:pPr eaLnBrk="1" hangingPunct="1"/>
            <a:r>
              <a:rPr lang="en-US" altLang="en-US"/>
              <a:t>Background (Cont.)</a:t>
            </a:r>
          </a:p>
        </p:txBody>
      </p:sp>
      <p:sp>
        <p:nvSpPr>
          <p:cNvPr id="9219" name="Rectangle 3">
            <a:extLst>
              <a:ext uri="{FF2B5EF4-FFF2-40B4-BE49-F238E27FC236}">
                <a16:creationId xmlns:a16="http://schemas.microsoft.com/office/drawing/2014/main" id="{07790FE1-9AA8-5970-6D44-CC21AC146D2A}"/>
              </a:ext>
            </a:extLst>
          </p:cNvPr>
          <p:cNvSpPr>
            <a:spLocks noGrp="1" noChangeArrowheads="1"/>
          </p:cNvSpPr>
          <p:nvPr>
            <p:ph type="body" idx="1"/>
          </p:nvPr>
        </p:nvSpPr>
        <p:spPr>
          <a:xfrm>
            <a:off x="2398714" y="1038225"/>
            <a:ext cx="6834187" cy="4529138"/>
          </a:xfrm>
        </p:spPr>
        <p:txBody>
          <a:bodyPr/>
          <a:lstStyle/>
          <a:p>
            <a:r>
              <a:rPr lang="en-US" altLang="en-US" b="1">
                <a:solidFill>
                  <a:srgbClr val="3366FF"/>
                </a:solidFill>
              </a:rPr>
              <a:t>Virtual address space</a:t>
            </a:r>
            <a:r>
              <a:rPr lang="en-US" altLang="en-US"/>
              <a:t> – logical view of how process is stored in memory</a:t>
            </a:r>
          </a:p>
          <a:p>
            <a:pPr lvl="1"/>
            <a:r>
              <a:rPr lang="en-US" altLang="en-US" sz="1600"/>
              <a:t>Usually start at address 0, contiguous addresses until end of space</a:t>
            </a:r>
          </a:p>
          <a:p>
            <a:pPr lvl="1"/>
            <a:r>
              <a:rPr lang="en-US" altLang="en-US" sz="1600"/>
              <a:t>Meanwhile, physical memory organized in page frames</a:t>
            </a:r>
          </a:p>
          <a:p>
            <a:pPr lvl="1"/>
            <a:r>
              <a:rPr lang="en-US" altLang="en-US" sz="1600"/>
              <a:t>MMU must map logical to physical</a:t>
            </a:r>
            <a:endParaRPr lang="en-US" altLang="en-US"/>
          </a:p>
          <a:p>
            <a:r>
              <a:rPr lang="en-US" altLang="en-US"/>
              <a:t>Virtual memory can be implemented via:</a:t>
            </a:r>
          </a:p>
          <a:p>
            <a:pPr lvl="1"/>
            <a:r>
              <a:rPr lang="en-US" altLang="en-US" sz="1600"/>
              <a:t>Demand paging </a:t>
            </a:r>
          </a:p>
          <a:p>
            <a:pPr lvl="1"/>
            <a:r>
              <a:rPr lang="en-US" altLang="en-US" sz="1600"/>
              <a:t>Demand segmentation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372A1711-67F6-98BC-FB0B-B931050A22A2}"/>
              </a:ext>
            </a:extLst>
          </p:cNvPr>
          <p:cNvSpPr>
            <a:spLocks noGrp="1" noChangeArrowheads="1"/>
          </p:cNvSpPr>
          <p:nvPr>
            <p:ph type="title"/>
          </p:nvPr>
        </p:nvSpPr>
        <p:spPr>
          <a:xfrm>
            <a:off x="2667001" y="76201"/>
            <a:ext cx="8080375" cy="608013"/>
          </a:xfrm>
        </p:spPr>
        <p:txBody>
          <a:bodyPr/>
          <a:lstStyle/>
          <a:p>
            <a:pPr eaLnBrk="1" hangingPunct="1"/>
            <a:r>
              <a:rPr lang="en-US" altLang="en-US" sz="2400" dirty="0"/>
              <a:t>Virtual Memory That is Larger Than Physical Memory</a:t>
            </a:r>
          </a:p>
        </p:txBody>
      </p:sp>
      <p:pic>
        <p:nvPicPr>
          <p:cNvPr id="10243" name="Picture 5" descr="9">
            <a:extLst>
              <a:ext uri="{FF2B5EF4-FFF2-40B4-BE49-F238E27FC236}">
                <a16:creationId xmlns:a16="http://schemas.microsoft.com/office/drawing/2014/main" id="{ABC4C699-E4A4-1475-742E-E333D41665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5700" y="1185864"/>
            <a:ext cx="5360988"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A7EAC3F-F2CF-1FC5-1F1D-D56395F8F19B}"/>
              </a:ext>
            </a:extLst>
          </p:cNvPr>
          <p:cNvSpPr>
            <a:spLocks noGrp="1" noChangeArrowheads="1"/>
          </p:cNvSpPr>
          <p:nvPr>
            <p:ph type="title"/>
          </p:nvPr>
        </p:nvSpPr>
        <p:spPr>
          <a:xfrm>
            <a:off x="2466976" y="176213"/>
            <a:ext cx="7743825" cy="576262"/>
          </a:xfrm>
        </p:spPr>
        <p:txBody>
          <a:bodyPr>
            <a:normAutofit fontScale="90000"/>
          </a:bodyPr>
          <a:lstStyle/>
          <a:p>
            <a:pPr eaLnBrk="1" hangingPunct="1"/>
            <a:r>
              <a:rPr lang="en-US" altLang="en-US"/>
              <a:t>Virtual-address Space</a:t>
            </a:r>
          </a:p>
        </p:txBody>
      </p:sp>
      <p:pic>
        <p:nvPicPr>
          <p:cNvPr id="11267" name="Picture 5">
            <a:extLst>
              <a:ext uri="{FF2B5EF4-FFF2-40B4-BE49-F238E27FC236}">
                <a16:creationId xmlns:a16="http://schemas.microsoft.com/office/drawing/2014/main" id="{436AC715-DA9A-A707-9F0F-50F99A0CDF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0600" y="1274764"/>
            <a:ext cx="2063750" cy="456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ectangle 3">
            <a:extLst>
              <a:ext uri="{FF2B5EF4-FFF2-40B4-BE49-F238E27FC236}">
                <a16:creationId xmlns:a16="http://schemas.microsoft.com/office/drawing/2014/main" id="{7207ED7D-919A-DA52-A138-96B988E9649D}"/>
              </a:ext>
            </a:extLst>
          </p:cNvPr>
          <p:cNvSpPr txBox="1">
            <a:spLocks noChangeArrowheads="1"/>
          </p:cNvSpPr>
          <p:nvPr/>
        </p:nvSpPr>
        <p:spPr bwMode="auto">
          <a:xfrm>
            <a:off x="2335214" y="1119188"/>
            <a:ext cx="4370387" cy="500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defRPr>
                <a:solidFill>
                  <a:schemeClr val="tx1"/>
                </a:solidFill>
                <a:latin typeface="Verdana" panose="020B0604030504040204" pitchFamily="34" charset="0"/>
                <a:ea typeface="MS PGothic" panose="020B0600070205080204" pitchFamily="34" charset="-128"/>
              </a:defRPr>
            </a:lvl1pPr>
            <a:lvl2pPr marL="1060450" indent="-407988">
              <a:defRPr>
                <a:solidFill>
                  <a:schemeClr val="tx1"/>
                </a:solidFill>
                <a:latin typeface="Verdana" panose="020B0604030504040204" pitchFamily="34" charset="0"/>
                <a:ea typeface="MS PGothic" panose="020B0600070205080204" pitchFamily="34" charset="-128"/>
              </a:defRPr>
            </a:lvl2pPr>
            <a:lvl3pPr marL="1550988" indent="-325438">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35000"/>
              </a:spcBef>
              <a:buClr>
                <a:srgbClr val="993300"/>
              </a:buClr>
              <a:buSzPct val="90000"/>
              <a:buFont typeface="Monotype Sorts" pitchFamily="-84" charset="2"/>
              <a:buChar char="n"/>
            </a:pPr>
            <a:r>
              <a:rPr kumimoji="1" lang="en-US" altLang="en-US" sz="1600">
                <a:latin typeface="Helvetica" panose="020B0604020202020204" pitchFamily="34" charset="0"/>
              </a:rPr>
              <a:t>Usually design logical address space for stack to start at Max logical address and grow “down” while heap grows “up”</a:t>
            </a:r>
          </a:p>
          <a:p>
            <a:pPr lvl="1">
              <a:spcBef>
                <a:spcPct val="35000"/>
              </a:spcBef>
              <a:buClr>
                <a:srgbClr val="CC6600"/>
              </a:buClr>
              <a:buSzPct val="80000"/>
              <a:buFont typeface="Monotype Sorts" pitchFamily="-84" charset="2"/>
              <a:buChar char="l"/>
            </a:pPr>
            <a:r>
              <a:rPr kumimoji="1" lang="en-US" altLang="en-US" sz="1600">
                <a:latin typeface="Helvetica" panose="020B0604020202020204" pitchFamily="34" charset="0"/>
              </a:rPr>
              <a:t>Maximizes address space use</a:t>
            </a:r>
          </a:p>
          <a:p>
            <a:pPr lvl="1">
              <a:spcBef>
                <a:spcPct val="35000"/>
              </a:spcBef>
              <a:buClr>
                <a:srgbClr val="CC6600"/>
              </a:buClr>
              <a:buSzPct val="80000"/>
              <a:buFont typeface="Monotype Sorts" pitchFamily="-84" charset="2"/>
              <a:buChar char="l"/>
            </a:pPr>
            <a:r>
              <a:rPr kumimoji="1" lang="en-US" altLang="en-US" sz="1600">
                <a:latin typeface="Helvetica" panose="020B0604020202020204" pitchFamily="34" charset="0"/>
              </a:rPr>
              <a:t>Unused address space between the two is hole</a:t>
            </a:r>
          </a:p>
          <a:p>
            <a:pPr lvl="2">
              <a:spcBef>
                <a:spcPct val="35000"/>
              </a:spcBef>
              <a:buClr>
                <a:srgbClr val="009900"/>
              </a:buClr>
              <a:buSzPct val="75000"/>
              <a:buFont typeface="Webdings" panose="05030102010509060703" pitchFamily="18" charset="2"/>
              <a:buChar char="4"/>
            </a:pPr>
            <a:r>
              <a:rPr kumimoji="1" lang="en-US" altLang="en-US" sz="1600">
                <a:latin typeface="Helvetica" panose="020B0604020202020204" pitchFamily="34" charset="0"/>
              </a:rPr>
              <a:t>No physical memory needed until heap or stack grows to a given new page</a:t>
            </a:r>
          </a:p>
          <a:p>
            <a:pPr>
              <a:spcBef>
                <a:spcPct val="35000"/>
              </a:spcBef>
              <a:buClr>
                <a:srgbClr val="993300"/>
              </a:buClr>
              <a:buSzPct val="90000"/>
              <a:buFont typeface="Monotype Sorts" pitchFamily="-84" charset="2"/>
              <a:buChar char="n"/>
            </a:pPr>
            <a:r>
              <a:rPr kumimoji="1" lang="en-US" altLang="en-US" sz="1600">
                <a:latin typeface="Helvetica" panose="020B0604020202020204" pitchFamily="34" charset="0"/>
              </a:rPr>
              <a:t>Enables </a:t>
            </a:r>
            <a:r>
              <a:rPr kumimoji="1" lang="en-US" altLang="en-US" sz="1600" b="1">
                <a:solidFill>
                  <a:srgbClr val="3366FF"/>
                </a:solidFill>
                <a:latin typeface="Helvetica" panose="020B0604020202020204" pitchFamily="34" charset="0"/>
              </a:rPr>
              <a:t>sparse </a:t>
            </a:r>
            <a:r>
              <a:rPr kumimoji="1" lang="en-US" altLang="en-US" sz="1600">
                <a:latin typeface="Helvetica" panose="020B0604020202020204" pitchFamily="34" charset="0"/>
              </a:rPr>
              <a:t>address spaces with holes left for growth, dynamically linked libraries, etc</a:t>
            </a:r>
          </a:p>
          <a:p>
            <a:pPr>
              <a:spcBef>
                <a:spcPct val="35000"/>
              </a:spcBef>
              <a:buClr>
                <a:srgbClr val="993300"/>
              </a:buClr>
              <a:buSzPct val="90000"/>
              <a:buFont typeface="Monotype Sorts" pitchFamily="-84" charset="2"/>
              <a:buChar char="n"/>
            </a:pPr>
            <a:r>
              <a:rPr kumimoji="1" lang="en-US" altLang="en-US" sz="1600">
                <a:latin typeface="Helvetica" panose="020B0604020202020204" pitchFamily="34" charset="0"/>
              </a:rPr>
              <a:t>System libraries shared via mapping into virtual address space</a:t>
            </a:r>
          </a:p>
          <a:p>
            <a:pPr>
              <a:spcBef>
                <a:spcPct val="35000"/>
              </a:spcBef>
              <a:buClr>
                <a:srgbClr val="993300"/>
              </a:buClr>
              <a:buSzPct val="90000"/>
              <a:buFont typeface="Monotype Sorts" pitchFamily="-84" charset="2"/>
              <a:buChar char="n"/>
            </a:pPr>
            <a:r>
              <a:rPr kumimoji="1" lang="en-US" altLang="en-US" sz="1600">
                <a:latin typeface="Helvetica" panose="020B0604020202020204" pitchFamily="34" charset="0"/>
              </a:rPr>
              <a:t>Shared memory by mapping pages read-write into virtual address space</a:t>
            </a:r>
          </a:p>
          <a:p>
            <a:pPr>
              <a:spcBef>
                <a:spcPct val="35000"/>
              </a:spcBef>
              <a:buClr>
                <a:srgbClr val="993300"/>
              </a:buClr>
              <a:buSzPct val="90000"/>
              <a:buFont typeface="Monotype Sorts" pitchFamily="-84" charset="2"/>
              <a:buChar char="n"/>
            </a:pPr>
            <a:r>
              <a:rPr kumimoji="1" lang="en-US" altLang="en-US" sz="1600">
                <a:latin typeface="Helvetica" panose="020B0604020202020204" pitchFamily="34" charset="0"/>
              </a:rPr>
              <a:t>Pages can be shared during </a:t>
            </a:r>
            <a:r>
              <a:rPr kumimoji="1" lang="en-US" altLang="en-US" sz="1600">
                <a:latin typeface="Courier New" panose="02070309020205020404" pitchFamily="49" charset="0"/>
                <a:cs typeface="Courier New" panose="02070309020205020404" pitchFamily="49" charset="0"/>
              </a:rPr>
              <a:t>fork()</a:t>
            </a:r>
            <a:r>
              <a:rPr kumimoji="1" lang="en-US" altLang="en-US" sz="1600">
                <a:latin typeface="Helvetica" panose="020B0604020202020204" pitchFamily="34" charset="0"/>
                <a:cs typeface="Courier New" panose="02070309020205020404" pitchFamily="49" charset="0"/>
              </a:rPr>
              <a:t>, speeding process creation</a:t>
            </a:r>
          </a:p>
          <a:p>
            <a:pPr lvl="1">
              <a:spcBef>
                <a:spcPct val="35000"/>
              </a:spcBef>
              <a:buClr>
                <a:srgbClr val="CC6600"/>
              </a:buClr>
              <a:buSzPct val="80000"/>
              <a:buFont typeface="Monotype Sorts" pitchFamily="-84" charset="2"/>
              <a:buNone/>
            </a:pPr>
            <a:r>
              <a:rPr kumimoji="1" lang="en-US" altLang="en-US" sz="1600">
                <a:latin typeface="Helvetica" panose="020B0604020202020204" pitchFamily="34" charset="0"/>
              </a:rPr>
              <a:t> </a:t>
            </a:r>
          </a:p>
          <a:p>
            <a:pPr lvl="1">
              <a:spcBef>
                <a:spcPct val="35000"/>
              </a:spcBef>
              <a:buClr>
                <a:srgbClr val="CC6600"/>
              </a:buClr>
              <a:buSzPct val="80000"/>
              <a:buFont typeface="Monotype Sorts" pitchFamily="-84" charset="2"/>
              <a:buNone/>
            </a:pPr>
            <a:endParaRPr kumimoji="1" lang="en-US" altLang="en-US">
              <a:latin typeface="Helvetica" panose="020B060402020202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EB53403-2A52-0F8F-20C4-6DCC6CCB190F}"/>
              </a:ext>
            </a:extLst>
          </p:cNvPr>
          <p:cNvSpPr>
            <a:spLocks noGrp="1" noChangeArrowheads="1"/>
          </p:cNvSpPr>
          <p:nvPr>
            <p:ph type="title"/>
          </p:nvPr>
        </p:nvSpPr>
        <p:spPr>
          <a:xfrm>
            <a:off x="2916238" y="188913"/>
            <a:ext cx="7561262" cy="576262"/>
          </a:xfrm>
        </p:spPr>
        <p:txBody>
          <a:bodyPr>
            <a:normAutofit fontScale="90000"/>
          </a:bodyPr>
          <a:lstStyle/>
          <a:p>
            <a:pPr eaLnBrk="1" hangingPunct="1"/>
            <a:r>
              <a:rPr lang="en-US" altLang="en-US"/>
              <a:t>Shared Library Using Virtual Memory</a:t>
            </a:r>
          </a:p>
        </p:txBody>
      </p:sp>
      <p:pic>
        <p:nvPicPr>
          <p:cNvPr id="12291" name="Picture 6">
            <a:extLst>
              <a:ext uri="{FF2B5EF4-FFF2-40B4-BE49-F238E27FC236}">
                <a16:creationId xmlns:a16="http://schemas.microsoft.com/office/drawing/2014/main" id="{061D5FBD-64D7-B292-7440-BDD68437F4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8801" y="1255713"/>
            <a:ext cx="6296025" cy="415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2D05C70-6CD8-74C4-B618-482F01C49F72}"/>
              </a:ext>
            </a:extLst>
          </p:cNvPr>
          <p:cNvSpPr>
            <a:spLocks noGrp="1" noChangeArrowheads="1"/>
          </p:cNvSpPr>
          <p:nvPr>
            <p:ph type="title"/>
          </p:nvPr>
        </p:nvSpPr>
        <p:spPr>
          <a:xfrm>
            <a:off x="1981200" y="125413"/>
            <a:ext cx="8229600" cy="576262"/>
          </a:xfrm>
        </p:spPr>
        <p:txBody>
          <a:bodyPr>
            <a:normAutofit fontScale="90000"/>
          </a:bodyPr>
          <a:lstStyle/>
          <a:p>
            <a:pPr eaLnBrk="1" hangingPunct="1"/>
            <a:r>
              <a:rPr lang="en-US" altLang="en-US"/>
              <a:t>Demand Paging</a:t>
            </a:r>
          </a:p>
        </p:txBody>
      </p:sp>
      <p:sp>
        <p:nvSpPr>
          <p:cNvPr id="13315" name="Rectangle 3">
            <a:extLst>
              <a:ext uri="{FF2B5EF4-FFF2-40B4-BE49-F238E27FC236}">
                <a16:creationId xmlns:a16="http://schemas.microsoft.com/office/drawing/2014/main" id="{E652A80D-9DA6-14E2-B944-C7395F0F3160}"/>
              </a:ext>
            </a:extLst>
          </p:cNvPr>
          <p:cNvSpPr>
            <a:spLocks noGrp="1" noChangeArrowheads="1"/>
          </p:cNvSpPr>
          <p:nvPr>
            <p:ph type="body" idx="1"/>
          </p:nvPr>
        </p:nvSpPr>
        <p:spPr>
          <a:xfrm>
            <a:off x="2228850" y="960438"/>
            <a:ext cx="4184650" cy="5351462"/>
          </a:xfrm>
        </p:spPr>
        <p:txBody>
          <a:bodyPr/>
          <a:lstStyle/>
          <a:p>
            <a:pPr>
              <a:lnSpc>
                <a:spcPct val="90000"/>
              </a:lnSpc>
            </a:pPr>
            <a:r>
              <a:rPr lang="en-US" altLang="en-US" sz="1600"/>
              <a:t>Could bring entire process into memory at load time</a:t>
            </a:r>
          </a:p>
          <a:p>
            <a:pPr>
              <a:lnSpc>
                <a:spcPct val="90000"/>
              </a:lnSpc>
            </a:pPr>
            <a:r>
              <a:rPr lang="en-US" altLang="en-US" sz="1600"/>
              <a:t>Or bring a page into memory only when it is needed</a:t>
            </a:r>
          </a:p>
          <a:p>
            <a:pPr lvl="1">
              <a:lnSpc>
                <a:spcPct val="90000"/>
              </a:lnSpc>
            </a:pPr>
            <a:r>
              <a:rPr lang="en-US" altLang="en-US" sz="1600"/>
              <a:t>Less I/O needed, no unnecessary I/O</a:t>
            </a:r>
          </a:p>
          <a:p>
            <a:pPr lvl="1">
              <a:lnSpc>
                <a:spcPct val="90000"/>
              </a:lnSpc>
            </a:pPr>
            <a:r>
              <a:rPr lang="en-US" altLang="en-US" sz="1600"/>
              <a:t>Less memory needed </a:t>
            </a:r>
          </a:p>
          <a:p>
            <a:pPr lvl="1">
              <a:lnSpc>
                <a:spcPct val="90000"/>
              </a:lnSpc>
            </a:pPr>
            <a:r>
              <a:rPr lang="en-US" altLang="en-US" sz="1600"/>
              <a:t>Faster response</a:t>
            </a:r>
          </a:p>
          <a:p>
            <a:pPr lvl="1">
              <a:lnSpc>
                <a:spcPct val="90000"/>
              </a:lnSpc>
            </a:pPr>
            <a:r>
              <a:rPr lang="en-US" altLang="en-US" sz="1600"/>
              <a:t>More users</a:t>
            </a:r>
          </a:p>
          <a:p>
            <a:pPr>
              <a:lnSpc>
                <a:spcPct val="90000"/>
              </a:lnSpc>
            </a:pPr>
            <a:r>
              <a:rPr lang="en-US" altLang="en-US" sz="1600"/>
              <a:t>Similar to paging system with swapping (diagram on right)</a:t>
            </a:r>
          </a:p>
          <a:p>
            <a:pPr>
              <a:lnSpc>
                <a:spcPct val="90000"/>
              </a:lnSpc>
            </a:pPr>
            <a:r>
              <a:rPr lang="en-US" altLang="en-US" sz="1600"/>
              <a:t>Page is needed </a:t>
            </a:r>
            <a:r>
              <a:rPr lang="en-US" altLang="en-US" sz="1600">
                <a:sym typeface="Symbol" panose="05050102010706020507" pitchFamily="18" charset="2"/>
              </a:rPr>
              <a:t> reference to it</a:t>
            </a:r>
          </a:p>
          <a:p>
            <a:pPr lvl="1">
              <a:lnSpc>
                <a:spcPct val="90000"/>
              </a:lnSpc>
            </a:pPr>
            <a:r>
              <a:rPr lang="en-US" altLang="en-US" sz="1600"/>
              <a:t>invalid reference </a:t>
            </a:r>
            <a:r>
              <a:rPr lang="en-US" altLang="en-US" sz="1600">
                <a:sym typeface="Symbol" panose="05050102010706020507" pitchFamily="18" charset="2"/>
              </a:rPr>
              <a:t> abort</a:t>
            </a:r>
          </a:p>
          <a:p>
            <a:pPr lvl="1">
              <a:lnSpc>
                <a:spcPct val="90000"/>
              </a:lnSpc>
            </a:pPr>
            <a:r>
              <a:rPr lang="en-US" altLang="en-US" sz="1600">
                <a:sym typeface="Symbol" panose="05050102010706020507" pitchFamily="18" charset="2"/>
              </a:rPr>
              <a:t>not-in-memory  bring to memory</a:t>
            </a:r>
          </a:p>
          <a:p>
            <a:pPr>
              <a:lnSpc>
                <a:spcPct val="90000"/>
              </a:lnSpc>
            </a:pPr>
            <a:r>
              <a:rPr lang="en-US" altLang="en-US" sz="1600" b="1">
                <a:solidFill>
                  <a:srgbClr val="3366FF"/>
                </a:solidFill>
                <a:sym typeface="Symbol" panose="05050102010706020507" pitchFamily="18" charset="2"/>
              </a:rPr>
              <a:t>Lazy swapper</a:t>
            </a:r>
            <a:r>
              <a:rPr lang="en-US" altLang="en-US" sz="1600">
                <a:solidFill>
                  <a:srgbClr val="3366FF"/>
                </a:solidFill>
                <a:sym typeface="Symbol" panose="05050102010706020507" pitchFamily="18" charset="2"/>
              </a:rPr>
              <a:t> </a:t>
            </a:r>
            <a:r>
              <a:rPr lang="en-US" altLang="en-US" sz="1600">
                <a:sym typeface="Symbol" panose="05050102010706020507" pitchFamily="18" charset="2"/>
              </a:rPr>
              <a:t>– never swaps a page into memory unless page will be needed</a:t>
            </a:r>
          </a:p>
          <a:p>
            <a:pPr lvl="1">
              <a:lnSpc>
                <a:spcPct val="90000"/>
              </a:lnSpc>
            </a:pPr>
            <a:r>
              <a:rPr lang="en-US" altLang="en-US" sz="1600">
                <a:sym typeface="Symbol" panose="05050102010706020507" pitchFamily="18" charset="2"/>
              </a:rPr>
              <a:t>Swapper that deals with pages is a </a:t>
            </a:r>
            <a:r>
              <a:rPr lang="en-US" altLang="en-US" sz="1600" b="1">
                <a:solidFill>
                  <a:srgbClr val="3366FF"/>
                </a:solidFill>
                <a:sym typeface="Symbol" panose="05050102010706020507" pitchFamily="18" charset="2"/>
              </a:rPr>
              <a:t>pager</a:t>
            </a:r>
          </a:p>
          <a:p>
            <a:pPr lvl="1">
              <a:lnSpc>
                <a:spcPct val="90000"/>
              </a:lnSpc>
              <a:buFont typeface="Monotype Sorts" pitchFamily="-84" charset="2"/>
              <a:buNone/>
            </a:pPr>
            <a:endParaRPr lang="en-US" altLang="en-US">
              <a:sym typeface="Symbol" panose="05050102010706020507" pitchFamily="18" charset="2"/>
            </a:endParaRPr>
          </a:p>
        </p:txBody>
      </p:sp>
      <p:pic>
        <p:nvPicPr>
          <p:cNvPr id="13316" name="Picture 4" descr="9">
            <a:extLst>
              <a:ext uri="{FF2B5EF4-FFF2-40B4-BE49-F238E27FC236}">
                <a16:creationId xmlns:a16="http://schemas.microsoft.com/office/drawing/2014/main" id="{F9C2F186-2C79-1C3E-0A6E-69E18838D2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6676" y="1701800"/>
            <a:ext cx="3878263" cy="355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E26C046A-5260-2173-CCE8-A2EF1E5B464B}"/>
              </a:ext>
            </a:extLst>
          </p:cNvPr>
          <p:cNvSpPr>
            <a:spLocks noGrp="1"/>
          </p:cNvSpPr>
          <p:nvPr>
            <p:ph type="title"/>
          </p:nvPr>
        </p:nvSpPr>
        <p:spPr>
          <a:xfrm>
            <a:off x="1981200" y="201613"/>
            <a:ext cx="8229600" cy="576262"/>
          </a:xfrm>
        </p:spPr>
        <p:txBody>
          <a:bodyPr>
            <a:normAutofit fontScale="90000"/>
          </a:bodyPr>
          <a:lstStyle/>
          <a:p>
            <a:r>
              <a:rPr lang="en-US" altLang="en-US"/>
              <a:t>Basic Concepts</a:t>
            </a:r>
          </a:p>
        </p:txBody>
      </p:sp>
      <p:sp>
        <p:nvSpPr>
          <p:cNvPr id="14339" name="Content Placeholder 2">
            <a:extLst>
              <a:ext uri="{FF2B5EF4-FFF2-40B4-BE49-F238E27FC236}">
                <a16:creationId xmlns:a16="http://schemas.microsoft.com/office/drawing/2014/main" id="{B2DE2EE7-C8F7-C4D6-1FF7-E9545FE551CE}"/>
              </a:ext>
            </a:extLst>
          </p:cNvPr>
          <p:cNvSpPr>
            <a:spLocks noGrp="1"/>
          </p:cNvSpPr>
          <p:nvPr>
            <p:ph idx="1"/>
          </p:nvPr>
        </p:nvSpPr>
        <p:spPr>
          <a:xfrm>
            <a:off x="2330450" y="1144589"/>
            <a:ext cx="7512050" cy="4530725"/>
          </a:xfrm>
        </p:spPr>
        <p:txBody>
          <a:bodyPr>
            <a:normAutofit fontScale="92500" lnSpcReduction="20000"/>
          </a:bodyPr>
          <a:lstStyle/>
          <a:p>
            <a:r>
              <a:rPr lang="en-US" altLang="en-US"/>
              <a:t>With swapping, pager guesses which pages will be used before swapping out again</a:t>
            </a:r>
          </a:p>
          <a:p>
            <a:r>
              <a:rPr lang="en-US" altLang="en-US"/>
              <a:t>Instead, pager brings in only those pages into memory</a:t>
            </a:r>
          </a:p>
          <a:p>
            <a:r>
              <a:rPr lang="en-US" altLang="en-US"/>
              <a:t>How to determine that set of pages?</a:t>
            </a:r>
          </a:p>
          <a:p>
            <a:pPr lvl="1"/>
            <a:r>
              <a:rPr lang="en-US" altLang="en-US"/>
              <a:t>Need new MMU functionality to implement demand paging</a:t>
            </a:r>
          </a:p>
          <a:p>
            <a:r>
              <a:rPr lang="en-US" altLang="en-US"/>
              <a:t>If pages needed are already </a:t>
            </a:r>
            <a:r>
              <a:rPr lang="en-US" altLang="en-US" b="1">
                <a:solidFill>
                  <a:srgbClr val="3366FF"/>
                </a:solidFill>
              </a:rPr>
              <a:t>memory resident</a:t>
            </a:r>
          </a:p>
          <a:p>
            <a:pPr lvl="1"/>
            <a:r>
              <a:rPr lang="en-US" altLang="en-US"/>
              <a:t>No difference from non demand-paging</a:t>
            </a:r>
          </a:p>
          <a:p>
            <a:r>
              <a:rPr lang="en-US" altLang="en-US"/>
              <a:t>If page needed and not memory resident</a:t>
            </a:r>
          </a:p>
          <a:p>
            <a:pPr lvl="1"/>
            <a:r>
              <a:rPr lang="en-US" altLang="en-US"/>
              <a:t>Need to detect and load the page into memory from storage</a:t>
            </a:r>
          </a:p>
          <a:p>
            <a:pPr lvl="2"/>
            <a:r>
              <a:rPr lang="en-US" altLang="en-US"/>
              <a:t>Without changing program behavior</a:t>
            </a:r>
          </a:p>
          <a:p>
            <a:pPr lvl="2"/>
            <a:r>
              <a:rPr lang="en-US" altLang="en-US"/>
              <a:t>Without programmer needing to change code</a:t>
            </a:r>
          </a:p>
          <a:p>
            <a:endParaRPr lang="en-US"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68B4279-D095-985B-5102-E91529B42C62}"/>
              </a:ext>
            </a:extLst>
          </p:cNvPr>
          <p:cNvSpPr>
            <a:spLocks noGrp="1" noChangeArrowheads="1"/>
          </p:cNvSpPr>
          <p:nvPr>
            <p:ph type="title"/>
          </p:nvPr>
        </p:nvSpPr>
        <p:spPr>
          <a:xfrm>
            <a:off x="1981200" y="176213"/>
            <a:ext cx="8229600" cy="576262"/>
          </a:xfrm>
        </p:spPr>
        <p:txBody>
          <a:bodyPr>
            <a:normAutofit fontScale="90000"/>
          </a:bodyPr>
          <a:lstStyle/>
          <a:p>
            <a:pPr eaLnBrk="1" hangingPunct="1"/>
            <a:r>
              <a:rPr lang="en-US" altLang="en-US" dirty="0"/>
              <a:t>Valid-Invalid Bit</a:t>
            </a:r>
          </a:p>
        </p:txBody>
      </p:sp>
      <p:sp>
        <p:nvSpPr>
          <p:cNvPr id="15363" name="Rectangle 3">
            <a:extLst>
              <a:ext uri="{FF2B5EF4-FFF2-40B4-BE49-F238E27FC236}">
                <a16:creationId xmlns:a16="http://schemas.microsoft.com/office/drawing/2014/main" id="{5D70B141-2723-B6CD-9106-54508838C12C}"/>
              </a:ext>
            </a:extLst>
          </p:cNvPr>
          <p:cNvSpPr>
            <a:spLocks noGrp="1" noChangeArrowheads="1"/>
          </p:cNvSpPr>
          <p:nvPr>
            <p:ph type="body" idx="1"/>
          </p:nvPr>
        </p:nvSpPr>
        <p:spPr>
          <a:xfrm>
            <a:off x="2444750" y="1046163"/>
            <a:ext cx="7410450" cy="5472112"/>
          </a:xfrm>
        </p:spPr>
        <p:txBody>
          <a:bodyPr>
            <a:normAutofit fontScale="92500" lnSpcReduction="20000"/>
          </a:bodyPr>
          <a:lstStyle/>
          <a:p>
            <a:pPr>
              <a:lnSpc>
                <a:spcPct val="90000"/>
              </a:lnSpc>
            </a:pPr>
            <a:r>
              <a:rPr lang="en-US" altLang="en-US" dirty="0"/>
              <a:t>With each page table entry a valid–invalid bit is associated</a:t>
            </a:r>
            <a:br>
              <a:rPr lang="en-US" altLang="en-US" dirty="0"/>
            </a:br>
            <a:r>
              <a:rPr lang="en-US" altLang="en-US" dirty="0"/>
              <a:t>(</a:t>
            </a:r>
            <a:r>
              <a:rPr lang="en-US" altLang="en-US" b="1" dirty="0">
                <a:solidFill>
                  <a:srgbClr val="FF0000"/>
                </a:solidFill>
              </a:rPr>
              <a:t>v</a:t>
            </a:r>
            <a:r>
              <a:rPr lang="en-US" altLang="en-US" dirty="0"/>
              <a:t> </a:t>
            </a:r>
            <a:r>
              <a:rPr lang="en-US" altLang="en-US" dirty="0">
                <a:sym typeface="Symbol" panose="05050102010706020507" pitchFamily="18" charset="2"/>
              </a:rPr>
              <a:t> in-memory – </a:t>
            </a:r>
            <a:r>
              <a:rPr lang="en-US" altLang="en-US" b="1" dirty="0">
                <a:solidFill>
                  <a:srgbClr val="3366FF"/>
                </a:solidFill>
                <a:sym typeface="Symbol" panose="05050102010706020507" pitchFamily="18" charset="2"/>
              </a:rPr>
              <a:t>memory resident</a:t>
            </a:r>
            <a:r>
              <a:rPr lang="en-US" altLang="en-US" dirty="0">
                <a:sym typeface="Symbol" panose="05050102010706020507" pitchFamily="18" charset="2"/>
              </a:rPr>
              <a:t>,</a:t>
            </a:r>
            <a:r>
              <a:rPr lang="en-US" altLang="en-US" dirty="0">
                <a:solidFill>
                  <a:srgbClr val="FF0000"/>
                </a:solidFill>
                <a:sym typeface="Symbol" panose="05050102010706020507" pitchFamily="18" charset="2"/>
              </a:rPr>
              <a:t> </a:t>
            </a:r>
            <a:r>
              <a:rPr lang="en-US" altLang="en-US" b="1" dirty="0" err="1">
                <a:solidFill>
                  <a:srgbClr val="FF0000"/>
                </a:solidFill>
                <a:sym typeface="Symbol" panose="05050102010706020507" pitchFamily="18" charset="2"/>
              </a:rPr>
              <a:t>i</a:t>
            </a:r>
            <a:r>
              <a:rPr lang="en-US" altLang="en-US" dirty="0">
                <a:sym typeface="Symbol" panose="05050102010706020507" pitchFamily="18" charset="2"/>
              </a:rPr>
              <a:t>  not-in-memory)</a:t>
            </a:r>
          </a:p>
          <a:p>
            <a:pPr>
              <a:lnSpc>
                <a:spcPct val="90000"/>
              </a:lnSpc>
            </a:pPr>
            <a:r>
              <a:rPr lang="en-US" altLang="en-US" dirty="0">
                <a:sym typeface="Symbol" panose="05050102010706020507" pitchFamily="18" charset="2"/>
              </a:rPr>
              <a:t>Initially valid–invalid bit is set to</a:t>
            </a:r>
            <a:r>
              <a:rPr lang="en-US" altLang="en-US" b="1" dirty="0">
                <a:solidFill>
                  <a:srgbClr val="FF0000"/>
                </a:solidFill>
                <a:sym typeface="Symbol" panose="05050102010706020507" pitchFamily="18" charset="2"/>
              </a:rPr>
              <a:t> </a:t>
            </a:r>
            <a:r>
              <a:rPr lang="en-US" altLang="en-US" b="1" dirty="0" err="1">
                <a:solidFill>
                  <a:srgbClr val="FF0000"/>
                </a:solidFill>
                <a:sym typeface="Symbol" panose="05050102010706020507" pitchFamily="18" charset="2"/>
              </a:rPr>
              <a:t>i</a:t>
            </a:r>
            <a:r>
              <a:rPr lang="en-US" altLang="en-US" b="1" dirty="0">
                <a:solidFill>
                  <a:srgbClr val="FF0000"/>
                </a:solidFill>
                <a:sym typeface="Symbol" panose="05050102010706020507" pitchFamily="18" charset="2"/>
              </a:rPr>
              <a:t> </a:t>
            </a:r>
            <a:r>
              <a:rPr lang="en-US" altLang="en-US" dirty="0">
                <a:sym typeface="Symbol" panose="05050102010706020507" pitchFamily="18" charset="2"/>
              </a:rPr>
              <a:t>on all entries</a:t>
            </a:r>
          </a:p>
          <a:p>
            <a:pPr>
              <a:lnSpc>
                <a:spcPct val="90000"/>
              </a:lnSpc>
            </a:pPr>
            <a:r>
              <a:rPr lang="en-US" altLang="en-US" dirty="0">
                <a:sym typeface="Symbol" panose="05050102010706020507" pitchFamily="18" charset="2"/>
              </a:rPr>
              <a:t>Example of a page table snapshot:</a:t>
            </a:r>
            <a:br>
              <a:rPr lang="en-US" altLang="en-US"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br>
              <a:rPr lang="en-US" altLang="en-US" sz="1600" dirty="0">
                <a:sym typeface="Symbol" panose="05050102010706020507" pitchFamily="18" charset="2"/>
              </a:rPr>
            </a:br>
            <a:endParaRPr lang="en-US" altLang="en-US" sz="800" dirty="0">
              <a:sym typeface="Symbol" panose="05050102010706020507" pitchFamily="18" charset="2"/>
            </a:endParaRPr>
          </a:p>
          <a:p>
            <a:pPr>
              <a:lnSpc>
                <a:spcPct val="90000"/>
              </a:lnSpc>
            </a:pPr>
            <a:r>
              <a:rPr lang="en-US" altLang="en-US" dirty="0">
                <a:sym typeface="Symbol" panose="05050102010706020507" pitchFamily="18" charset="2"/>
              </a:rPr>
              <a:t>During MMU address translation, if valid–invalid bit in page table entry is</a:t>
            </a:r>
            <a:r>
              <a:rPr lang="en-US" altLang="en-US" b="1" dirty="0">
                <a:solidFill>
                  <a:srgbClr val="FF0000"/>
                </a:solidFill>
                <a:sym typeface="Symbol" panose="05050102010706020507" pitchFamily="18" charset="2"/>
              </a:rPr>
              <a:t> </a:t>
            </a:r>
            <a:r>
              <a:rPr lang="en-US" altLang="en-US" b="1" dirty="0" err="1">
                <a:solidFill>
                  <a:srgbClr val="FF0000"/>
                </a:solidFill>
                <a:sym typeface="Symbol" panose="05050102010706020507" pitchFamily="18" charset="2"/>
              </a:rPr>
              <a:t>i</a:t>
            </a:r>
            <a:r>
              <a:rPr lang="en-US" altLang="en-US" dirty="0">
                <a:sym typeface="Symbol" panose="05050102010706020507" pitchFamily="18" charset="2"/>
              </a:rPr>
              <a:t>  page fault</a:t>
            </a:r>
          </a:p>
        </p:txBody>
      </p:sp>
      <p:pic>
        <p:nvPicPr>
          <p:cNvPr id="15364" name="Picture 1">
            <a:extLst>
              <a:ext uri="{FF2B5EF4-FFF2-40B4-BE49-F238E27FC236}">
                <a16:creationId xmlns:a16="http://schemas.microsoft.com/office/drawing/2014/main" id="{3F24AE3C-993A-4852-CDB2-79441F5443F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80501" y="2219325"/>
            <a:ext cx="2828925"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2C20463-F920-F792-263C-ED6A56510C00}"/>
              </a:ext>
            </a:extLst>
          </p:cNvPr>
          <p:cNvSpPr>
            <a:spLocks noGrp="1" noChangeArrowheads="1"/>
          </p:cNvSpPr>
          <p:nvPr>
            <p:ph type="title"/>
          </p:nvPr>
        </p:nvSpPr>
        <p:spPr>
          <a:xfrm>
            <a:off x="2616201" y="139700"/>
            <a:ext cx="8296275" cy="501650"/>
          </a:xfrm>
        </p:spPr>
        <p:txBody>
          <a:bodyPr/>
          <a:lstStyle/>
          <a:p>
            <a:pPr eaLnBrk="1" hangingPunct="1"/>
            <a:r>
              <a:rPr lang="en-US" altLang="en-US" sz="2000"/>
              <a:t>Page Table When Some Pages Are Not in Main Memory</a:t>
            </a:r>
          </a:p>
        </p:txBody>
      </p:sp>
      <p:pic>
        <p:nvPicPr>
          <p:cNvPr id="16387" name="Picture 4" descr="9">
            <a:extLst>
              <a:ext uri="{FF2B5EF4-FFF2-40B4-BE49-F238E27FC236}">
                <a16:creationId xmlns:a16="http://schemas.microsoft.com/office/drawing/2014/main" id="{65FDFD85-012D-05D3-CFA5-C1D3EB3195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1700" y="1174751"/>
            <a:ext cx="4967288" cy="4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1198</TotalTime>
  <Words>3533</Words>
  <Application>Microsoft Office PowerPoint</Application>
  <PresentationFormat>Widescreen</PresentationFormat>
  <Paragraphs>467</Paragraphs>
  <Slides>71</Slides>
  <Notes>39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71</vt:i4>
      </vt:variant>
    </vt:vector>
  </HeadingPairs>
  <TitlesOfParts>
    <vt:vector size="82" baseType="lpstr">
      <vt:lpstr>Arial</vt:lpstr>
      <vt:lpstr>Calibri</vt:lpstr>
      <vt:lpstr>Calibri Light</vt:lpstr>
      <vt:lpstr>Courier New</vt:lpstr>
      <vt:lpstr>Helvetica</vt:lpstr>
      <vt:lpstr>Monotype Sorts</vt:lpstr>
      <vt:lpstr>Symbol</vt:lpstr>
      <vt:lpstr>Times New Roman</vt:lpstr>
      <vt:lpstr>Verdana</vt:lpstr>
      <vt:lpstr>Webdings</vt:lpstr>
      <vt:lpstr>Office Theme</vt:lpstr>
      <vt:lpstr>Main Memory</vt:lpstr>
      <vt:lpstr>Memory Hierarchy</vt:lpstr>
      <vt:lpstr>Contd…</vt:lpstr>
      <vt:lpstr>Memory and Programs</vt:lpstr>
      <vt:lpstr>Physical Memory (RAM)</vt:lpstr>
      <vt:lpstr>Problem with Using Physical Addresses</vt:lpstr>
      <vt:lpstr>Logical Address – Program View</vt:lpstr>
      <vt:lpstr>Logical Address – Definition</vt:lpstr>
      <vt:lpstr>Logical vs Physical Address</vt:lpstr>
      <vt:lpstr>Logical Address in C Program</vt:lpstr>
      <vt:lpstr>Address Translation</vt:lpstr>
      <vt:lpstr>Limited RAM Problem</vt:lpstr>
      <vt:lpstr>What is Virtual Memory?</vt:lpstr>
      <vt:lpstr>Virtual Memory – View</vt:lpstr>
      <vt:lpstr>Virtual Memory &amp; Logical Address</vt:lpstr>
      <vt:lpstr>Virtual Memory Example</vt:lpstr>
      <vt:lpstr>Advantages of Virtual Memory</vt:lpstr>
      <vt:lpstr>Base and Limit Registers</vt:lpstr>
      <vt:lpstr>Hardware Address Protection</vt:lpstr>
      <vt:lpstr>Address Binding</vt:lpstr>
      <vt:lpstr>Binding of Instructions and Data to Memory</vt:lpstr>
      <vt:lpstr>Multistep Processing of a User Program </vt:lpstr>
      <vt:lpstr>Logical vs. Physical Address Space</vt:lpstr>
      <vt:lpstr>PowerPoint Presentation</vt:lpstr>
      <vt:lpstr>PowerPoint Presentation</vt:lpstr>
      <vt:lpstr>PowerPoint Presentation</vt:lpstr>
      <vt:lpstr>Memory-Management Unit (MMU)</vt:lpstr>
      <vt:lpstr>Dynamic relocation using a relocation register</vt:lpstr>
      <vt:lpstr>Dynamic Linking</vt:lpstr>
      <vt:lpstr>Swapping</vt:lpstr>
      <vt:lpstr>Swapping (Cont.)</vt:lpstr>
      <vt:lpstr>Schematic View of Swapping</vt:lpstr>
      <vt:lpstr>Context Switch Time including Swapping</vt:lpstr>
      <vt:lpstr>Context Switch Time and Swapping (Cont.)</vt:lpstr>
      <vt:lpstr>Memory Allocation Methods</vt:lpstr>
      <vt:lpstr>Contiguous Allocation</vt:lpstr>
      <vt:lpstr>Contiguous Allocation (Cont.)</vt:lpstr>
      <vt:lpstr>Hardware Support for Relocation and Limit Registers</vt:lpstr>
      <vt:lpstr>Multiple-partition allocation </vt:lpstr>
      <vt:lpstr>Dynamic Storage-Allocation Problem</vt:lpstr>
      <vt:lpstr>Fragmentation</vt:lpstr>
      <vt:lpstr>Fragmentation (Cont.)</vt:lpstr>
      <vt:lpstr>Questions</vt:lpstr>
      <vt:lpstr>Segmentation</vt:lpstr>
      <vt:lpstr>User’s View of a Program</vt:lpstr>
      <vt:lpstr>Logical View of Segmentation</vt:lpstr>
      <vt:lpstr>Segmentation Architecture </vt:lpstr>
      <vt:lpstr>Segmentation Architecture (Cont.)</vt:lpstr>
      <vt:lpstr>Segmentation Hardware</vt:lpstr>
      <vt:lpstr>Paging</vt:lpstr>
      <vt:lpstr>Address Translation Scheme</vt:lpstr>
      <vt:lpstr>Paging Hardware</vt:lpstr>
      <vt:lpstr>Paging Model of Logical and  Physical Memory</vt:lpstr>
      <vt:lpstr>Paging Example</vt:lpstr>
      <vt:lpstr>Paging (Cont.)</vt:lpstr>
      <vt:lpstr>Free Frames</vt:lpstr>
      <vt:lpstr>Implementation of Page Table</vt:lpstr>
      <vt:lpstr>Implementation of Page Table (Cont.)</vt:lpstr>
      <vt:lpstr>Associative Memory</vt:lpstr>
      <vt:lpstr>Paging Hardware With TLB</vt:lpstr>
      <vt:lpstr>Virtual Memory</vt:lpstr>
      <vt:lpstr>Background</vt:lpstr>
      <vt:lpstr>Background (Cont.)</vt:lpstr>
      <vt:lpstr>Background (Cont.)</vt:lpstr>
      <vt:lpstr>Virtual Memory That is Larger Than Physical Memory</vt:lpstr>
      <vt:lpstr>Virtual-address Space</vt:lpstr>
      <vt:lpstr>Shared Library Using Virtual Memory</vt:lpstr>
      <vt:lpstr>Demand Paging</vt:lpstr>
      <vt:lpstr>Basic Concepts</vt:lpstr>
      <vt:lpstr>Valid-Invalid Bit</vt:lpstr>
      <vt:lpstr>Page Table When Some Pages Are Not in Main Memory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REENA GEORGE</dc:creator>
  <cp:lastModifiedBy>REENA GEORGE</cp:lastModifiedBy>
  <cp:revision>13</cp:revision>
  <dcterms:created xsi:type="dcterms:W3CDTF">2025-03-10T09:44:22Z</dcterms:created>
  <dcterms:modified xsi:type="dcterms:W3CDTF">2026-02-10T02:14:34Z</dcterms:modified>
</cp:coreProperties>
</file>